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3"/>
  </p:notesMasterIdLst>
  <p:sldIdLst>
    <p:sldId id="256" r:id="rId2"/>
    <p:sldId id="287" r:id="rId3"/>
    <p:sldId id="288" r:id="rId4"/>
    <p:sldId id="289" r:id="rId5"/>
    <p:sldId id="290" r:id="rId6"/>
    <p:sldId id="296" r:id="rId7"/>
    <p:sldId id="297" r:id="rId8"/>
    <p:sldId id="299" r:id="rId9"/>
    <p:sldId id="298" r:id="rId10"/>
    <p:sldId id="300" r:id="rId11"/>
    <p:sldId id="291" r:id="rId12"/>
    <p:sldId id="302" r:id="rId13"/>
    <p:sldId id="303" r:id="rId14"/>
    <p:sldId id="304" r:id="rId15"/>
    <p:sldId id="301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6" r:id="rId26"/>
    <p:sldId id="314" r:id="rId27"/>
    <p:sldId id="315" r:id="rId28"/>
    <p:sldId id="292" r:id="rId29"/>
    <p:sldId id="293" r:id="rId30"/>
    <p:sldId id="294" r:id="rId31"/>
    <p:sldId id="29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14716-406F-485B-A9DF-C2DB30DDD6A9}" v="162" dt="2024-09-11T19:05:49.592"/>
    <p1510:client id="{69073BFF-648F-4201-870A-41E70D3BDDF9}" v="142" dt="2024-09-11T16:20:14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25714716-406F-485B-A9DF-C2DB30DDD6A9}"/>
    <pc:docChg chg="undo custSel addSld delSld modSld sldOrd">
      <pc:chgData name="Jefferson Passerini" userId="ec684a97d9b6a829" providerId="LiveId" clId="{25714716-406F-485B-A9DF-C2DB30DDD6A9}" dt="2024-09-11T19:37:22.937" v="2408" actId="1076"/>
      <pc:docMkLst>
        <pc:docMk/>
      </pc:docMkLst>
      <pc:sldChg chg="addSp delSp modSp mod">
        <pc:chgData name="Jefferson Passerini" userId="ec684a97d9b6a829" providerId="LiveId" clId="{25714716-406F-485B-A9DF-C2DB30DDD6A9}" dt="2024-09-11T16:34:36.467" v="42" actId="255"/>
        <pc:sldMkLst>
          <pc:docMk/>
          <pc:sldMk cId="3568309152" sldId="256"/>
        </pc:sldMkLst>
        <pc:spChg chg="mod">
          <ac:chgData name="Jefferson Passerini" userId="ec684a97d9b6a829" providerId="LiveId" clId="{25714716-406F-485B-A9DF-C2DB30DDD6A9}" dt="2024-09-11T16:34:26.378" v="40" actId="14100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25714716-406F-485B-A9DF-C2DB30DDD6A9}" dt="2024-09-11T16:34:36.467" v="42" actId="255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25714716-406F-485B-A9DF-C2DB30DDD6A9}" dt="2024-09-11T16:34:17.031" v="32" actId="26606"/>
          <ac:spMkLst>
            <pc:docMk/>
            <pc:sldMk cId="3568309152" sldId="256"/>
            <ac:spMk id="238" creationId="{32E62931-8EB4-42BB-BAAB-D8757BE66D8E}"/>
          </ac:spMkLst>
        </pc:spChg>
        <pc:spChg chg="add">
          <ac:chgData name="Jefferson Passerini" userId="ec684a97d9b6a829" providerId="LiveId" clId="{25714716-406F-485B-A9DF-C2DB30DDD6A9}" dt="2024-09-11T16:34:17.031" v="32" actId="26606"/>
          <ac:spMkLst>
            <pc:docMk/>
            <pc:sldMk cId="3568309152" sldId="256"/>
            <ac:spMk id="243" creationId="{06DA9DF9-31F7-4056-B42E-878CC92417B8}"/>
          </ac:spMkLst>
        </pc:spChg>
        <pc:picChg chg="del">
          <ac:chgData name="Jefferson Passerini" userId="ec684a97d9b6a829" providerId="LiveId" clId="{25714716-406F-485B-A9DF-C2DB30DDD6A9}" dt="2024-09-11T16:33:55.648" v="28" actId="478"/>
          <ac:picMkLst>
            <pc:docMk/>
            <pc:sldMk cId="3568309152" sldId="256"/>
            <ac:picMk id="5" creationId="{9E9A9D6C-89BE-3DA5-E16F-28924F1B916A}"/>
          </ac:picMkLst>
        </pc:picChg>
        <pc:picChg chg="add mod">
          <ac:chgData name="Jefferson Passerini" userId="ec684a97d9b6a829" providerId="LiveId" clId="{25714716-406F-485B-A9DF-C2DB30DDD6A9}" dt="2024-09-11T16:34:17.031" v="32" actId="26606"/>
          <ac:picMkLst>
            <pc:docMk/>
            <pc:sldMk cId="3568309152" sldId="256"/>
            <ac:picMk id="6" creationId="{E913BB6C-DB2B-3235-8254-174DDA3715BB}"/>
          </ac:picMkLst>
        </pc:picChg>
      </pc:sldChg>
      <pc:sldChg chg="modSp mod">
        <pc:chgData name="Jefferson Passerini" userId="ec684a97d9b6a829" providerId="LiveId" clId="{25714716-406F-485B-A9DF-C2DB30DDD6A9}" dt="2024-09-11T16:35:43.214" v="77" actId="20577"/>
        <pc:sldMkLst>
          <pc:docMk/>
          <pc:sldMk cId="1879529569" sldId="287"/>
        </pc:sldMkLst>
        <pc:spChg chg="mod">
          <ac:chgData name="Jefferson Passerini" userId="ec684a97d9b6a829" providerId="LiveId" clId="{25714716-406F-485B-A9DF-C2DB30DDD6A9}" dt="2024-09-11T16:35:43.214" v="77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6:34:45.349" v="49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25714716-406F-485B-A9DF-C2DB30DDD6A9}" dt="2024-09-11T16:37:01.769" v="92" actId="20577"/>
        <pc:sldMkLst>
          <pc:docMk/>
          <pc:sldMk cId="777071449" sldId="288"/>
        </pc:sldMkLst>
        <pc:spChg chg="mod">
          <ac:chgData name="Jefferson Passerini" userId="ec684a97d9b6a829" providerId="LiveId" clId="{25714716-406F-485B-A9DF-C2DB30DDD6A9}" dt="2024-09-11T16:37:01.769" v="92" actId="20577"/>
          <ac:spMkLst>
            <pc:docMk/>
            <pc:sldMk cId="777071449" sldId="288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6:34:53.976" v="63" actId="20577"/>
          <ac:spMkLst>
            <pc:docMk/>
            <pc:sldMk cId="777071449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25714716-406F-485B-A9DF-C2DB30DDD6A9}" dt="2024-09-11T16:33:43.381" v="0" actId="47"/>
        <pc:sldMkLst>
          <pc:docMk/>
          <pc:sldMk cId="2290999321" sldId="289"/>
        </pc:sldMkLst>
      </pc:sldChg>
      <pc:sldChg chg="addSp modSp add mod">
        <pc:chgData name="Jefferson Passerini" userId="ec684a97d9b6a829" providerId="LiveId" clId="{25714716-406F-485B-A9DF-C2DB30DDD6A9}" dt="2024-09-11T16:39:00.475" v="152" actId="1076"/>
        <pc:sldMkLst>
          <pc:docMk/>
          <pc:sldMk cId="4106823120" sldId="289"/>
        </pc:sldMkLst>
        <pc:spChg chg="mod">
          <ac:chgData name="Jefferson Passerini" userId="ec684a97d9b6a829" providerId="LiveId" clId="{25714716-406F-485B-A9DF-C2DB30DDD6A9}" dt="2024-09-11T16:38:58.797" v="151" actId="27636"/>
          <ac:spMkLst>
            <pc:docMk/>
            <pc:sldMk cId="4106823120" sldId="289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6:39:00.475" v="152" actId="1076"/>
          <ac:picMkLst>
            <pc:docMk/>
            <pc:sldMk cId="4106823120" sldId="289"/>
            <ac:picMk id="5" creationId="{CCCEAC4E-C307-EE33-CB82-68FB67C392A3}"/>
          </ac:picMkLst>
        </pc:picChg>
      </pc:sldChg>
      <pc:sldChg chg="modSp add mod">
        <pc:chgData name="Jefferson Passerini" userId="ec684a97d9b6a829" providerId="LiveId" clId="{25714716-406F-485B-A9DF-C2DB30DDD6A9}" dt="2024-09-11T16:39:47.483" v="172" actId="1076"/>
        <pc:sldMkLst>
          <pc:docMk/>
          <pc:sldMk cId="2230267964" sldId="290"/>
        </pc:sldMkLst>
        <pc:spChg chg="mod">
          <ac:chgData name="Jefferson Passerini" userId="ec684a97d9b6a829" providerId="LiveId" clId="{25714716-406F-485B-A9DF-C2DB30DDD6A9}" dt="2024-09-11T16:39:40.313" v="171" actId="20577"/>
          <ac:spMkLst>
            <pc:docMk/>
            <pc:sldMk cId="2230267964" sldId="290"/>
            <ac:spMk id="3" creationId="{212081E4-07F6-C689-2ACC-B6CADD634983}"/>
          </ac:spMkLst>
        </pc:spChg>
        <pc:picChg chg="mod">
          <ac:chgData name="Jefferson Passerini" userId="ec684a97d9b6a829" providerId="LiveId" clId="{25714716-406F-485B-A9DF-C2DB30DDD6A9}" dt="2024-09-11T16:39:47.483" v="172" actId="1076"/>
          <ac:picMkLst>
            <pc:docMk/>
            <pc:sldMk cId="2230267964" sldId="290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43.576" v="1" actId="47"/>
        <pc:sldMkLst>
          <pc:docMk/>
          <pc:sldMk cId="3195367172" sldId="290"/>
        </pc:sldMkLst>
      </pc:sldChg>
      <pc:sldChg chg="del">
        <pc:chgData name="Jefferson Passerini" userId="ec684a97d9b6a829" providerId="LiveId" clId="{25714716-406F-485B-A9DF-C2DB30DDD6A9}" dt="2024-09-11T16:33:43.763" v="2" actId="47"/>
        <pc:sldMkLst>
          <pc:docMk/>
          <pc:sldMk cId="1668531145" sldId="291"/>
        </pc:sldMkLst>
      </pc:sldChg>
      <pc:sldChg chg="modSp add del mod ord">
        <pc:chgData name="Jefferson Passerini" userId="ec684a97d9b6a829" providerId="LiveId" clId="{25714716-406F-485B-A9DF-C2DB30DDD6A9}" dt="2024-09-11T18:27:03.384" v="1350" actId="20577"/>
        <pc:sldMkLst>
          <pc:docMk/>
          <pc:sldMk cId="3874398428" sldId="291"/>
        </pc:sldMkLst>
        <pc:spChg chg="mod">
          <ac:chgData name="Jefferson Passerini" userId="ec684a97d9b6a829" providerId="LiveId" clId="{25714716-406F-485B-A9DF-C2DB30DDD6A9}" dt="2024-09-11T18:27:03.384" v="1350" actId="20577"/>
          <ac:spMkLst>
            <pc:docMk/>
            <pc:sldMk cId="3874398428" sldId="291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3.906" v="3" actId="47"/>
        <pc:sldMkLst>
          <pc:docMk/>
          <pc:sldMk cId="3603699617" sldId="292"/>
        </pc:sldMkLst>
      </pc:sldChg>
      <pc:sldChg chg="modSp add mod">
        <pc:chgData name="Jefferson Passerini" userId="ec684a97d9b6a829" providerId="LiveId" clId="{25714716-406F-485B-A9DF-C2DB30DDD6A9}" dt="2024-09-11T18:27:47.754" v="1362" actId="27636"/>
        <pc:sldMkLst>
          <pc:docMk/>
          <pc:sldMk cId="3747463818" sldId="292"/>
        </pc:sldMkLst>
        <pc:spChg chg="mod">
          <ac:chgData name="Jefferson Passerini" userId="ec684a97d9b6a829" providerId="LiveId" clId="{25714716-406F-485B-A9DF-C2DB30DDD6A9}" dt="2024-09-11T18:27:47.754" v="1362" actId="27636"/>
          <ac:spMkLst>
            <pc:docMk/>
            <pc:sldMk cId="3747463818" sldId="292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9.814" v="25" actId="47"/>
        <pc:sldMkLst>
          <pc:docMk/>
          <pc:sldMk cId="1957621975" sldId="293"/>
        </pc:sldMkLst>
      </pc:sldChg>
      <pc:sldChg chg="modSp add">
        <pc:chgData name="Jefferson Passerini" userId="ec684a97d9b6a829" providerId="LiveId" clId="{25714716-406F-485B-A9DF-C2DB30DDD6A9}" dt="2024-09-11T16:40:25.679" v="231" actId="20577"/>
        <pc:sldMkLst>
          <pc:docMk/>
          <pc:sldMk cId="3860858797" sldId="293"/>
        </pc:sldMkLst>
        <pc:spChg chg="mod">
          <ac:chgData name="Jefferson Passerini" userId="ec684a97d9b6a829" providerId="LiveId" clId="{25714716-406F-485B-A9DF-C2DB30DDD6A9}" dt="2024-09-11T16:40:25.679" v="231" actId="20577"/>
          <ac:spMkLst>
            <pc:docMk/>
            <pc:sldMk cId="3860858797" sldId="293"/>
            <ac:spMk id="2" creationId="{2E243026-E16F-9CDD-AE56-CF691B008A41}"/>
          </ac:spMkLst>
        </pc:spChg>
      </pc:sldChg>
      <pc:sldChg chg="delSp modSp add mod ord">
        <pc:chgData name="Jefferson Passerini" userId="ec684a97d9b6a829" providerId="LiveId" clId="{25714716-406F-485B-A9DF-C2DB30DDD6A9}" dt="2024-09-11T16:42:49.248" v="306"/>
        <pc:sldMkLst>
          <pc:docMk/>
          <pc:sldMk cId="3402522311" sldId="294"/>
        </pc:sldMkLst>
        <pc:spChg chg="mod">
          <ac:chgData name="Jefferson Passerini" userId="ec684a97d9b6a829" providerId="LiveId" clId="{25714716-406F-485B-A9DF-C2DB30DDD6A9}" dt="2024-09-11T16:42:06.775" v="284" actId="20577"/>
          <ac:spMkLst>
            <pc:docMk/>
            <pc:sldMk cId="3402522311" sldId="294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40:33.787" v="235" actId="478"/>
          <ac:picMkLst>
            <pc:docMk/>
            <pc:sldMk cId="3402522311" sldId="294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50.052" v="26" actId="47"/>
        <pc:sldMkLst>
          <pc:docMk/>
          <pc:sldMk cId="4192453933" sldId="294"/>
        </pc:sldMkLst>
      </pc:sldChg>
      <pc:sldChg chg="del">
        <pc:chgData name="Jefferson Passerini" userId="ec684a97d9b6a829" providerId="LiveId" clId="{25714716-406F-485B-A9DF-C2DB30DDD6A9}" dt="2024-09-11T16:33:50.288" v="27" actId="47"/>
        <pc:sldMkLst>
          <pc:docMk/>
          <pc:sldMk cId="515291738" sldId="295"/>
        </pc:sldMkLst>
      </pc:sldChg>
      <pc:sldChg chg="modSp add mod ord">
        <pc:chgData name="Jefferson Passerini" userId="ec684a97d9b6a829" providerId="LiveId" clId="{25714716-406F-485B-A9DF-C2DB30DDD6A9}" dt="2024-09-11T16:42:50.575" v="308"/>
        <pc:sldMkLst>
          <pc:docMk/>
          <pc:sldMk cId="1050698155" sldId="295"/>
        </pc:sldMkLst>
        <pc:spChg chg="mod">
          <ac:chgData name="Jefferson Passerini" userId="ec684a97d9b6a829" providerId="LiveId" clId="{25714716-406F-485B-A9DF-C2DB30DDD6A9}" dt="2024-09-11T16:42:42.642" v="304" actId="20577"/>
          <ac:spMkLst>
            <pc:docMk/>
            <pc:sldMk cId="1050698155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25714716-406F-485B-A9DF-C2DB30DDD6A9}" dt="2024-09-11T16:33:46.070" v="7" actId="47"/>
        <pc:sldMkLst>
          <pc:docMk/>
          <pc:sldMk cId="689337600" sldId="296"/>
        </pc:sldMkLst>
      </pc:sldChg>
      <pc:sldChg chg="delSp modSp add mod">
        <pc:chgData name="Jefferson Passerini" userId="ec684a97d9b6a829" providerId="LiveId" clId="{25714716-406F-485B-A9DF-C2DB30DDD6A9}" dt="2024-09-11T16:45:11.268" v="389" actId="27636"/>
        <pc:sldMkLst>
          <pc:docMk/>
          <pc:sldMk cId="3335721298" sldId="296"/>
        </pc:sldMkLst>
        <pc:spChg chg="mod">
          <ac:chgData name="Jefferson Passerini" userId="ec684a97d9b6a829" providerId="LiveId" clId="{25714716-406F-485B-A9DF-C2DB30DDD6A9}" dt="2024-09-11T16:45:11.268" v="389" actId="27636"/>
          <ac:spMkLst>
            <pc:docMk/>
            <pc:sldMk cId="3335721298" sldId="296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43:18.224" v="339" actId="478"/>
          <ac:picMkLst>
            <pc:docMk/>
            <pc:sldMk cId="3335721298" sldId="296"/>
            <ac:picMk id="5" creationId="{CCCEAC4E-C307-EE33-CB82-68FB67C392A3}"/>
          </ac:picMkLst>
        </pc:picChg>
      </pc:sldChg>
      <pc:sldChg chg="del">
        <pc:chgData name="Jefferson Passerini" userId="ec684a97d9b6a829" providerId="LiveId" clId="{25714716-406F-485B-A9DF-C2DB30DDD6A9}" dt="2024-09-11T16:33:49.621" v="24" actId="47"/>
        <pc:sldMkLst>
          <pc:docMk/>
          <pc:sldMk cId="3138521553" sldId="297"/>
        </pc:sldMkLst>
      </pc:sldChg>
      <pc:sldChg chg="addSp modSp add mod">
        <pc:chgData name="Jefferson Passerini" userId="ec684a97d9b6a829" providerId="LiveId" clId="{25714716-406F-485B-A9DF-C2DB30DDD6A9}" dt="2024-09-11T16:46:01.030" v="405" actId="1076"/>
        <pc:sldMkLst>
          <pc:docMk/>
          <pc:sldMk cId="4152304176" sldId="297"/>
        </pc:sldMkLst>
        <pc:spChg chg="mod">
          <ac:chgData name="Jefferson Passerini" userId="ec684a97d9b6a829" providerId="LiveId" clId="{25714716-406F-485B-A9DF-C2DB30DDD6A9}" dt="2024-09-11T16:45:57.410" v="403" actId="14100"/>
          <ac:spMkLst>
            <pc:docMk/>
            <pc:sldMk cId="4152304176" sldId="297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6:46:01.030" v="405" actId="1076"/>
          <ac:picMkLst>
            <pc:docMk/>
            <pc:sldMk cId="4152304176" sldId="297"/>
            <ac:picMk id="5" creationId="{F546837E-5C35-A32E-6734-30F7013C3432}"/>
          </ac:picMkLst>
        </pc:picChg>
      </pc:sldChg>
      <pc:sldChg chg="del">
        <pc:chgData name="Jefferson Passerini" userId="ec684a97d9b6a829" providerId="LiveId" clId="{25714716-406F-485B-A9DF-C2DB30DDD6A9}" dt="2024-09-11T16:33:49.424" v="23" actId="47"/>
        <pc:sldMkLst>
          <pc:docMk/>
          <pc:sldMk cId="2056410237" sldId="298"/>
        </pc:sldMkLst>
      </pc:sldChg>
      <pc:sldChg chg="addSp delSp modSp add mod">
        <pc:chgData name="Jefferson Passerini" userId="ec684a97d9b6a829" providerId="LiveId" clId="{25714716-406F-485B-A9DF-C2DB30DDD6A9}" dt="2024-09-11T18:25:22.551" v="1348" actId="108"/>
        <pc:sldMkLst>
          <pc:docMk/>
          <pc:sldMk cId="4016283833" sldId="298"/>
        </pc:sldMkLst>
        <pc:spChg chg="mod">
          <ac:chgData name="Jefferson Passerini" userId="ec684a97d9b6a829" providerId="LiveId" clId="{25714716-406F-485B-A9DF-C2DB30DDD6A9}" dt="2024-09-11T18:25:22.551" v="1348" actId="108"/>
          <ac:spMkLst>
            <pc:docMk/>
            <pc:sldMk cId="4016283833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25714716-406F-485B-A9DF-C2DB30DDD6A9}" dt="2024-09-11T16:48:12.736" v="427" actId="478"/>
          <ac:spMkLst>
            <pc:docMk/>
            <pc:sldMk cId="4016283833" sldId="298"/>
            <ac:spMk id="7" creationId="{5110E100-3CD2-B0CA-5809-EEC173E236F0}"/>
          </ac:spMkLst>
        </pc:spChg>
        <pc:picChg chg="del">
          <ac:chgData name="Jefferson Passerini" userId="ec684a97d9b6a829" providerId="LiveId" clId="{25714716-406F-485B-A9DF-C2DB30DDD6A9}" dt="2024-09-11T16:46:25.186" v="409" actId="478"/>
          <ac:picMkLst>
            <pc:docMk/>
            <pc:sldMk cId="4016283833" sldId="298"/>
            <ac:picMk id="5" creationId="{F546837E-5C35-A32E-6734-30F7013C3432}"/>
          </ac:picMkLst>
        </pc:picChg>
        <pc:picChg chg="add del mod">
          <ac:chgData name="Jefferson Passerini" userId="ec684a97d9b6a829" providerId="LiveId" clId="{25714716-406F-485B-A9DF-C2DB30DDD6A9}" dt="2024-09-11T18:22:22.272" v="1130" actId="21"/>
          <ac:picMkLst>
            <pc:docMk/>
            <pc:sldMk cId="4016283833" sldId="298"/>
            <ac:picMk id="6" creationId="{D4006234-A710-F9E3-021F-82D955E57A75}"/>
          </ac:picMkLst>
        </pc:picChg>
      </pc:sldChg>
      <pc:sldChg chg="del">
        <pc:chgData name="Jefferson Passerini" userId="ec684a97d9b6a829" providerId="LiveId" clId="{25714716-406F-485B-A9DF-C2DB30DDD6A9}" dt="2024-09-11T16:33:44.104" v="4" actId="47"/>
        <pc:sldMkLst>
          <pc:docMk/>
          <pc:sldMk cId="1917152091" sldId="299"/>
        </pc:sldMkLst>
      </pc:sldChg>
      <pc:sldChg chg="addSp delSp modSp add mod ord">
        <pc:chgData name="Jefferson Passerini" userId="ec684a97d9b6a829" providerId="LiveId" clId="{25714716-406F-485B-A9DF-C2DB30DDD6A9}" dt="2024-09-11T18:22:44.066" v="1140" actId="1076"/>
        <pc:sldMkLst>
          <pc:docMk/>
          <pc:sldMk cId="3807073519" sldId="299"/>
        </pc:sldMkLst>
        <pc:spChg chg="mod">
          <ac:chgData name="Jefferson Passerini" userId="ec684a97d9b6a829" providerId="LiveId" clId="{25714716-406F-485B-A9DF-C2DB30DDD6A9}" dt="2024-09-11T18:22:37.662" v="1138" actId="1076"/>
          <ac:spMkLst>
            <pc:docMk/>
            <pc:sldMk cId="3807073519" sldId="299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22:42.485" v="1139" actId="1076"/>
          <ac:picMkLst>
            <pc:docMk/>
            <pc:sldMk cId="3807073519" sldId="299"/>
            <ac:picMk id="5" creationId="{F2673515-B4CB-0CFB-8CAE-9B38B0FCF0FB}"/>
          </ac:picMkLst>
        </pc:picChg>
        <pc:picChg chg="del">
          <ac:chgData name="Jefferson Passerini" userId="ec684a97d9b6a829" providerId="LiveId" clId="{25714716-406F-485B-A9DF-C2DB30DDD6A9}" dt="2024-09-11T16:52:16.692" v="672" actId="478"/>
          <ac:picMkLst>
            <pc:docMk/>
            <pc:sldMk cId="3807073519" sldId="299"/>
            <ac:picMk id="6" creationId="{D4006234-A710-F9E3-021F-82D955E57A75}"/>
          </ac:picMkLst>
        </pc:picChg>
        <pc:picChg chg="add mod">
          <ac:chgData name="Jefferson Passerini" userId="ec684a97d9b6a829" providerId="LiveId" clId="{25714716-406F-485B-A9DF-C2DB30DDD6A9}" dt="2024-09-11T18:22:44.066" v="1140" actId="1076"/>
          <ac:picMkLst>
            <pc:docMk/>
            <pc:sldMk cId="3807073519" sldId="299"/>
            <ac:picMk id="7" creationId="{D4006234-A710-F9E3-021F-82D955E57A75}"/>
          </ac:picMkLst>
        </pc:picChg>
      </pc:sldChg>
      <pc:sldChg chg="del">
        <pc:chgData name="Jefferson Passerini" userId="ec684a97d9b6a829" providerId="LiveId" clId="{25714716-406F-485B-A9DF-C2DB30DDD6A9}" dt="2024-09-11T16:33:44.293" v="5" actId="47"/>
        <pc:sldMkLst>
          <pc:docMk/>
          <pc:sldMk cId="2851419289" sldId="300"/>
        </pc:sldMkLst>
      </pc:sldChg>
      <pc:sldChg chg="delSp modSp add mod">
        <pc:chgData name="Jefferson Passerini" userId="ec684a97d9b6a829" providerId="LiveId" clId="{25714716-406F-485B-A9DF-C2DB30DDD6A9}" dt="2024-09-11T16:56:17.869" v="1031" actId="255"/>
        <pc:sldMkLst>
          <pc:docMk/>
          <pc:sldMk cId="3070696971" sldId="300"/>
        </pc:sldMkLst>
        <pc:spChg chg="mod">
          <ac:chgData name="Jefferson Passerini" userId="ec684a97d9b6a829" providerId="LiveId" clId="{25714716-406F-485B-A9DF-C2DB30DDD6A9}" dt="2024-09-11T16:56:17.869" v="1031" actId="255"/>
          <ac:spMkLst>
            <pc:docMk/>
            <pc:sldMk cId="3070696971" sldId="300"/>
            <ac:spMk id="3" creationId="{212081E4-07F6-C689-2ACC-B6CADD634983}"/>
          </ac:spMkLst>
        </pc:spChg>
        <pc:picChg chg="del">
          <ac:chgData name="Jefferson Passerini" userId="ec684a97d9b6a829" providerId="LiveId" clId="{25714716-406F-485B-A9DF-C2DB30DDD6A9}" dt="2024-09-11T16:55:35.657" v="1009" actId="478"/>
          <ac:picMkLst>
            <pc:docMk/>
            <pc:sldMk cId="3070696971" sldId="300"/>
            <ac:picMk id="5" creationId="{F2673515-B4CB-0CFB-8CAE-9B38B0FCF0FB}"/>
          </ac:picMkLst>
        </pc:picChg>
      </pc:sldChg>
      <pc:sldChg chg="modSp add mod">
        <pc:chgData name="Jefferson Passerini" userId="ec684a97d9b6a829" providerId="LiveId" clId="{25714716-406F-485B-A9DF-C2DB30DDD6A9}" dt="2024-09-11T18:27:27.693" v="1360"/>
        <pc:sldMkLst>
          <pc:docMk/>
          <pc:sldMk cId="815991526" sldId="301"/>
        </pc:sldMkLst>
        <pc:spChg chg="mod">
          <ac:chgData name="Jefferson Passerini" userId="ec684a97d9b6a829" providerId="LiveId" clId="{25714716-406F-485B-A9DF-C2DB30DDD6A9}" dt="2024-09-11T18:27:27.693" v="1360"/>
          <ac:spMkLst>
            <pc:docMk/>
            <pc:sldMk cId="815991526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25714716-406F-485B-A9DF-C2DB30DDD6A9}" dt="2024-09-11T16:33:45.826" v="6" actId="47"/>
        <pc:sldMkLst>
          <pc:docMk/>
          <pc:sldMk cId="3749932431" sldId="301"/>
        </pc:sldMkLst>
      </pc:sldChg>
      <pc:sldChg chg="addSp delSp modSp add mod ord">
        <pc:chgData name="Jefferson Passerini" userId="ec684a97d9b6a829" providerId="LiveId" clId="{25714716-406F-485B-A9DF-C2DB30DDD6A9}" dt="2024-09-11T18:32:36.022" v="1500" actId="1076"/>
        <pc:sldMkLst>
          <pc:docMk/>
          <pc:sldMk cId="2997530366" sldId="302"/>
        </pc:sldMkLst>
        <pc:spChg chg="add mod">
          <ac:chgData name="Jefferson Passerini" userId="ec684a97d9b6a829" providerId="LiveId" clId="{25714716-406F-485B-A9DF-C2DB30DDD6A9}" dt="2024-09-11T18:30:12.007" v="1426" actId="1076"/>
          <ac:spMkLst>
            <pc:docMk/>
            <pc:sldMk cId="2997530366" sldId="302"/>
            <ac:spMk id="2" creationId="{FF2F4883-F495-39F3-A2E9-9636D63F104F}"/>
          </ac:spMkLst>
        </pc:spChg>
        <pc:spChg chg="mod">
          <ac:chgData name="Jefferson Passerini" userId="ec684a97d9b6a829" providerId="LiveId" clId="{25714716-406F-485B-A9DF-C2DB30DDD6A9}" dt="2024-09-11T18:32:32.583" v="1499" actId="20577"/>
          <ac:spMkLst>
            <pc:docMk/>
            <pc:sldMk cId="2997530366" sldId="302"/>
            <ac:spMk id="3" creationId="{212081E4-07F6-C689-2ACC-B6CADD634983}"/>
          </ac:spMkLst>
        </pc:spChg>
        <pc:picChg chg="add del">
          <ac:chgData name="Jefferson Passerini" userId="ec684a97d9b6a829" providerId="LiveId" clId="{25714716-406F-485B-A9DF-C2DB30DDD6A9}" dt="2024-09-11T18:31:07.108" v="1442" actId="478"/>
          <ac:picMkLst>
            <pc:docMk/>
            <pc:sldMk cId="2997530366" sldId="302"/>
            <ac:picMk id="6" creationId="{B86FDC29-48EF-9A24-DA9F-2398B977F721}"/>
          </ac:picMkLst>
        </pc:picChg>
        <pc:picChg chg="add mod">
          <ac:chgData name="Jefferson Passerini" userId="ec684a97d9b6a829" providerId="LiveId" clId="{25714716-406F-485B-A9DF-C2DB30DDD6A9}" dt="2024-09-11T18:32:36.022" v="1500" actId="1076"/>
          <ac:picMkLst>
            <pc:docMk/>
            <pc:sldMk cId="2997530366" sldId="302"/>
            <ac:picMk id="8" creationId="{3B9013DE-2E87-DAFD-F952-A20067632CD2}"/>
          </ac:picMkLst>
        </pc:picChg>
      </pc:sldChg>
      <pc:sldChg chg="del">
        <pc:chgData name="Jefferson Passerini" userId="ec684a97d9b6a829" providerId="LiveId" clId="{25714716-406F-485B-A9DF-C2DB30DDD6A9}" dt="2024-09-11T16:33:46.261" v="8" actId="47"/>
        <pc:sldMkLst>
          <pc:docMk/>
          <pc:sldMk cId="850080526" sldId="303"/>
        </pc:sldMkLst>
      </pc:sldChg>
      <pc:sldChg chg="addSp delSp modSp add mod">
        <pc:chgData name="Jefferson Passerini" userId="ec684a97d9b6a829" providerId="LiveId" clId="{25714716-406F-485B-A9DF-C2DB30DDD6A9}" dt="2024-09-11T18:33:24.291" v="1509" actId="14100"/>
        <pc:sldMkLst>
          <pc:docMk/>
          <pc:sldMk cId="947399859" sldId="303"/>
        </pc:sldMkLst>
        <pc:spChg chg="mod">
          <ac:chgData name="Jefferson Passerini" userId="ec684a97d9b6a829" providerId="LiveId" clId="{25714716-406F-485B-A9DF-C2DB30DDD6A9}" dt="2024-09-11T18:33:24.291" v="1509" actId="14100"/>
          <ac:spMkLst>
            <pc:docMk/>
            <pc:sldMk cId="947399859" sldId="303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33:21.844" v="1508" actId="1076"/>
          <ac:picMkLst>
            <pc:docMk/>
            <pc:sldMk cId="947399859" sldId="303"/>
            <ac:picMk id="6" creationId="{458661AF-F95D-7FA0-6C69-0977EB515FF4}"/>
          </ac:picMkLst>
        </pc:picChg>
        <pc:picChg chg="del mod">
          <ac:chgData name="Jefferson Passerini" userId="ec684a97d9b6a829" providerId="LiveId" clId="{25714716-406F-485B-A9DF-C2DB30DDD6A9}" dt="2024-09-11T18:32:41.544" v="1501" actId="478"/>
          <ac:picMkLst>
            <pc:docMk/>
            <pc:sldMk cId="947399859" sldId="303"/>
            <ac:picMk id="8" creationId="{3B9013DE-2E87-DAFD-F952-A20067632CD2}"/>
          </ac:picMkLst>
        </pc:picChg>
      </pc:sldChg>
      <pc:sldChg chg="modSp add mod">
        <pc:chgData name="Jefferson Passerini" userId="ec684a97d9b6a829" providerId="LiveId" clId="{25714716-406F-485B-A9DF-C2DB30DDD6A9}" dt="2024-09-11T18:35:42.421" v="1549" actId="27636"/>
        <pc:sldMkLst>
          <pc:docMk/>
          <pc:sldMk cId="66610510" sldId="304"/>
        </pc:sldMkLst>
        <pc:spChg chg="mod">
          <ac:chgData name="Jefferson Passerini" userId="ec684a97d9b6a829" providerId="LiveId" clId="{25714716-406F-485B-A9DF-C2DB30DDD6A9}" dt="2024-09-11T18:35:42.421" v="1549" actId="27636"/>
          <ac:spMkLst>
            <pc:docMk/>
            <pc:sldMk cId="66610510" sldId="304"/>
            <ac:spMk id="3" creationId="{212081E4-07F6-C689-2ACC-B6CADD634983}"/>
          </ac:spMkLst>
        </pc:spChg>
        <pc:picChg chg="ord">
          <ac:chgData name="Jefferson Passerini" userId="ec684a97d9b6a829" providerId="LiveId" clId="{25714716-406F-485B-A9DF-C2DB30DDD6A9}" dt="2024-09-11T18:34:22.881" v="1521" actId="167"/>
          <ac:picMkLst>
            <pc:docMk/>
            <pc:sldMk cId="66610510" sldId="304"/>
            <ac:picMk id="6" creationId="{458661AF-F95D-7FA0-6C69-0977EB515FF4}"/>
          </ac:picMkLst>
        </pc:picChg>
      </pc:sldChg>
      <pc:sldChg chg="del">
        <pc:chgData name="Jefferson Passerini" userId="ec684a97d9b6a829" providerId="LiveId" clId="{25714716-406F-485B-A9DF-C2DB30DDD6A9}" dt="2024-09-11T16:33:46.452" v="9" actId="47"/>
        <pc:sldMkLst>
          <pc:docMk/>
          <pc:sldMk cId="602743210" sldId="305"/>
        </pc:sldMkLst>
      </pc:sldChg>
      <pc:sldChg chg="addSp delSp modSp add mod ord">
        <pc:chgData name="Jefferson Passerini" userId="ec684a97d9b6a829" providerId="LiveId" clId="{25714716-406F-485B-A9DF-C2DB30DDD6A9}" dt="2024-09-11T18:38:30.286" v="1625" actId="20577"/>
        <pc:sldMkLst>
          <pc:docMk/>
          <pc:sldMk cId="1708054680" sldId="305"/>
        </pc:sldMkLst>
        <pc:spChg chg="mod">
          <ac:chgData name="Jefferson Passerini" userId="ec684a97d9b6a829" providerId="LiveId" clId="{25714716-406F-485B-A9DF-C2DB30DDD6A9}" dt="2024-09-11T18:36:39.461" v="1592" actId="20577"/>
          <ac:spMkLst>
            <pc:docMk/>
            <pc:sldMk cId="1708054680" sldId="305"/>
            <ac:spMk id="2" creationId="{FF2F4883-F495-39F3-A2E9-9636D63F104F}"/>
          </ac:spMkLst>
        </pc:spChg>
        <pc:spChg chg="mod">
          <ac:chgData name="Jefferson Passerini" userId="ec684a97d9b6a829" providerId="LiveId" clId="{25714716-406F-485B-A9DF-C2DB30DDD6A9}" dt="2024-09-11T18:38:30.286" v="1625" actId="20577"/>
          <ac:spMkLst>
            <pc:docMk/>
            <pc:sldMk cId="1708054680" sldId="305"/>
            <ac:spMk id="3" creationId="{212081E4-07F6-C689-2ACC-B6CADD634983}"/>
          </ac:spMkLst>
        </pc:spChg>
        <pc:picChg chg="add del mod">
          <ac:chgData name="Jefferson Passerini" userId="ec684a97d9b6a829" providerId="LiveId" clId="{25714716-406F-485B-A9DF-C2DB30DDD6A9}" dt="2024-09-11T18:37:52.172" v="1607" actId="478"/>
          <ac:picMkLst>
            <pc:docMk/>
            <pc:sldMk cId="1708054680" sldId="305"/>
            <ac:picMk id="6" creationId="{552523CD-D0FB-7F5A-F501-36EC7F5E6BB3}"/>
          </ac:picMkLst>
        </pc:picChg>
        <pc:picChg chg="del">
          <ac:chgData name="Jefferson Passerini" userId="ec684a97d9b6a829" providerId="LiveId" clId="{25714716-406F-485B-A9DF-C2DB30DDD6A9}" dt="2024-09-11T18:36:55.142" v="1593" actId="478"/>
          <ac:picMkLst>
            <pc:docMk/>
            <pc:sldMk cId="1708054680" sldId="305"/>
            <ac:picMk id="8" creationId="{3B9013DE-2E87-DAFD-F952-A20067632CD2}"/>
          </ac:picMkLst>
        </pc:picChg>
        <pc:picChg chg="add mod">
          <ac:chgData name="Jefferson Passerini" userId="ec684a97d9b6a829" providerId="LiveId" clId="{25714716-406F-485B-A9DF-C2DB30DDD6A9}" dt="2024-09-11T18:38:04.263" v="1609" actId="1076"/>
          <ac:picMkLst>
            <pc:docMk/>
            <pc:sldMk cId="1708054680" sldId="305"/>
            <ac:picMk id="9" creationId="{72A936B8-6F63-9980-6080-579FEADFDF40}"/>
          </ac:picMkLst>
        </pc:picChg>
      </pc:sldChg>
      <pc:sldChg chg="modSp add mod">
        <pc:chgData name="Jefferson Passerini" userId="ec684a97d9b6a829" providerId="LiveId" clId="{25714716-406F-485B-A9DF-C2DB30DDD6A9}" dt="2024-09-11T18:39:34.613" v="1634" actId="20577"/>
        <pc:sldMkLst>
          <pc:docMk/>
          <pc:sldMk cId="752203643" sldId="306"/>
        </pc:sldMkLst>
        <pc:spChg chg="mod">
          <ac:chgData name="Jefferson Passerini" userId="ec684a97d9b6a829" providerId="LiveId" clId="{25714716-406F-485B-A9DF-C2DB30DDD6A9}" dt="2024-09-11T18:39:34.613" v="1634" actId="20577"/>
          <ac:spMkLst>
            <pc:docMk/>
            <pc:sldMk cId="752203643" sldId="306"/>
            <ac:spMk id="3" creationId="{212081E4-07F6-C689-2ACC-B6CADD634983}"/>
          </ac:spMkLst>
        </pc:spChg>
        <pc:picChg chg="mod">
          <ac:chgData name="Jefferson Passerini" userId="ec684a97d9b6a829" providerId="LiveId" clId="{25714716-406F-485B-A9DF-C2DB30DDD6A9}" dt="2024-09-11T18:39:32.830" v="1633" actId="1076"/>
          <ac:picMkLst>
            <pc:docMk/>
            <pc:sldMk cId="752203643" sldId="306"/>
            <ac:picMk id="9" creationId="{72A936B8-6F63-9980-6080-579FEADFDF40}"/>
          </ac:picMkLst>
        </pc:picChg>
      </pc:sldChg>
      <pc:sldChg chg="del">
        <pc:chgData name="Jefferson Passerini" userId="ec684a97d9b6a829" providerId="LiveId" clId="{25714716-406F-485B-A9DF-C2DB30DDD6A9}" dt="2024-09-11T16:33:46.692" v="10" actId="47"/>
        <pc:sldMkLst>
          <pc:docMk/>
          <pc:sldMk cId="3814906623" sldId="306"/>
        </pc:sldMkLst>
      </pc:sldChg>
      <pc:sldChg chg="del">
        <pc:chgData name="Jefferson Passerini" userId="ec684a97d9b6a829" providerId="LiveId" clId="{25714716-406F-485B-A9DF-C2DB30DDD6A9}" dt="2024-09-11T16:33:46.888" v="11" actId="47"/>
        <pc:sldMkLst>
          <pc:docMk/>
          <pc:sldMk cId="2886338390" sldId="307"/>
        </pc:sldMkLst>
      </pc:sldChg>
      <pc:sldChg chg="addSp delSp modSp add mod">
        <pc:chgData name="Jefferson Passerini" userId="ec684a97d9b6a829" providerId="LiveId" clId="{25714716-406F-485B-A9DF-C2DB30DDD6A9}" dt="2024-09-11T18:40:41.438" v="1735" actId="20577"/>
        <pc:sldMkLst>
          <pc:docMk/>
          <pc:sldMk cId="3932724321" sldId="307"/>
        </pc:sldMkLst>
        <pc:spChg chg="mod">
          <ac:chgData name="Jefferson Passerini" userId="ec684a97d9b6a829" providerId="LiveId" clId="{25714716-406F-485B-A9DF-C2DB30DDD6A9}" dt="2024-09-11T18:40:41.438" v="1735" actId="20577"/>
          <ac:spMkLst>
            <pc:docMk/>
            <pc:sldMk cId="3932724321" sldId="307"/>
            <ac:spMk id="3" creationId="{212081E4-07F6-C689-2ACC-B6CADD634983}"/>
          </ac:spMkLst>
        </pc:spChg>
        <pc:picChg chg="add mod">
          <ac:chgData name="Jefferson Passerini" userId="ec684a97d9b6a829" providerId="LiveId" clId="{25714716-406F-485B-A9DF-C2DB30DDD6A9}" dt="2024-09-11T18:40:09.416" v="1641" actId="14100"/>
          <ac:picMkLst>
            <pc:docMk/>
            <pc:sldMk cId="3932724321" sldId="307"/>
            <ac:picMk id="6" creationId="{BA884E8D-983F-1016-C5C1-0AE824C7116C}"/>
          </ac:picMkLst>
        </pc:picChg>
        <pc:picChg chg="del">
          <ac:chgData name="Jefferson Passerini" userId="ec684a97d9b6a829" providerId="LiveId" clId="{25714716-406F-485B-A9DF-C2DB30DDD6A9}" dt="2024-09-11T18:39:44.285" v="1636" actId="478"/>
          <ac:picMkLst>
            <pc:docMk/>
            <pc:sldMk cId="3932724321" sldId="307"/>
            <ac:picMk id="9" creationId="{72A936B8-6F63-9980-6080-579FEADFDF40}"/>
          </ac:picMkLst>
        </pc:picChg>
      </pc:sldChg>
      <pc:sldChg chg="del">
        <pc:chgData name="Jefferson Passerini" userId="ec684a97d9b6a829" providerId="LiveId" clId="{25714716-406F-485B-A9DF-C2DB30DDD6A9}" dt="2024-09-11T16:33:47.127" v="12" actId="47"/>
        <pc:sldMkLst>
          <pc:docMk/>
          <pc:sldMk cId="2087366521" sldId="308"/>
        </pc:sldMkLst>
      </pc:sldChg>
      <pc:sldChg chg="addSp modSp add mod">
        <pc:chgData name="Jefferson Passerini" userId="ec684a97d9b6a829" providerId="LiveId" clId="{25714716-406F-485B-A9DF-C2DB30DDD6A9}" dt="2024-09-11T18:44:03.335" v="1841" actId="1076"/>
        <pc:sldMkLst>
          <pc:docMk/>
          <pc:sldMk cId="3604518921" sldId="308"/>
        </pc:sldMkLst>
        <pc:spChg chg="mod">
          <ac:chgData name="Jefferson Passerini" userId="ec684a97d9b6a829" providerId="LiveId" clId="{25714716-406F-485B-A9DF-C2DB30DDD6A9}" dt="2024-09-11T18:43:04.524" v="1828" actId="114"/>
          <ac:spMkLst>
            <pc:docMk/>
            <pc:sldMk cId="3604518921" sldId="308"/>
            <ac:spMk id="3" creationId="{212081E4-07F6-C689-2ACC-B6CADD634983}"/>
          </ac:spMkLst>
        </pc:spChg>
        <pc:spChg chg="add mod">
          <ac:chgData name="Jefferson Passerini" userId="ec684a97d9b6a829" providerId="LiveId" clId="{25714716-406F-485B-A9DF-C2DB30DDD6A9}" dt="2024-09-11T18:44:00.711" v="1840" actId="1582"/>
          <ac:spMkLst>
            <pc:docMk/>
            <pc:sldMk cId="3604518921" sldId="308"/>
            <ac:spMk id="10" creationId="{08553236-CF8C-0C0E-1B0B-443328716A3C}"/>
          </ac:spMkLst>
        </pc:spChg>
        <pc:picChg chg="mod">
          <ac:chgData name="Jefferson Passerini" userId="ec684a97d9b6a829" providerId="LiveId" clId="{25714716-406F-485B-A9DF-C2DB30DDD6A9}" dt="2024-09-11T18:43:16.277" v="1832" actId="14100"/>
          <ac:picMkLst>
            <pc:docMk/>
            <pc:sldMk cId="3604518921" sldId="308"/>
            <ac:picMk id="6" creationId="{BA884E8D-983F-1016-C5C1-0AE824C7116C}"/>
          </ac:picMkLst>
        </pc:picChg>
        <pc:picChg chg="add mod">
          <ac:chgData name="Jefferson Passerini" userId="ec684a97d9b6a829" providerId="LiveId" clId="{25714716-406F-485B-A9DF-C2DB30DDD6A9}" dt="2024-09-11T18:44:03.335" v="1841" actId="1076"/>
          <ac:picMkLst>
            <pc:docMk/>
            <pc:sldMk cId="3604518921" sldId="308"/>
            <ac:picMk id="7" creationId="{F3BF1E28-59C7-0D56-1A7B-9C7D27444227}"/>
          </ac:picMkLst>
        </pc:picChg>
        <pc:picChg chg="add mod">
          <ac:chgData name="Jefferson Passerini" userId="ec684a97d9b6a829" providerId="LiveId" clId="{25714716-406F-485B-A9DF-C2DB30DDD6A9}" dt="2024-09-11T18:43:45.600" v="1836" actId="1076"/>
          <ac:picMkLst>
            <pc:docMk/>
            <pc:sldMk cId="3604518921" sldId="308"/>
            <ac:picMk id="9" creationId="{FC47F6DE-2F1B-C2DB-19A3-C8BEB5FD496D}"/>
          </ac:picMkLst>
        </pc:picChg>
      </pc:sldChg>
      <pc:sldChg chg="del">
        <pc:chgData name="Jefferson Passerini" userId="ec684a97d9b6a829" providerId="LiveId" clId="{25714716-406F-485B-A9DF-C2DB30DDD6A9}" dt="2024-09-11T16:33:47.364" v="13" actId="47"/>
        <pc:sldMkLst>
          <pc:docMk/>
          <pc:sldMk cId="2661560227" sldId="309"/>
        </pc:sldMkLst>
      </pc:sldChg>
      <pc:sldChg chg="addSp delSp modSp add mod">
        <pc:chgData name="Jefferson Passerini" userId="ec684a97d9b6a829" providerId="LiveId" clId="{25714716-406F-485B-A9DF-C2DB30DDD6A9}" dt="2024-09-11T18:52:27.210" v="2040" actId="6549"/>
        <pc:sldMkLst>
          <pc:docMk/>
          <pc:sldMk cId="4089866600" sldId="309"/>
        </pc:sldMkLst>
        <pc:spChg chg="mod">
          <ac:chgData name="Jefferson Passerini" userId="ec684a97d9b6a829" providerId="LiveId" clId="{25714716-406F-485B-A9DF-C2DB30DDD6A9}" dt="2024-09-11T18:52:27.210" v="2040" actId="6549"/>
          <ac:spMkLst>
            <pc:docMk/>
            <pc:sldMk cId="4089866600" sldId="309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8:45:51.812" v="1937" actId="14100"/>
          <ac:spMkLst>
            <pc:docMk/>
            <pc:sldMk cId="4089866600" sldId="309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8:45:02.199" v="1930" actId="478"/>
          <ac:picMkLst>
            <pc:docMk/>
            <pc:sldMk cId="4089866600" sldId="309"/>
            <ac:picMk id="7" creationId="{F3BF1E28-59C7-0D56-1A7B-9C7D27444227}"/>
          </ac:picMkLst>
        </pc:picChg>
        <pc:picChg chg="add mod">
          <ac:chgData name="Jefferson Passerini" userId="ec684a97d9b6a829" providerId="LiveId" clId="{25714716-406F-485B-A9DF-C2DB30DDD6A9}" dt="2024-09-11T18:45:34.069" v="1934" actId="1076"/>
          <ac:picMkLst>
            <pc:docMk/>
            <pc:sldMk cId="4089866600" sldId="309"/>
            <ac:picMk id="8" creationId="{D73B9A8E-D22A-B3D4-9728-A7E57CD8D80C}"/>
          </ac:picMkLst>
        </pc:picChg>
        <pc:picChg chg="del">
          <ac:chgData name="Jefferson Passerini" userId="ec684a97d9b6a829" providerId="LiveId" clId="{25714716-406F-485B-A9DF-C2DB30DDD6A9}" dt="2024-09-11T18:44:56.778" v="1929" actId="478"/>
          <ac:picMkLst>
            <pc:docMk/>
            <pc:sldMk cId="4089866600" sldId="309"/>
            <ac:picMk id="9" creationId="{FC47F6DE-2F1B-C2DB-19A3-C8BEB5FD496D}"/>
          </ac:picMkLst>
        </pc:picChg>
        <pc:picChg chg="add mod">
          <ac:chgData name="Jefferson Passerini" userId="ec684a97d9b6a829" providerId="LiveId" clId="{25714716-406F-485B-A9DF-C2DB30DDD6A9}" dt="2024-09-11T18:52:01.614" v="1943" actId="1076"/>
          <ac:picMkLst>
            <pc:docMk/>
            <pc:sldMk cId="4089866600" sldId="309"/>
            <ac:picMk id="12" creationId="{113A4F3A-A166-9F13-9016-26BD1F256891}"/>
          </ac:picMkLst>
        </pc:picChg>
      </pc:sldChg>
      <pc:sldChg chg="del">
        <pc:chgData name="Jefferson Passerini" userId="ec684a97d9b6a829" providerId="LiveId" clId="{25714716-406F-485B-A9DF-C2DB30DDD6A9}" dt="2024-09-11T16:33:47.795" v="15" actId="47"/>
        <pc:sldMkLst>
          <pc:docMk/>
          <pc:sldMk cId="1704083726" sldId="310"/>
        </pc:sldMkLst>
      </pc:sldChg>
      <pc:sldChg chg="addSp delSp modSp add mod">
        <pc:chgData name="Jefferson Passerini" userId="ec684a97d9b6a829" providerId="LiveId" clId="{25714716-406F-485B-A9DF-C2DB30DDD6A9}" dt="2024-09-11T18:54:06.920" v="2069" actId="20577"/>
        <pc:sldMkLst>
          <pc:docMk/>
          <pc:sldMk cId="2017387116" sldId="310"/>
        </pc:sldMkLst>
        <pc:spChg chg="add mod">
          <ac:chgData name="Jefferson Passerini" userId="ec684a97d9b6a829" providerId="LiveId" clId="{25714716-406F-485B-A9DF-C2DB30DDD6A9}" dt="2024-09-11T18:54:06.920" v="2069" actId="20577"/>
          <ac:spMkLst>
            <pc:docMk/>
            <pc:sldMk cId="2017387116" sldId="310"/>
            <ac:spMk id="9" creationId="{FF71E17E-DF62-1F81-108D-1EB9359DBF0A}"/>
          </ac:spMkLst>
        </pc:spChg>
        <pc:picChg chg="add mod">
          <ac:chgData name="Jefferson Passerini" userId="ec684a97d9b6a829" providerId="LiveId" clId="{25714716-406F-485B-A9DF-C2DB30DDD6A9}" dt="2024-09-11T18:53:22.623" v="2049" actId="1076"/>
          <ac:picMkLst>
            <pc:docMk/>
            <pc:sldMk cId="2017387116" sldId="310"/>
            <ac:picMk id="7" creationId="{C77454EC-DD1A-5B84-3D68-D6624D065744}"/>
          </ac:picMkLst>
        </pc:picChg>
        <pc:picChg chg="del">
          <ac:chgData name="Jefferson Passerini" userId="ec684a97d9b6a829" providerId="LiveId" clId="{25714716-406F-485B-A9DF-C2DB30DDD6A9}" dt="2024-09-11T18:52:32.964" v="2042" actId="478"/>
          <ac:picMkLst>
            <pc:docMk/>
            <pc:sldMk cId="2017387116" sldId="310"/>
            <ac:picMk id="12" creationId="{113A4F3A-A166-9F13-9016-26BD1F256891}"/>
          </ac:picMkLst>
        </pc:picChg>
      </pc:sldChg>
      <pc:sldChg chg="del">
        <pc:chgData name="Jefferson Passerini" userId="ec684a97d9b6a829" providerId="LiveId" clId="{25714716-406F-485B-A9DF-C2DB30DDD6A9}" dt="2024-09-11T16:33:47.555" v="14" actId="47"/>
        <pc:sldMkLst>
          <pc:docMk/>
          <pc:sldMk cId="3191783045" sldId="311"/>
        </pc:sldMkLst>
      </pc:sldChg>
      <pc:sldChg chg="addSp delSp modSp add mod">
        <pc:chgData name="Jefferson Passerini" userId="ec684a97d9b6a829" providerId="LiveId" clId="{25714716-406F-485B-A9DF-C2DB30DDD6A9}" dt="2024-09-11T18:57:11.564" v="2174" actId="1076"/>
        <pc:sldMkLst>
          <pc:docMk/>
          <pc:sldMk cId="4092738751" sldId="311"/>
        </pc:sldMkLst>
        <pc:spChg chg="mod">
          <ac:chgData name="Jefferson Passerini" userId="ec684a97d9b6a829" providerId="LiveId" clId="{25714716-406F-485B-A9DF-C2DB30DDD6A9}" dt="2024-09-11T18:55:55.152" v="2163" actId="20577"/>
          <ac:spMkLst>
            <pc:docMk/>
            <pc:sldMk cId="4092738751" sldId="311"/>
            <ac:spMk id="3" creationId="{212081E4-07F6-C689-2ACC-B6CADD634983}"/>
          </ac:spMkLst>
        </pc:spChg>
        <pc:spChg chg="del">
          <ac:chgData name="Jefferson Passerini" userId="ec684a97d9b6a829" providerId="LiveId" clId="{25714716-406F-485B-A9DF-C2DB30DDD6A9}" dt="2024-09-11T18:55:21.264" v="2071" actId="478"/>
          <ac:spMkLst>
            <pc:docMk/>
            <pc:sldMk cId="4092738751" sldId="311"/>
            <ac:spMk id="9" creationId="{FF71E17E-DF62-1F81-108D-1EB9359DBF0A}"/>
          </ac:spMkLst>
        </pc:spChg>
        <pc:spChg chg="mod">
          <ac:chgData name="Jefferson Passerini" userId="ec684a97d9b6a829" providerId="LiveId" clId="{25714716-406F-485B-A9DF-C2DB30DDD6A9}" dt="2024-09-11T18:56:04.192" v="2166" actId="14100"/>
          <ac:spMkLst>
            <pc:docMk/>
            <pc:sldMk cId="4092738751" sldId="311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8:56:55.356" v="2168" actId="478"/>
          <ac:picMkLst>
            <pc:docMk/>
            <pc:sldMk cId="4092738751" sldId="311"/>
            <ac:picMk id="7" creationId="{C77454EC-DD1A-5B84-3D68-D6624D065744}"/>
          </ac:picMkLst>
        </pc:picChg>
        <pc:picChg chg="del">
          <ac:chgData name="Jefferson Passerini" userId="ec684a97d9b6a829" providerId="LiveId" clId="{25714716-406F-485B-A9DF-C2DB30DDD6A9}" dt="2024-09-11T18:56:06.034" v="2167" actId="478"/>
          <ac:picMkLst>
            <pc:docMk/>
            <pc:sldMk cId="4092738751" sldId="311"/>
            <ac:picMk id="8" creationId="{D73B9A8E-D22A-B3D4-9728-A7E57CD8D80C}"/>
          </ac:picMkLst>
        </pc:picChg>
        <pc:picChg chg="add mod">
          <ac:chgData name="Jefferson Passerini" userId="ec684a97d9b6a829" providerId="LiveId" clId="{25714716-406F-485B-A9DF-C2DB30DDD6A9}" dt="2024-09-11T18:56:59.915" v="2172" actId="1076"/>
          <ac:picMkLst>
            <pc:docMk/>
            <pc:sldMk cId="4092738751" sldId="311"/>
            <ac:picMk id="11" creationId="{C1B8A134-F8D2-DE85-5BA3-95086190C00C}"/>
          </ac:picMkLst>
        </pc:picChg>
        <pc:picChg chg="add mod">
          <ac:chgData name="Jefferson Passerini" userId="ec684a97d9b6a829" providerId="LiveId" clId="{25714716-406F-485B-A9DF-C2DB30DDD6A9}" dt="2024-09-11T18:57:11.564" v="2174" actId="1076"/>
          <ac:picMkLst>
            <pc:docMk/>
            <pc:sldMk cId="4092738751" sldId="311"/>
            <ac:picMk id="13" creationId="{09C108BC-4CDD-EBA0-573C-C28BE59178FC}"/>
          </ac:picMkLst>
        </pc:picChg>
      </pc:sldChg>
      <pc:sldChg chg="del">
        <pc:chgData name="Jefferson Passerini" userId="ec684a97d9b6a829" providerId="LiveId" clId="{25714716-406F-485B-A9DF-C2DB30DDD6A9}" dt="2024-09-11T16:33:47.987" v="16" actId="47"/>
        <pc:sldMkLst>
          <pc:docMk/>
          <pc:sldMk cId="502319227" sldId="312"/>
        </pc:sldMkLst>
      </pc:sldChg>
      <pc:sldChg chg="addSp delSp modSp add mod">
        <pc:chgData name="Jefferson Passerini" userId="ec684a97d9b6a829" providerId="LiveId" clId="{25714716-406F-485B-A9DF-C2DB30DDD6A9}" dt="2024-09-11T19:05:26.605" v="2267" actId="1076"/>
        <pc:sldMkLst>
          <pc:docMk/>
          <pc:sldMk cId="1502425709" sldId="312"/>
        </pc:sldMkLst>
        <pc:spChg chg="mod">
          <ac:chgData name="Jefferson Passerini" userId="ec684a97d9b6a829" providerId="LiveId" clId="{25714716-406F-485B-A9DF-C2DB30DDD6A9}" dt="2024-09-11T18:57:32.739" v="2246" actId="20577"/>
          <ac:spMkLst>
            <pc:docMk/>
            <pc:sldMk cId="1502425709" sldId="312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8:57:38.859" v="2248" actId="14100"/>
          <ac:spMkLst>
            <pc:docMk/>
            <pc:sldMk cId="1502425709" sldId="312"/>
            <ac:spMk id="10" creationId="{08553236-CF8C-0C0E-1B0B-443328716A3C}"/>
          </ac:spMkLst>
        </pc:spChg>
        <pc:picChg chg="add mod">
          <ac:chgData name="Jefferson Passerini" userId="ec684a97d9b6a829" providerId="LiveId" clId="{25714716-406F-485B-A9DF-C2DB30DDD6A9}" dt="2024-09-11T19:04:30.912" v="2255" actId="1076"/>
          <ac:picMkLst>
            <pc:docMk/>
            <pc:sldMk cId="1502425709" sldId="312"/>
            <ac:picMk id="7" creationId="{BE6C0326-AB6A-D277-2E03-0C7E18071A2C}"/>
          </ac:picMkLst>
        </pc:picChg>
        <pc:picChg chg="add mod">
          <ac:chgData name="Jefferson Passerini" userId="ec684a97d9b6a829" providerId="LiveId" clId="{25714716-406F-485B-A9DF-C2DB30DDD6A9}" dt="2024-09-11T19:05:26.605" v="2267" actId="1076"/>
          <ac:picMkLst>
            <pc:docMk/>
            <pc:sldMk cId="1502425709" sldId="312"/>
            <ac:picMk id="9" creationId="{DCE9EFB9-AE3A-8A61-8A2C-0EEF0B73C4C4}"/>
          </ac:picMkLst>
        </pc:picChg>
        <pc:picChg chg="del">
          <ac:chgData name="Jefferson Passerini" userId="ec684a97d9b6a829" providerId="LiveId" clId="{25714716-406F-485B-A9DF-C2DB30DDD6A9}" dt="2024-09-11T18:57:41.366" v="2249" actId="478"/>
          <ac:picMkLst>
            <pc:docMk/>
            <pc:sldMk cId="1502425709" sldId="312"/>
            <ac:picMk id="11" creationId="{C1B8A134-F8D2-DE85-5BA3-95086190C00C}"/>
          </ac:picMkLst>
        </pc:picChg>
        <pc:picChg chg="del">
          <ac:chgData name="Jefferson Passerini" userId="ec684a97d9b6a829" providerId="LiveId" clId="{25714716-406F-485B-A9DF-C2DB30DDD6A9}" dt="2024-09-11T18:57:42.708" v="2250" actId="478"/>
          <ac:picMkLst>
            <pc:docMk/>
            <pc:sldMk cId="1502425709" sldId="312"/>
            <ac:picMk id="13" creationId="{09C108BC-4CDD-EBA0-573C-C28BE59178FC}"/>
          </ac:picMkLst>
        </pc:picChg>
      </pc:sldChg>
      <pc:sldChg chg="addSp delSp modSp add mod">
        <pc:chgData name="Jefferson Passerini" userId="ec684a97d9b6a829" providerId="LiveId" clId="{25714716-406F-485B-A9DF-C2DB30DDD6A9}" dt="2024-09-11T19:07:03.465" v="2296" actId="14100"/>
        <pc:sldMkLst>
          <pc:docMk/>
          <pc:sldMk cId="1982594858" sldId="313"/>
        </pc:sldMkLst>
        <pc:spChg chg="add mod">
          <ac:chgData name="Jefferson Passerini" userId="ec684a97d9b6a829" providerId="LiveId" clId="{25714716-406F-485B-A9DF-C2DB30DDD6A9}" dt="2024-09-11T19:07:03.465" v="2296" actId="14100"/>
          <ac:spMkLst>
            <pc:docMk/>
            <pc:sldMk cId="1982594858" sldId="313"/>
            <ac:spMk id="12" creationId="{F291271D-7290-D565-EE0C-B87EE1D33490}"/>
          </ac:spMkLst>
        </pc:spChg>
        <pc:picChg chg="del">
          <ac:chgData name="Jefferson Passerini" userId="ec684a97d9b6a829" providerId="LiveId" clId="{25714716-406F-485B-A9DF-C2DB30DDD6A9}" dt="2024-09-11T19:04:35.337" v="2257" actId="478"/>
          <ac:picMkLst>
            <pc:docMk/>
            <pc:sldMk cId="1982594858" sldId="313"/>
            <ac:picMk id="7" creationId="{BE6C0326-AB6A-D277-2E03-0C7E18071A2C}"/>
          </ac:picMkLst>
        </pc:picChg>
        <pc:picChg chg="add mod">
          <ac:chgData name="Jefferson Passerini" userId="ec684a97d9b6a829" providerId="LiveId" clId="{25714716-406F-485B-A9DF-C2DB30DDD6A9}" dt="2024-09-11T19:05:01.556" v="2263" actId="14100"/>
          <ac:picMkLst>
            <pc:docMk/>
            <pc:sldMk cId="1982594858" sldId="313"/>
            <ac:picMk id="8" creationId="{9C134EE6-D54A-E260-011C-49985359B283}"/>
          </ac:picMkLst>
        </pc:picChg>
        <pc:picChg chg="add mod">
          <ac:chgData name="Jefferson Passerini" userId="ec684a97d9b6a829" providerId="LiveId" clId="{25714716-406F-485B-A9DF-C2DB30DDD6A9}" dt="2024-09-11T19:05:20.631" v="2265" actId="1076"/>
          <ac:picMkLst>
            <pc:docMk/>
            <pc:sldMk cId="1982594858" sldId="313"/>
            <ac:picMk id="11" creationId="{8FD0BAEB-B5CF-A6DB-2D1C-A21F2F86431E}"/>
          </ac:picMkLst>
        </pc:picChg>
      </pc:sldChg>
      <pc:sldChg chg="del">
        <pc:chgData name="Jefferson Passerini" userId="ec684a97d9b6a829" providerId="LiveId" clId="{25714716-406F-485B-A9DF-C2DB30DDD6A9}" dt="2024-09-11T16:33:48.230" v="17" actId="47"/>
        <pc:sldMkLst>
          <pc:docMk/>
          <pc:sldMk cId="2538132569" sldId="313"/>
        </pc:sldMkLst>
      </pc:sldChg>
      <pc:sldChg chg="del">
        <pc:chgData name="Jefferson Passerini" userId="ec684a97d9b6a829" providerId="LiveId" clId="{25714716-406F-485B-A9DF-C2DB30DDD6A9}" dt="2024-09-11T16:33:48.419" v="18" actId="47"/>
        <pc:sldMkLst>
          <pc:docMk/>
          <pc:sldMk cId="561818475" sldId="314"/>
        </pc:sldMkLst>
      </pc:sldChg>
      <pc:sldChg chg="addSp delSp modSp add mod">
        <pc:chgData name="Jefferson Passerini" userId="ec684a97d9b6a829" providerId="LiveId" clId="{25714716-406F-485B-A9DF-C2DB30DDD6A9}" dt="2024-09-11T19:34:14.666" v="2403" actId="1076"/>
        <pc:sldMkLst>
          <pc:docMk/>
          <pc:sldMk cId="1050570240" sldId="314"/>
        </pc:sldMkLst>
        <pc:spChg chg="mod">
          <ac:chgData name="Jefferson Passerini" userId="ec684a97d9b6a829" providerId="LiveId" clId="{25714716-406F-485B-A9DF-C2DB30DDD6A9}" dt="2024-09-11T19:07:26.847" v="2356" actId="20577"/>
          <ac:spMkLst>
            <pc:docMk/>
            <pc:sldMk cId="1050570240" sldId="314"/>
            <ac:spMk id="3" creationId="{212081E4-07F6-C689-2ACC-B6CADD634983}"/>
          </ac:spMkLst>
        </pc:spChg>
        <pc:spChg chg="mod">
          <ac:chgData name="Jefferson Passerini" userId="ec684a97d9b6a829" providerId="LiveId" clId="{25714716-406F-485B-A9DF-C2DB30DDD6A9}" dt="2024-09-11T19:07:40.865" v="2362" actId="14100"/>
          <ac:spMkLst>
            <pc:docMk/>
            <pc:sldMk cId="1050570240" sldId="314"/>
            <ac:spMk id="10" creationId="{08553236-CF8C-0C0E-1B0B-443328716A3C}"/>
          </ac:spMkLst>
        </pc:spChg>
        <pc:spChg chg="del">
          <ac:chgData name="Jefferson Passerini" userId="ec684a97d9b6a829" providerId="LiveId" clId="{25714716-406F-485B-A9DF-C2DB30DDD6A9}" dt="2024-09-11T19:07:30.249" v="2357" actId="478"/>
          <ac:spMkLst>
            <pc:docMk/>
            <pc:sldMk cId="1050570240" sldId="314"/>
            <ac:spMk id="12" creationId="{F291271D-7290-D565-EE0C-B87EE1D33490}"/>
          </ac:spMkLst>
        </pc:spChg>
        <pc:picChg chg="add del mod">
          <ac:chgData name="Jefferson Passerini" userId="ec684a97d9b6a829" providerId="LiveId" clId="{25714716-406F-485B-A9DF-C2DB30DDD6A9}" dt="2024-09-11T19:33:22.825" v="2389" actId="478"/>
          <ac:picMkLst>
            <pc:docMk/>
            <pc:sldMk cId="1050570240" sldId="314"/>
            <ac:picMk id="7" creationId="{C080F4DF-4417-8FC7-E1D4-D7198459BD4E}"/>
          </ac:picMkLst>
        </pc:picChg>
        <pc:picChg chg="del">
          <ac:chgData name="Jefferson Passerini" userId="ec684a97d9b6a829" providerId="LiveId" clId="{25714716-406F-485B-A9DF-C2DB30DDD6A9}" dt="2024-09-11T19:07:30.923" v="2358" actId="478"/>
          <ac:picMkLst>
            <pc:docMk/>
            <pc:sldMk cId="1050570240" sldId="314"/>
            <ac:picMk id="8" creationId="{9C134EE6-D54A-E260-011C-49985359B283}"/>
          </ac:picMkLst>
        </pc:picChg>
        <pc:picChg chg="del">
          <ac:chgData name="Jefferson Passerini" userId="ec684a97d9b6a829" providerId="LiveId" clId="{25714716-406F-485B-A9DF-C2DB30DDD6A9}" dt="2024-09-11T19:07:32.025" v="2359" actId="478"/>
          <ac:picMkLst>
            <pc:docMk/>
            <pc:sldMk cId="1050570240" sldId="314"/>
            <ac:picMk id="11" creationId="{8FD0BAEB-B5CF-A6DB-2D1C-A21F2F86431E}"/>
          </ac:picMkLst>
        </pc:picChg>
        <pc:picChg chg="add mod">
          <ac:chgData name="Jefferson Passerini" userId="ec684a97d9b6a829" providerId="LiveId" clId="{25714716-406F-485B-A9DF-C2DB30DDD6A9}" dt="2024-09-11T19:34:14.666" v="2403" actId="1076"/>
          <ac:picMkLst>
            <pc:docMk/>
            <pc:sldMk cId="1050570240" sldId="314"/>
            <ac:picMk id="13" creationId="{E99F363C-83CE-7553-B645-F5FEBFF68490}"/>
          </ac:picMkLst>
        </pc:picChg>
      </pc:sldChg>
      <pc:sldChg chg="del">
        <pc:chgData name="Jefferson Passerini" userId="ec684a97d9b6a829" providerId="LiveId" clId="{25714716-406F-485B-A9DF-C2DB30DDD6A9}" dt="2024-09-11T16:33:48.657" v="19" actId="47"/>
        <pc:sldMkLst>
          <pc:docMk/>
          <pc:sldMk cId="2034209836" sldId="315"/>
        </pc:sldMkLst>
      </pc:sldChg>
      <pc:sldChg chg="addSp delSp modSp add mod">
        <pc:chgData name="Jefferson Passerini" userId="ec684a97d9b6a829" providerId="LiveId" clId="{25714716-406F-485B-A9DF-C2DB30DDD6A9}" dt="2024-09-11T19:37:22.937" v="2408" actId="1076"/>
        <pc:sldMkLst>
          <pc:docMk/>
          <pc:sldMk cId="4024795323" sldId="315"/>
        </pc:sldMkLst>
        <pc:spChg chg="mod">
          <ac:chgData name="Jefferson Passerini" userId="ec684a97d9b6a829" providerId="LiveId" clId="{25714716-406F-485B-A9DF-C2DB30DDD6A9}" dt="2024-09-11T19:18:42.450" v="2388" actId="14100"/>
          <ac:spMkLst>
            <pc:docMk/>
            <pc:sldMk cId="4024795323" sldId="315"/>
            <ac:spMk id="3" creationId="{212081E4-07F6-C689-2ACC-B6CADD634983}"/>
          </ac:spMkLst>
        </pc:spChg>
        <pc:spChg chg="del">
          <ac:chgData name="Jefferson Passerini" userId="ec684a97d9b6a829" providerId="LiveId" clId="{25714716-406F-485B-A9DF-C2DB30DDD6A9}" dt="2024-09-11T19:18:32.850" v="2384" actId="478"/>
          <ac:spMkLst>
            <pc:docMk/>
            <pc:sldMk cId="4024795323" sldId="315"/>
            <ac:spMk id="10" creationId="{08553236-CF8C-0C0E-1B0B-443328716A3C}"/>
          </ac:spMkLst>
        </pc:spChg>
        <pc:picChg chg="del">
          <ac:chgData name="Jefferson Passerini" userId="ec684a97d9b6a829" providerId="LiveId" clId="{25714716-406F-485B-A9DF-C2DB30DDD6A9}" dt="2024-09-11T19:18:33.619" v="2385" actId="478"/>
          <ac:picMkLst>
            <pc:docMk/>
            <pc:sldMk cId="4024795323" sldId="315"/>
            <ac:picMk id="6" creationId="{BA884E8D-983F-1016-C5C1-0AE824C7116C}"/>
          </ac:picMkLst>
        </pc:picChg>
        <pc:picChg chg="del">
          <ac:chgData name="Jefferson Passerini" userId="ec684a97d9b6a829" providerId="LiveId" clId="{25714716-406F-485B-A9DF-C2DB30DDD6A9}" dt="2024-09-11T19:18:35.105" v="2386" actId="478"/>
          <ac:picMkLst>
            <pc:docMk/>
            <pc:sldMk cId="4024795323" sldId="315"/>
            <ac:picMk id="7" creationId="{C080F4DF-4417-8FC7-E1D4-D7198459BD4E}"/>
          </ac:picMkLst>
        </pc:picChg>
        <pc:picChg chg="add mod">
          <ac:chgData name="Jefferson Passerini" userId="ec684a97d9b6a829" providerId="LiveId" clId="{25714716-406F-485B-A9DF-C2DB30DDD6A9}" dt="2024-09-11T19:35:45.447" v="2406" actId="1076"/>
          <ac:picMkLst>
            <pc:docMk/>
            <pc:sldMk cId="4024795323" sldId="315"/>
            <ac:picMk id="8" creationId="{10DCE1FB-BA14-6F9C-381E-2126CBB1F344}"/>
          </ac:picMkLst>
        </pc:picChg>
        <pc:picChg chg="add mod">
          <ac:chgData name="Jefferson Passerini" userId="ec684a97d9b6a829" providerId="LiveId" clId="{25714716-406F-485B-A9DF-C2DB30DDD6A9}" dt="2024-09-11T19:37:22.937" v="2408" actId="1076"/>
          <ac:picMkLst>
            <pc:docMk/>
            <pc:sldMk cId="4024795323" sldId="315"/>
            <ac:picMk id="11" creationId="{8CAE3EA4-5B86-48F2-6C76-1E22B63D40D3}"/>
          </ac:picMkLst>
        </pc:picChg>
      </pc:sldChg>
      <pc:sldChg chg="del">
        <pc:chgData name="Jefferson Passerini" userId="ec684a97d9b6a829" providerId="LiveId" clId="{25714716-406F-485B-A9DF-C2DB30DDD6A9}" dt="2024-09-11T16:33:48.799" v="20" actId="47"/>
        <pc:sldMkLst>
          <pc:docMk/>
          <pc:sldMk cId="358646722" sldId="316"/>
        </pc:sldMkLst>
      </pc:sldChg>
      <pc:sldChg chg="addSp modSp add mod ord">
        <pc:chgData name="Jefferson Passerini" userId="ec684a97d9b6a829" providerId="LiveId" clId="{25714716-406F-485B-A9DF-C2DB30DDD6A9}" dt="2024-09-11T19:33:51.415" v="2398"/>
        <pc:sldMkLst>
          <pc:docMk/>
          <pc:sldMk cId="1837142692" sldId="316"/>
        </pc:sldMkLst>
        <pc:picChg chg="add mod">
          <ac:chgData name="Jefferson Passerini" userId="ec684a97d9b6a829" providerId="LiveId" clId="{25714716-406F-485B-A9DF-C2DB30DDD6A9}" dt="2024-09-11T19:33:46.339" v="2396" actId="1076"/>
          <ac:picMkLst>
            <pc:docMk/>
            <pc:sldMk cId="1837142692" sldId="316"/>
            <ac:picMk id="7" creationId="{C36B41CC-8FBC-222A-F96B-76031BAC9704}"/>
          </ac:picMkLst>
        </pc:picChg>
      </pc:sldChg>
      <pc:sldChg chg="del">
        <pc:chgData name="Jefferson Passerini" userId="ec684a97d9b6a829" providerId="LiveId" clId="{25714716-406F-485B-A9DF-C2DB30DDD6A9}" dt="2024-09-11T16:33:49.039" v="21" actId="47"/>
        <pc:sldMkLst>
          <pc:docMk/>
          <pc:sldMk cId="2356502030" sldId="317"/>
        </pc:sldMkLst>
      </pc:sldChg>
      <pc:sldChg chg="del">
        <pc:chgData name="Jefferson Passerini" userId="ec684a97d9b6a829" providerId="LiveId" clId="{25714716-406F-485B-A9DF-C2DB30DDD6A9}" dt="2024-09-11T16:33:49.232" v="22" actId="47"/>
        <pc:sldMkLst>
          <pc:docMk/>
          <pc:sldMk cId="1565357818" sldId="318"/>
        </pc:sldMkLst>
      </pc:sldChg>
    </pc:docChg>
  </pc:docChgLst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9B9C2921-3405-4AE7-A664-A59C5D7FC136}"/>
    <pc:docChg chg="undo custSel addSld delSld modSld sldOrd">
      <pc:chgData name="Jefferson Passerini" userId="ec684a97d9b6a829" providerId="LiveId" clId="{9B9C2921-3405-4AE7-A664-A59C5D7FC136}" dt="2024-08-19T02:24:15.709" v="1197" actId="27636"/>
      <pc:docMkLst>
        <pc:docMk/>
      </pc:docMkLst>
      <pc:sldChg chg="del">
        <pc:chgData name="Jefferson Passerini" userId="ec684a97d9b6a829" providerId="LiveId" clId="{9B9C2921-3405-4AE7-A664-A59C5D7FC136}" dt="2024-08-18T23:27:55.746" v="0" actId="47"/>
        <pc:sldMkLst>
          <pc:docMk/>
          <pc:sldMk cId="617917625" sldId="288"/>
        </pc:sldMkLst>
      </pc:sldChg>
      <pc:sldChg chg="addSp delSp modSp add mod">
        <pc:chgData name="Jefferson Passerini" userId="ec684a97d9b6a829" providerId="LiveId" clId="{9B9C2921-3405-4AE7-A664-A59C5D7FC136}" dt="2024-08-19T02:17:21.869" v="970" actId="1076"/>
        <pc:sldMkLst>
          <pc:docMk/>
          <pc:sldMk cId="1562452729" sldId="303"/>
        </pc:sldMkLst>
        <pc:spChg chg="del">
          <ac:chgData name="Jefferson Passerini" userId="ec684a97d9b6a829" providerId="LiveId" clId="{9B9C2921-3405-4AE7-A664-A59C5D7FC136}" dt="2024-08-19T00:54:36.880" v="3" actId="478"/>
          <ac:spMkLst>
            <pc:docMk/>
            <pc:sldMk cId="1562452729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9B9C2921-3405-4AE7-A664-A59C5D7FC136}" dt="2024-08-19T00:54:39.565" v="4" actId="478"/>
          <ac:spMkLst>
            <pc:docMk/>
            <pc:sldMk cId="1562452729" sldId="303"/>
            <ac:spMk id="7" creationId="{40AAA1BB-E42F-7A47-1C2B-7992EED8EF6D}"/>
          </ac:spMkLst>
        </pc:spChg>
        <pc:picChg chg="del">
          <ac:chgData name="Jefferson Passerini" userId="ec684a97d9b6a829" providerId="LiveId" clId="{9B9C2921-3405-4AE7-A664-A59C5D7FC136}" dt="2024-08-19T00:54:04.446" v="2" actId="478"/>
          <ac:picMkLst>
            <pc:docMk/>
            <pc:sldMk cId="1562452729" sldId="303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4:50.048" v="8" actId="1076"/>
          <ac:picMkLst>
            <pc:docMk/>
            <pc:sldMk cId="1562452729" sldId="303"/>
            <ac:picMk id="9" creationId="{905D9853-0631-83C3-EB36-1F0F10ABF0FD}"/>
          </ac:picMkLst>
        </pc:picChg>
        <pc:picChg chg="add del mod">
          <ac:chgData name="Jefferson Passerini" userId="ec684a97d9b6a829" providerId="LiveId" clId="{9B9C2921-3405-4AE7-A664-A59C5D7FC136}" dt="2024-08-19T02:17:04.740" v="966" actId="478"/>
          <ac:picMkLst>
            <pc:docMk/>
            <pc:sldMk cId="1562452729" sldId="303"/>
            <ac:picMk id="11" creationId="{70C5606E-6969-A787-7AED-DD7DF4468883}"/>
          </ac:picMkLst>
        </pc:picChg>
        <pc:picChg chg="add mod">
          <ac:chgData name="Jefferson Passerini" userId="ec684a97d9b6a829" providerId="LiveId" clId="{9B9C2921-3405-4AE7-A664-A59C5D7FC136}" dt="2024-08-19T00:55:34.393" v="14" actId="1076"/>
          <ac:picMkLst>
            <pc:docMk/>
            <pc:sldMk cId="1562452729" sldId="303"/>
            <ac:picMk id="13" creationId="{FE01604E-5CA2-6815-6311-6A18E86D4FC8}"/>
          </ac:picMkLst>
        </pc:picChg>
        <pc:picChg chg="add mod">
          <ac:chgData name="Jefferson Passerini" userId="ec684a97d9b6a829" providerId="LiveId" clId="{9B9C2921-3405-4AE7-A664-A59C5D7FC136}" dt="2024-08-19T02:17:21.869" v="970" actId="1076"/>
          <ac:picMkLst>
            <pc:docMk/>
            <pc:sldMk cId="1562452729" sldId="303"/>
            <ac:picMk id="15" creationId="{3EFFB951-3780-DA86-6896-F3A907F4CEF4}"/>
          </ac:picMkLst>
        </pc:picChg>
      </pc:sldChg>
      <pc:sldChg chg="addSp delSp modSp add mod">
        <pc:chgData name="Jefferson Passerini" userId="ec684a97d9b6a829" providerId="LiveId" clId="{9B9C2921-3405-4AE7-A664-A59C5D7FC136}" dt="2024-08-19T00:57:06.601" v="31" actId="1076"/>
        <pc:sldMkLst>
          <pc:docMk/>
          <pc:sldMk cId="1294797388" sldId="304"/>
        </pc:sldMkLst>
        <pc:picChg chg="add mod">
          <ac:chgData name="Jefferson Passerini" userId="ec684a97d9b6a829" providerId="LiveId" clId="{9B9C2921-3405-4AE7-A664-A59C5D7FC136}" dt="2024-08-19T00:56:12.846" v="22" actId="1076"/>
          <ac:picMkLst>
            <pc:docMk/>
            <pc:sldMk cId="1294797388" sldId="304"/>
            <ac:picMk id="5" creationId="{4521A85E-49B0-8F93-3C19-5B331DB71B05}"/>
          </ac:picMkLst>
        </pc:picChg>
        <pc:picChg chg="add mod">
          <ac:chgData name="Jefferson Passerini" userId="ec684a97d9b6a829" providerId="LiveId" clId="{9B9C2921-3405-4AE7-A664-A59C5D7FC136}" dt="2024-08-19T00:56:51.418" v="29" actId="1076"/>
          <ac:picMkLst>
            <pc:docMk/>
            <pc:sldMk cId="1294797388" sldId="304"/>
            <ac:picMk id="7" creationId="{760AFB9D-FAE6-F609-B6A5-47ADA0958FD9}"/>
          </ac:picMkLst>
        </pc:picChg>
        <pc:picChg chg="del">
          <ac:chgData name="Jefferson Passerini" userId="ec684a97d9b6a829" providerId="LiveId" clId="{9B9C2921-3405-4AE7-A664-A59C5D7FC136}" dt="2024-08-19T00:55:39.020" v="16" actId="478"/>
          <ac:picMkLst>
            <pc:docMk/>
            <pc:sldMk cId="1294797388" sldId="304"/>
            <ac:picMk id="9" creationId="{905D9853-0631-83C3-EB36-1F0F10ABF0FD}"/>
          </ac:picMkLst>
        </pc:picChg>
        <pc:picChg chg="add mod">
          <ac:chgData name="Jefferson Passerini" userId="ec684a97d9b6a829" providerId="LiveId" clId="{9B9C2921-3405-4AE7-A664-A59C5D7FC136}" dt="2024-08-19T00:57:06.601" v="31" actId="1076"/>
          <ac:picMkLst>
            <pc:docMk/>
            <pc:sldMk cId="1294797388" sldId="304"/>
            <ac:picMk id="10" creationId="{C4BEBE52-9A83-09F3-3052-253A15487D1B}"/>
          </ac:picMkLst>
        </pc:picChg>
        <pc:picChg chg="del">
          <ac:chgData name="Jefferson Passerini" userId="ec684a97d9b6a829" providerId="LiveId" clId="{9B9C2921-3405-4AE7-A664-A59C5D7FC136}" dt="2024-08-19T00:55:40.092" v="17" actId="478"/>
          <ac:picMkLst>
            <pc:docMk/>
            <pc:sldMk cId="1294797388" sldId="304"/>
            <ac:picMk id="11" creationId="{70C5606E-6969-A787-7AED-DD7DF4468883}"/>
          </ac:picMkLst>
        </pc:picChg>
        <pc:picChg chg="del">
          <ac:chgData name="Jefferson Passerini" userId="ec684a97d9b6a829" providerId="LiveId" clId="{9B9C2921-3405-4AE7-A664-A59C5D7FC136}" dt="2024-08-19T00:55:41.044" v="18" actId="478"/>
          <ac:picMkLst>
            <pc:docMk/>
            <pc:sldMk cId="1294797388" sldId="304"/>
            <ac:picMk id="13" creationId="{FE01604E-5CA2-6815-6311-6A18E86D4FC8}"/>
          </ac:picMkLst>
        </pc:picChg>
      </pc:sldChg>
      <pc:sldChg chg="addSp delSp modSp add mod ord">
        <pc:chgData name="Jefferson Passerini" userId="ec684a97d9b6a829" providerId="LiveId" clId="{9B9C2921-3405-4AE7-A664-A59C5D7FC136}" dt="2024-08-19T00:58:18.348" v="57" actId="1076"/>
        <pc:sldMkLst>
          <pc:docMk/>
          <pc:sldMk cId="456466504" sldId="305"/>
        </pc:sldMkLst>
        <pc:spChg chg="mod">
          <ac:chgData name="Jefferson Passerini" userId="ec684a97d9b6a829" providerId="LiveId" clId="{9B9C2921-3405-4AE7-A664-A59C5D7FC136}" dt="2024-08-19T00:58:00.228" v="54" actId="27636"/>
          <ac:spMkLst>
            <pc:docMk/>
            <pc:sldMk cId="456466504" sldId="30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0:58:04.795" v="55" actId="478"/>
          <ac:picMkLst>
            <pc:docMk/>
            <pc:sldMk cId="456466504" sldId="305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8:18.348" v="57" actId="1076"/>
          <ac:picMkLst>
            <pc:docMk/>
            <pc:sldMk cId="456466504" sldId="305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0:59:27.871" v="84" actId="27636"/>
        <pc:sldMkLst>
          <pc:docMk/>
          <pc:sldMk cId="1757113321" sldId="306"/>
        </pc:sldMkLst>
        <pc:spChg chg="mod">
          <ac:chgData name="Jefferson Passerini" userId="ec684a97d9b6a829" providerId="LiveId" clId="{9B9C2921-3405-4AE7-A664-A59C5D7FC136}" dt="2024-08-19T00:59:27.871" v="84" actId="27636"/>
          <ac:spMkLst>
            <pc:docMk/>
            <pc:sldMk cId="1757113321" sldId="30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0:35.159" v="103" actId="27636"/>
        <pc:sldMkLst>
          <pc:docMk/>
          <pc:sldMk cId="3728630244" sldId="307"/>
        </pc:sldMkLst>
        <pc:spChg chg="mod">
          <ac:chgData name="Jefferson Passerini" userId="ec684a97d9b6a829" providerId="LiveId" clId="{9B9C2921-3405-4AE7-A664-A59C5D7FC136}" dt="2024-08-19T01:00:35.159" v="103" actId="27636"/>
          <ac:spMkLst>
            <pc:docMk/>
            <pc:sldMk cId="3728630244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1:36.555" v="117" actId="113"/>
        <pc:sldMkLst>
          <pc:docMk/>
          <pc:sldMk cId="233198860" sldId="308"/>
        </pc:sldMkLst>
        <pc:spChg chg="mod">
          <ac:chgData name="Jefferson Passerini" userId="ec684a97d9b6a829" providerId="LiveId" clId="{9B9C2921-3405-4AE7-A664-A59C5D7FC136}" dt="2024-08-19T01:01:36.555" v="117" actId="113"/>
          <ac:spMkLst>
            <pc:docMk/>
            <pc:sldMk cId="233198860" sldId="308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1:20.743" v="115" actId="14100"/>
          <ac:picMkLst>
            <pc:docMk/>
            <pc:sldMk cId="233198860" sldId="308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2:40.649" v="135" actId="20577"/>
        <pc:sldMkLst>
          <pc:docMk/>
          <pc:sldMk cId="1794963229" sldId="309"/>
        </pc:sldMkLst>
        <pc:spChg chg="mod">
          <ac:chgData name="Jefferson Passerini" userId="ec684a97d9b6a829" providerId="LiveId" clId="{9B9C2921-3405-4AE7-A664-A59C5D7FC136}" dt="2024-08-19T01:02:40.649" v="135" actId="20577"/>
          <ac:spMkLst>
            <pc:docMk/>
            <pc:sldMk cId="1794963229" sldId="309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9B9C2921-3405-4AE7-A664-A59C5D7FC136}" dt="2024-08-19T01:04:19.331" v="160" actId="1076"/>
        <pc:sldMkLst>
          <pc:docMk/>
          <pc:sldMk cId="2357573264" sldId="310"/>
        </pc:sldMkLst>
        <pc:spChg chg="mod">
          <ac:chgData name="Jefferson Passerini" userId="ec684a97d9b6a829" providerId="LiveId" clId="{9B9C2921-3405-4AE7-A664-A59C5D7FC136}" dt="2024-08-19T01:04:14.794" v="159" actId="114"/>
          <ac:spMkLst>
            <pc:docMk/>
            <pc:sldMk cId="2357573264" sldId="310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04:19.331" v="160" actId="1076"/>
          <ac:picMkLst>
            <pc:docMk/>
            <pc:sldMk cId="2357573264" sldId="310"/>
            <ac:picMk id="6" creationId="{56248FB6-5FC8-64DB-4990-51D2F2772009}"/>
          </ac:picMkLst>
        </pc:picChg>
        <pc:picChg chg="del">
          <ac:chgData name="Jefferson Passerini" userId="ec684a97d9b6a829" providerId="LiveId" clId="{9B9C2921-3405-4AE7-A664-A59C5D7FC136}" dt="2024-08-19T01:02:55.832" v="137" actId="478"/>
          <ac:picMkLst>
            <pc:docMk/>
            <pc:sldMk cId="2357573264" sldId="310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6:07.255" v="188" actId="20577"/>
        <pc:sldMkLst>
          <pc:docMk/>
          <pc:sldMk cId="2534638159" sldId="311"/>
        </pc:sldMkLst>
        <pc:spChg chg="mod">
          <ac:chgData name="Jefferson Passerini" userId="ec684a97d9b6a829" providerId="LiveId" clId="{9B9C2921-3405-4AE7-A664-A59C5D7FC136}" dt="2024-08-19T01:06:07.255" v="188" actId="20577"/>
          <ac:spMkLst>
            <pc:docMk/>
            <pc:sldMk cId="2534638159" sldId="311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5:50.564" v="177" actId="1076"/>
          <ac:picMkLst>
            <pc:docMk/>
            <pc:sldMk cId="2534638159" sldId="311"/>
            <ac:picMk id="6" creationId="{56248FB6-5FC8-64DB-4990-51D2F2772009}"/>
          </ac:picMkLst>
        </pc:picChg>
      </pc:sldChg>
      <pc:sldChg chg="modSp add mod">
        <pc:chgData name="Jefferson Passerini" userId="ec684a97d9b6a829" providerId="LiveId" clId="{9B9C2921-3405-4AE7-A664-A59C5D7FC136}" dt="2024-08-19T01:07:47.809" v="217" actId="1076"/>
        <pc:sldMkLst>
          <pc:docMk/>
          <pc:sldMk cId="2154700481" sldId="312"/>
        </pc:sldMkLst>
        <pc:spChg chg="mod">
          <ac:chgData name="Jefferson Passerini" userId="ec684a97d9b6a829" providerId="LiveId" clId="{9B9C2921-3405-4AE7-A664-A59C5D7FC136}" dt="2024-08-19T01:07:40.728" v="216" actId="108"/>
          <ac:spMkLst>
            <pc:docMk/>
            <pc:sldMk cId="2154700481" sldId="312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7:47.809" v="217" actId="1076"/>
          <ac:picMkLst>
            <pc:docMk/>
            <pc:sldMk cId="2154700481" sldId="312"/>
            <ac:picMk id="6" creationId="{56248FB6-5FC8-64DB-4990-51D2F2772009}"/>
          </ac:picMkLst>
        </pc:picChg>
      </pc:sldChg>
      <pc:sldChg chg="addSp delSp modSp add mod">
        <pc:chgData name="Jefferson Passerini" userId="ec684a97d9b6a829" providerId="LiveId" clId="{9B9C2921-3405-4AE7-A664-A59C5D7FC136}" dt="2024-08-19T01:10:37.389" v="300" actId="1076"/>
        <pc:sldMkLst>
          <pc:docMk/>
          <pc:sldMk cId="4244208355" sldId="313"/>
        </pc:sldMkLst>
        <pc:spChg chg="mod">
          <ac:chgData name="Jefferson Passerini" userId="ec684a97d9b6a829" providerId="LiveId" clId="{9B9C2921-3405-4AE7-A664-A59C5D7FC136}" dt="2024-08-19T01:08:48.882" v="296" actId="14100"/>
          <ac:spMkLst>
            <pc:docMk/>
            <pc:sldMk cId="4244208355" sldId="31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07:57.925" v="219" actId="478"/>
          <ac:picMkLst>
            <pc:docMk/>
            <pc:sldMk cId="4244208355" sldId="313"/>
            <ac:picMk id="6" creationId="{56248FB6-5FC8-64DB-4990-51D2F2772009}"/>
          </ac:picMkLst>
        </pc:picChg>
        <pc:picChg chg="add mod">
          <ac:chgData name="Jefferson Passerini" userId="ec684a97d9b6a829" providerId="LiveId" clId="{9B9C2921-3405-4AE7-A664-A59C5D7FC136}" dt="2024-08-19T01:10:23.884" v="298" actId="1076"/>
          <ac:picMkLst>
            <pc:docMk/>
            <pc:sldMk cId="4244208355" sldId="313"/>
            <ac:picMk id="7" creationId="{8D697BF5-82EF-0C46-F68D-17EDE4C53D16}"/>
          </ac:picMkLst>
        </pc:picChg>
        <pc:picChg chg="add mod">
          <ac:chgData name="Jefferson Passerini" userId="ec684a97d9b6a829" providerId="LiveId" clId="{9B9C2921-3405-4AE7-A664-A59C5D7FC136}" dt="2024-08-19T01:10:37.389" v="300" actId="1076"/>
          <ac:picMkLst>
            <pc:docMk/>
            <pc:sldMk cId="4244208355" sldId="313"/>
            <ac:picMk id="9" creationId="{2D881BD3-A8CA-EF2A-AB41-9299EB34DC30}"/>
          </ac:picMkLst>
        </pc:picChg>
      </pc:sldChg>
      <pc:sldChg chg="addSp delSp modSp add mod">
        <pc:chgData name="Jefferson Passerini" userId="ec684a97d9b6a829" providerId="LiveId" clId="{9B9C2921-3405-4AE7-A664-A59C5D7FC136}" dt="2024-08-19T01:14:36.651" v="438" actId="113"/>
        <pc:sldMkLst>
          <pc:docMk/>
          <pc:sldMk cId="3724568739" sldId="314"/>
        </pc:sldMkLst>
        <pc:spChg chg="mod">
          <ac:chgData name="Jefferson Passerini" userId="ec684a97d9b6a829" providerId="LiveId" clId="{9B9C2921-3405-4AE7-A664-A59C5D7FC136}" dt="2024-08-19T01:14:36.651" v="438" actId="113"/>
          <ac:spMkLst>
            <pc:docMk/>
            <pc:sldMk cId="37245687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4:30.469" v="424" actId="1076"/>
          <ac:picMkLst>
            <pc:docMk/>
            <pc:sldMk cId="3724568739" sldId="314"/>
            <ac:picMk id="6" creationId="{01540713-3C46-DE47-EDA2-4044A0F818ED}"/>
          </ac:picMkLst>
        </pc:picChg>
        <pc:picChg chg="del">
          <ac:chgData name="Jefferson Passerini" userId="ec684a97d9b6a829" providerId="LiveId" clId="{9B9C2921-3405-4AE7-A664-A59C5D7FC136}" dt="2024-08-19T01:11:34.891" v="416" actId="478"/>
          <ac:picMkLst>
            <pc:docMk/>
            <pc:sldMk cId="3724568739" sldId="314"/>
            <ac:picMk id="7" creationId="{8D697BF5-82EF-0C46-F68D-17EDE4C53D16}"/>
          </ac:picMkLst>
        </pc:picChg>
        <pc:picChg chg="del">
          <ac:chgData name="Jefferson Passerini" userId="ec684a97d9b6a829" providerId="LiveId" clId="{9B9C2921-3405-4AE7-A664-A59C5D7FC136}" dt="2024-08-19T01:11:35.475" v="417" actId="478"/>
          <ac:picMkLst>
            <pc:docMk/>
            <pc:sldMk cId="3724568739" sldId="314"/>
            <ac:picMk id="9" creationId="{2D881BD3-A8CA-EF2A-AB41-9299EB34DC30}"/>
          </ac:picMkLst>
        </pc:picChg>
        <pc:picChg chg="add mod">
          <ac:chgData name="Jefferson Passerini" userId="ec684a97d9b6a829" providerId="LiveId" clId="{9B9C2921-3405-4AE7-A664-A59C5D7FC136}" dt="2024-08-19T01:14:23.973" v="422" actId="1076"/>
          <ac:picMkLst>
            <pc:docMk/>
            <pc:sldMk cId="3724568739" sldId="314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6:33.841" v="451" actId="1076"/>
        <pc:sldMkLst>
          <pc:docMk/>
          <pc:sldMk cId="2147112385" sldId="315"/>
        </pc:sldMkLst>
        <pc:spChg chg="mod">
          <ac:chgData name="Jefferson Passerini" userId="ec684a97d9b6a829" providerId="LiveId" clId="{9B9C2921-3405-4AE7-A664-A59C5D7FC136}" dt="2024-08-19T01:14:59.266" v="446" actId="20577"/>
          <ac:spMkLst>
            <pc:docMk/>
            <pc:sldMk cId="2147112385" sldId="31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14:54.001" v="441" actId="478"/>
          <ac:picMkLst>
            <pc:docMk/>
            <pc:sldMk cId="2147112385" sldId="315"/>
            <ac:picMk id="6" creationId="{01540713-3C46-DE47-EDA2-4044A0F818ED}"/>
          </ac:picMkLst>
        </pc:picChg>
        <pc:picChg chg="add mod">
          <ac:chgData name="Jefferson Passerini" userId="ec684a97d9b6a829" providerId="LiveId" clId="{9B9C2921-3405-4AE7-A664-A59C5D7FC136}" dt="2024-08-19T01:16:20.420" v="448" actId="1076"/>
          <ac:picMkLst>
            <pc:docMk/>
            <pc:sldMk cId="2147112385" sldId="315"/>
            <ac:picMk id="7" creationId="{F338B1F9-059A-F8DD-BFDD-AF899918063A}"/>
          </ac:picMkLst>
        </pc:picChg>
        <pc:picChg chg="add mod">
          <ac:chgData name="Jefferson Passerini" userId="ec684a97d9b6a829" providerId="LiveId" clId="{9B9C2921-3405-4AE7-A664-A59C5D7FC136}" dt="2024-08-19T01:16:33.841" v="451" actId="1076"/>
          <ac:picMkLst>
            <pc:docMk/>
            <pc:sldMk cId="2147112385" sldId="315"/>
            <ac:picMk id="9" creationId="{CCA42A9C-1F28-DE4D-1D64-A811648C9272}"/>
          </ac:picMkLst>
        </pc:picChg>
        <pc:picChg chg="del">
          <ac:chgData name="Jefferson Passerini" userId="ec684a97d9b6a829" providerId="LiveId" clId="{9B9C2921-3405-4AE7-A664-A59C5D7FC136}" dt="2024-08-19T01:14:52.177" v="440" actId="478"/>
          <ac:picMkLst>
            <pc:docMk/>
            <pc:sldMk cId="2147112385" sldId="315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9:53.367" v="494" actId="1076"/>
        <pc:sldMkLst>
          <pc:docMk/>
          <pc:sldMk cId="1513586987" sldId="316"/>
        </pc:sldMkLst>
        <pc:spChg chg="mod">
          <ac:chgData name="Jefferson Passerini" userId="ec684a97d9b6a829" providerId="LiveId" clId="{9B9C2921-3405-4AE7-A664-A59C5D7FC136}" dt="2024-08-19T01:17:09.805" v="487" actId="14100"/>
          <ac:spMkLst>
            <pc:docMk/>
            <pc:sldMk cId="1513586987" sldId="316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9:35.679" v="491" actId="1076"/>
          <ac:picMkLst>
            <pc:docMk/>
            <pc:sldMk cId="1513586987" sldId="316"/>
            <ac:picMk id="6" creationId="{85E085D4-B63A-7ED8-342D-DA11D130AAD7}"/>
          </ac:picMkLst>
        </pc:picChg>
        <pc:picChg chg="del">
          <ac:chgData name="Jefferson Passerini" userId="ec684a97d9b6a829" providerId="LiveId" clId="{9B9C2921-3405-4AE7-A664-A59C5D7FC136}" dt="2024-08-19T01:17:11.319" v="488" actId="478"/>
          <ac:picMkLst>
            <pc:docMk/>
            <pc:sldMk cId="1513586987" sldId="316"/>
            <ac:picMk id="7" creationId="{F338B1F9-059A-F8DD-BFDD-AF899918063A}"/>
          </ac:picMkLst>
        </pc:picChg>
        <pc:picChg chg="del">
          <ac:chgData name="Jefferson Passerini" userId="ec684a97d9b6a829" providerId="LiveId" clId="{9B9C2921-3405-4AE7-A664-A59C5D7FC136}" dt="2024-08-19T01:17:12.047" v="489" actId="478"/>
          <ac:picMkLst>
            <pc:docMk/>
            <pc:sldMk cId="1513586987" sldId="316"/>
            <ac:picMk id="9" creationId="{CCA42A9C-1F28-DE4D-1D64-A811648C9272}"/>
          </ac:picMkLst>
        </pc:picChg>
        <pc:picChg chg="add mod">
          <ac:chgData name="Jefferson Passerini" userId="ec684a97d9b6a829" providerId="LiveId" clId="{9B9C2921-3405-4AE7-A664-A59C5D7FC136}" dt="2024-08-19T01:19:53.367" v="494" actId="1076"/>
          <ac:picMkLst>
            <pc:docMk/>
            <pc:sldMk cId="1513586987" sldId="316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1:37.598" v="510" actId="1076"/>
        <pc:sldMkLst>
          <pc:docMk/>
          <pc:sldMk cId="1609885474" sldId="317"/>
        </pc:sldMkLst>
        <pc:spChg chg="mod">
          <ac:chgData name="Jefferson Passerini" userId="ec684a97d9b6a829" providerId="LiveId" clId="{9B9C2921-3405-4AE7-A664-A59C5D7FC136}" dt="2024-08-19T01:20:04.032" v="501" actId="14100"/>
          <ac:spMkLst>
            <pc:docMk/>
            <pc:sldMk cId="1609885474" sldId="317"/>
            <ac:spMk id="3" creationId="{212081E4-07F6-C689-2ACC-B6CADD634983}"/>
          </ac:spMkLst>
        </pc:spChg>
        <pc:picChg chg="del mod">
          <ac:chgData name="Jefferson Passerini" userId="ec684a97d9b6a829" providerId="LiveId" clId="{9B9C2921-3405-4AE7-A664-A59C5D7FC136}" dt="2024-08-19T01:20:06.007" v="503" actId="478"/>
          <ac:picMkLst>
            <pc:docMk/>
            <pc:sldMk cId="1609885474" sldId="317"/>
            <ac:picMk id="6" creationId="{85E085D4-B63A-7ED8-342D-DA11D130AAD7}"/>
          </ac:picMkLst>
        </pc:picChg>
        <pc:picChg chg="add mod">
          <ac:chgData name="Jefferson Passerini" userId="ec684a97d9b6a829" providerId="LiveId" clId="{9B9C2921-3405-4AE7-A664-A59C5D7FC136}" dt="2024-08-19T01:21:21.248" v="506" actId="1076"/>
          <ac:picMkLst>
            <pc:docMk/>
            <pc:sldMk cId="1609885474" sldId="317"/>
            <ac:picMk id="7" creationId="{33D4388F-F810-265F-F413-FF3D6F586E12}"/>
          </ac:picMkLst>
        </pc:picChg>
        <pc:picChg chg="add mod">
          <ac:chgData name="Jefferson Passerini" userId="ec684a97d9b6a829" providerId="LiveId" clId="{9B9C2921-3405-4AE7-A664-A59C5D7FC136}" dt="2024-08-19T01:21:37.598" v="510" actId="1076"/>
          <ac:picMkLst>
            <pc:docMk/>
            <pc:sldMk cId="1609885474" sldId="317"/>
            <ac:picMk id="9" creationId="{EE380D35-9B34-3A72-B8F8-692E8E61A7FD}"/>
          </ac:picMkLst>
        </pc:picChg>
        <pc:picChg chg="del">
          <ac:chgData name="Jefferson Passerini" userId="ec684a97d9b6a829" providerId="LiveId" clId="{9B9C2921-3405-4AE7-A664-A59C5D7FC136}" dt="2024-08-19T01:20:06.534" v="504" actId="478"/>
          <ac:picMkLst>
            <pc:docMk/>
            <pc:sldMk cId="1609885474" sldId="317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6:12.932" v="547" actId="1076"/>
        <pc:sldMkLst>
          <pc:docMk/>
          <pc:sldMk cId="3632405001" sldId="318"/>
        </pc:sldMkLst>
        <pc:spChg chg="mod">
          <ac:chgData name="Jefferson Passerini" userId="ec684a97d9b6a829" providerId="LiveId" clId="{9B9C2921-3405-4AE7-A664-A59C5D7FC136}" dt="2024-08-19T01:26:11.486" v="546" actId="1076"/>
          <ac:spMkLst>
            <pc:docMk/>
            <pc:sldMk cId="3632405001" sldId="318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26:12.932" v="547" actId="1076"/>
          <ac:picMkLst>
            <pc:docMk/>
            <pc:sldMk cId="3632405001" sldId="318"/>
            <ac:picMk id="6" creationId="{6E9B03FE-08C4-6ACC-9F44-DA92971E9A35}"/>
          </ac:picMkLst>
        </pc:picChg>
        <pc:picChg chg="del">
          <ac:chgData name="Jefferson Passerini" userId="ec684a97d9b6a829" providerId="LiveId" clId="{9B9C2921-3405-4AE7-A664-A59C5D7FC136}" dt="2024-08-19T01:21:50.588" v="513" actId="478"/>
          <ac:picMkLst>
            <pc:docMk/>
            <pc:sldMk cId="3632405001" sldId="318"/>
            <ac:picMk id="7" creationId="{33D4388F-F810-265F-F413-FF3D6F586E12}"/>
          </ac:picMkLst>
        </pc:picChg>
        <pc:picChg chg="del">
          <ac:chgData name="Jefferson Passerini" userId="ec684a97d9b6a829" providerId="LiveId" clId="{9B9C2921-3405-4AE7-A664-A59C5D7FC136}" dt="2024-08-19T01:21:50.069" v="512" actId="478"/>
          <ac:picMkLst>
            <pc:docMk/>
            <pc:sldMk cId="3632405001" sldId="318"/>
            <ac:picMk id="9" creationId="{EE380D35-9B34-3A72-B8F8-692E8E61A7FD}"/>
          </ac:picMkLst>
        </pc:picChg>
        <pc:picChg chg="add mod">
          <ac:chgData name="Jefferson Passerini" userId="ec684a97d9b6a829" providerId="LiveId" clId="{9B9C2921-3405-4AE7-A664-A59C5D7FC136}" dt="2024-08-19T01:26:08.590" v="545" actId="1076"/>
          <ac:picMkLst>
            <pc:docMk/>
            <pc:sldMk cId="3632405001" sldId="318"/>
            <ac:picMk id="10" creationId="{0ED6EC90-7FAD-7BB8-B517-4B43783ADBE3}"/>
          </ac:picMkLst>
        </pc:picChg>
      </pc:sldChg>
      <pc:sldChg chg="addSp delSp modSp add mod">
        <pc:chgData name="Jefferson Passerini" userId="ec684a97d9b6a829" providerId="LiveId" clId="{9B9C2921-3405-4AE7-A664-A59C5D7FC136}" dt="2024-08-19T01:38:14.979" v="700" actId="1076"/>
        <pc:sldMkLst>
          <pc:docMk/>
          <pc:sldMk cId="1576831718" sldId="319"/>
        </pc:sldMkLst>
        <pc:spChg chg="mod">
          <ac:chgData name="Jefferson Passerini" userId="ec684a97d9b6a829" providerId="LiveId" clId="{9B9C2921-3405-4AE7-A664-A59C5D7FC136}" dt="2024-08-19T01:27:18.250" v="693" actId="20577"/>
          <ac:spMkLst>
            <pc:docMk/>
            <pc:sldMk cId="1576831718" sldId="319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26:24.914" v="549" actId="478"/>
          <ac:picMkLst>
            <pc:docMk/>
            <pc:sldMk cId="1576831718" sldId="319"/>
            <ac:picMk id="6" creationId="{6E9B03FE-08C4-6ACC-9F44-DA92971E9A35}"/>
          </ac:picMkLst>
        </pc:picChg>
        <pc:picChg chg="add mod">
          <ac:chgData name="Jefferson Passerini" userId="ec684a97d9b6a829" providerId="LiveId" clId="{9B9C2921-3405-4AE7-A664-A59C5D7FC136}" dt="2024-08-19T01:38:02.108" v="698" actId="1076"/>
          <ac:picMkLst>
            <pc:docMk/>
            <pc:sldMk cId="1576831718" sldId="319"/>
            <ac:picMk id="7" creationId="{D6A8AA24-3664-B2F7-85BD-EC7E915D7689}"/>
          </ac:picMkLst>
        </pc:picChg>
        <pc:picChg chg="add mod">
          <ac:chgData name="Jefferson Passerini" userId="ec684a97d9b6a829" providerId="LiveId" clId="{9B9C2921-3405-4AE7-A664-A59C5D7FC136}" dt="2024-08-19T01:38:14.979" v="700" actId="1076"/>
          <ac:picMkLst>
            <pc:docMk/>
            <pc:sldMk cId="1576831718" sldId="319"/>
            <ac:picMk id="9" creationId="{E3978CB4-BEF5-B73F-7D1A-4B4E8EBBE76D}"/>
          </ac:picMkLst>
        </pc:picChg>
        <pc:picChg chg="del">
          <ac:chgData name="Jefferson Passerini" userId="ec684a97d9b6a829" providerId="LiveId" clId="{9B9C2921-3405-4AE7-A664-A59C5D7FC136}" dt="2024-08-19T01:26:25.459" v="550" actId="478"/>
          <ac:picMkLst>
            <pc:docMk/>
            <pc:sldMk cId="1576831718" sldId="319"/>
            <ac:picMk id="10" creationId="{0ED6EC90-7FAD-7BB8-B517-4B43783ADBE3}"/>
          </ac:picMkLst>
        </pc:picChg>
      </pc:sldChg>
      <pc:sldChg chg="addSp delSp modSp add mod ord">
        <pc:chgData name="Jefferson Passerini" userId="ec684a97d9b6a829" providerId="LiveId" clId="{9B9C2921-3405-4AE7-A664-A59C5D7FC136}" dt="2024-08-19T02:19:29.636" v="1018" actId="20577"/>
        <pc:sldMkLst>
          <pc:docMk/>
          <pc:sldMk cId="2860135609" sldId="320"/>
        </pc:sldMkLst>
        <pc:spChg chg="mod">
          <ac:chgData name="Jefferson Passerini" userId="ec684a97d9b6a829" providerId="LiveId" clId="{9B9C2921-3405-4AE7-A664-A59C5D7FC136}" dt="2024-08-19T02:19:29.636" v="1018" actId="20577"/>
          <ac:spMkLst>
            <pc:docMk/>
            <pc:sldMk cId="2860135609" sldId="320"/>
            <ac:spMk id="3" creationId="{212081E4-07F6-C689-2ACC-B6CADD634983}"/>
          </ac:spMkLst>
        </pc:spChg>
        <pc:spChg chg="add mod">
          <ac:chgData name="Jefferson Passerini" userId="ec684a97d9b6a829" providerId="LiveId" clId="{9B9C2921-3405-4AE7-A664-A59C5D7FC136}" dt="2024-08-19T01:44:41.890" v="963" actId="27636"/>
          <ac:spMkLst>
            <pc:docMk/>
            <pc:sldMk cId="2860135609" sldId="320"/>
            <ac:spMk id="8" creationId="{76EAD320-A798-B009-C943-9EA37027A9AF}"/>
          </ac:spMkLst>
        </pc:spChg>
        <pc:picChg chg="add mod">
          <ac:chgData name="Jefferson Passerini" userId="ec684a97d9b6a829" providerId="LiveId" clId="{9B9C2921-3405-4AE7-A664-A59C5D7FC136}" dt="2024-08-19T01:42:14.835" v="754" actId="1076"/>
          <ac:picMkLst>
            <pc:docMk/>
            <pc:sldMk cId="2860135609" sldId="320"/>
            <ac:picMk id="6" creationId="{CEE1FD77-D834-F214-86A2-384FA5A01E9F}"/>
          </ac:picMkLst>
        </pc:picChg>
        <pc:picChg chg="del">
          <ac:chgData name="Jefferson Passerini" userId="ec684a97d9b6a829" providerId="LiveId" clId="{9B9C2921-3405-4AE7-A664-A59C5D7FC136}" dt="2024-08-19T01:39:18.315" v="703" actId="478"/>
          <ac:picMkLst>
            <pc:docMk/>
            <pc:sldMk cId="2860135609" sldId="320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1:39:17.851" v="702" actId="478"/>
          <ac:picMkLst>
            <pc:docMk/>
            <pc:sldMk cId="2860135609" sldId="320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1:43:05.791" v="768" actId="1076"/>
          <ac:picMkLst>
            <pc:docMk/>
            <pc:sldMk cId="2860135609" sldId="320"/>
            <ac:picMk id="11" creationId="{40DDE3A9-0BF1-E1F0-3A9E-0270DBDB448A}"/>
          </ac:picMkLst>
        </pc:picChg>
        <pc:picChg chg="add mod">
          <ac:chgData name="Jefferson Passerini" userId="ec684a97d9b6a829" providerId="LiveId" clId="{9B9C2921-3405-4AE7-A664-A59C5D7FC136}" dt="2024-08-19T01:43:04.261" v="767" actId="1076"/>
          <ac:picMkLst>
            <pc:docMk/>
            <pc:sldMk cId="2860135609" sldId="320"/>
            <ac:picMk id="13" creationId="{4DA83BE6-0B44-3135-B712-AB5A45A232B7}"/>
          </ac:picMkLst>
        </pc:picChg>
        <pc:picChg chg="add mod">
          <ac:chgData name="Jefferson Passerini" userId="ec684a97d9b6a829" providerId="LiveId" clId="{9B9C2921-3405-4AE7-A664-A59C5D7FC136}" dt="2024-08-19T01:44:48.237" v="965" actId="14100"/>
          <ac:picMkLst>
            <pc:docMk/>
            <pc:sldMk cId="2860135609" sldId="320"/>
            <ac:picMk id="15" creationId="{16DA3C27-5947-2ACE-0483-943E0970D305}"/>
          </ac:picMkLst>
        </pc:picChg>
      </pc:sldChg>
      <pc:sldChg chg="addSp delSp modSp add mod">
        <pc:chgData name="Jefferson Passerini" userId="ec684a97d9b6a829" providerId="LiveId" clId="{9B9C2921-3405-4AE7-A664-A59C5D7FC136}" dt="2024-08-19T02:21:27.129" v="1092" actId="1076"/>
        <pc:sldMkLst>
          <pc:docMk/>
          <pc:sldMk cId="2551870368" sldId="321"/>
        </pc:sldMkLst>
        <pc:spChg chg="mod">
          <ac:chgData name="Jefferson Passerini" userId="ec684a97d9b6a829" providerId="LiveId" clId="{9B9C2921-3405-4AE7-A664-A59C5D7FC136}" dt="2024-08-19T02:20:29.523" v="1080" actId="20577"/>
          <ac:spMkLst>
            <pc:docMk/>
            <pc:sldMk cId="2551870368" sldId="321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1:05.929" v="1089" actId="14100"/>
          <ac:spMkLst>
            <pc:docMk/>
            <pc:sldMk cId="2551870368" sldId="321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2:21:02.870" v="1088" actId="1076"/>
          <ac:picMkLst>
            <pc:docMk/>
            <pc:sldMk cId="2551870368" sldId="321"/>
            <ac:picMk id="6" creationId="{D62A8DF4-023A-741F-C72E-D03337CE1256}"/>
          </ac:picMkLst>
        </pc:picChg>
        <pc:picChg chg="del">
          <ac:chgData name="Jefferson Passerini" userId="ec684a97d9b6a829" providerId="LiveId" clId="{9B9C2921-3405-4AE7-A664-A59C5D7FC136}" dt="2024-08-19T02:19:52.139" v="1052" actId="478"/>
          <ac:picMkLst>
            <pc:docMk/>
            <pc:sldMk cId="2551870368" sldId="321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2:19:46.115" v="1051" actId="478"/>
          <ac:picMkLst>
            <pc:docMk/>
            <pc:sldMk cId="2551870368" sldId="321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2:21:08.691" v="1090" actId="1076"/>
          <ac:picMkLst>
            <pc:docMk/>
            <pc:sldMk cId="2551870368" sldId="321"/>
            <ac:picMk id="10" creationId="{445912AC-624E-ED8B-8BD8-1BA7F4255ADE}"/>
          </ac:picMkLst>
        </pc:picChg>
        <pc:picChg chg="add mod">
          <ac:chgData name="Jefferson Passerini" userId="ec684a97d9b6a829" providerId="LiveId" clId="{9B9C2921-3405-4AE7-A664-A59C5D7FC136}" dt="2024-08-19T02:21:27.129" v="1092" actId="1076"/>
          <ac:picMkLst>
            <pc:docMk/>
            <pc:sldMk cId="2551870368" sldId="321"/>
            <ac:picMk id="12" creationId="{5F531C3C-6CD3-7253-A221-959B4B751450}"/>
          </ac:picMkLst>
        </pc:picChg>
      </pc:sldChg>
      <pc:sldChg chg="modSp add ord">
        <pc:chgData name="Jefferson Passerini" userId="ec684a97d9b6a829" providerId="LiveId" clId="{9B9C2921-3405-4AE7-A664-A59C5D7FC136}" dt="2024-08-19T02:21:44.586" v="1101" actId="20577"/>
        <pc:sldMkLst>
          <pc:docMk/>
          <pc:sldMk cId="3854585396" sldId="322"/>
        </pc:sldMkLst>
        <pc:spChg chg="mod">
          <ac:chgData name="Jefferson Passerini" userId="ec684a97d9b6a829" providerId="LiveId" clId="{9B9C2921-3405-4AE7-A664-A59C5D7FC136}" dt="2024-08-19T02:21:44.586" v="1101" actId="20577"/>
          <ac:spMkLst>
            <pc:docMk/>
            <pc:sldMk cId="3854585396" sldId="322"/>
            <ac:spMk id="2" creationId="{2E243026-E16F-9CDD-AE56-CF691B008A41}"/>
          </ac:spMkLst>
        </pc:spChg>
      </pc:sldChg>
      <pc:sldChg chg="addSp delSp modSp add mod">
        <pc:chgData name="Jefferson Passerini" userId="ec684a97d9b6a829" providerId="LiveId" clId="{9B9C2921-3405-4AE7-A664-A59C5D7FC136}" dt="2024-08-19T02:22:36.401" v="1128" actId="20577"/>
        <pc:sldMkLst>
          <pc:docMk/>
          <pc:sldMk cId="537278518" sldId="323"/>
        </pc:sldMkLst>
        <pc:spChg chg="mod">
          <ac:chgData name="Jefferson Passerini" userId="ec684a97d9b6a829" providerId="LiveId" clId="{9B9C2921-3405-4AE7-A664-A59C5D7FC136}" dt="2024-08-19T02:22:36.401" v="1128" actId="20577"/>
          <ac:spMkLst>
            <pc:docMk/>
            <pc:sldMk cId="537278518" sldId="32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2:22:21.137" v="1103" actId="478"/>
          <ac:picMkLst>
            <pc:docMk/>
            <pc:sldMk cId="537278518" sldId="323"/>
            <ac:picMk id="6" creationId="{D62A8DF4-023A-741F-C72E-D03337CE1256}"/>
          </ac:picMkLst>
        </pc:picChg>
        <pc:picChg chg="add mod">
          <ac:chgData name="Jefferson Passerini" userId="ec684a97d9b6a829" providerId="LiveId" clId="{9B9C2921-3405-4AE7-A664-A59C5D7FC136}" dt="2024-08-19T02:22:27.150" v="1108" actId="1076"/>
          <ac:picMkLst>
            <pc:docMk/>
            <pc:sldMk cId="537278518" sldId="323"/>
            <ac:picMk id="7" creationId="{47596E5C-3B99-2694-9562-F6C13640134D}"/>
          </ac:picMkLst>
        </pc:picChg>
        <pc:picChg chg="del">
          <ac:chgData name="Jefferson Passerini" userId="ec684a97d9b6a829" providerId="LiveId" clId="{9B9C2921-3405-4AE7-A664-A59C5D7FC136}" dt="2024-08-19T02:22:21.818" v="1104" actId="478"/>
          <ac:picMkLst>
            <pc:docMk/>
            <pc:sldMk cId="537278518" sldId="323"/>
            <ac:picMk id="10" creationId="{445912AC-624E-ED8B-8BD8-1BA7F4255ADE}"/>
          </ac:picMkLst>
        </pc:picChg>
        <pc:picChg chg="del">
          <ac:chgData name="Jefferson Passerini" userId="ec684a97d9b6a829" providerId="LiveId" clId="{9B9C2921-3405-4AE7-A664-A59C5D7FC136}" dt="2024-08-19T02:22:22.467" v="1105" actId="478"/>
          <ac:picMkLst>
            <pc:docMk/>
            <pc:sldMk cId="537278518" sldId="323"/>
            <ac:picMk id="12" creationId="{5F531C3C-6CD3-7253-A221-959B4B751450}"/>
          </ac:picMkLst>
        </pc:picChg>
      </pc:sldChg>
      <pc:sldChg chg="delSp modSp add mod ord">
        <pc:chgData name="Jefferson Passerini" userId="ec684a97d9b6a829" providerId="LiveId" clId="{9B9C2921-3405-4AE7-A664-A59C5D7FC136}" dt="2024-08-19T02:24:15.709" v="1197" actId="27636"/>
        <pc:sldMkLst>
          <pc:docMk/>
          <pc:sldMk cId="1852741127" sldId="324"/>
        </pc:sldMkLst>
        <pc:spChg chg="mod">
          <ac:chgData name="Jefferson Passerini" userId="ec684a97d9b6a829" providerId="LiveId" clId="{9B9C2921-3405-4AE7-A664-A59C5D7FC136}" dt="2024-08-19T02:23:22.850" v="1160" actId="20577"/>
          <ac:spMkLst>
            <pc:docMk/>
            <pc:sldMk cId="1852741127" sldId="324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4:15.709" v="1197" actId="27636"/>
          <ac:spMkLst>
            <pc:docMk/>
            <pc:sldMk cId="1852741127" sldId="324"/>
            <ac:spMk id="3" creationId="{212081E4-07F6-C689-2ACC-B6CADD634983}"/>
          </ac:spMkLst>
        </pc:spChg>
        <pc:spChg chg="mod">
          <ac:chgData name="Jefferson Passerini" userId="ec684a97d9b6a829" providerId="LiveId" clId="{9B9C2921-3405-4AE7-A664-A59C5D7FC136}" dt="2024-08-19T02:23:17.698" v="1147" actId="1076"/>
          <ac:spMkLst>
            <pc:docMk/>
            <pc:sldMk cId="1852741127" sldId="324"/>
            <ac:spMk id="4" creationId="{5EA05B02-D80D-3624-D3E0-6EB75542A97B}"/>
          </ac:spMkLst>
        </pc:spChg>
        <pc:picChg chg="del mod">
          <ac:chgData name="Jefferson Passerini" userId="ec684a97d9b6a829" providerId="LiveId" clId="{9B9C2921-3405-4AE7-A664-A59C5D7FC136}" dt="2024-08-19T02:23:31.121" v="1175" actId="478"/>
          <ac:picMkLst>
            <pc:docMk/>
            <pc:sldMk cId="1852741127" sldId="324"/>
            <ac:picMk id="6" creationId="{56248FB6-5FC8-64DB-4990-51D2F2772009}"/>
          </ac:picMkLst>
        </pc:picChg>
      </pc:sldChg>
      <pc:sldChg chg="modSp add">
        <pc:chgData name="Jefferson Passerini" userId="ec684a97d9b6a829" providerId="LiveId" clId="{9B9C2921-3405-4AE7-A664-A59C5D7FC136}" dt="2024-08-19T02:23:12.545" v="1145" actId="20577"/>
        <pc:sldMkLst>
          <pc:docMk/>
          <pc:sldMk cId="4146740212" sldId="325"/>
        </pc:sldMkLst>
        <pc:spChg chg="mod">
          <ac:chgData name="Jefferson Passerini" userId="ec684a97d9b6a829" providerId="LiveId" clId="{9B9C2921-3405-4AE7-A664-A59C5D7FC136}" dt="2024-08-19T02:23:12.545" v="1145" actId="20577"/>
          <ac:spMkLst>
            <pc:docMk/>
            <pc:sldMk cId="4146740212" sldId="325"/>
            <ac:spMk id="2" creationId="{2E243026-E16F-9CDD-AE56-CF691B008A41}"/>
          </ac:spMkLst>
        </pc:spChg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BB787B5C-E77E-432F-B6BF-C3D49160FE0A}"/>
    <pc:docChg chg="custSel addSld delSld modSld sldOrd">
      <pc:chgData name="Jefferson Passerini" userId="ec684a97d9b6a829" providerId="LiveId" clId="{BB787B5C-E77E-432F-B6BF-C3D49160FE0A}" dt="2024-05-29T17:16:10.321" v="1118" actId="1076"/>
      <pc:docMkLst>
        <pc:docMk/>
      </pc:docMkLst>
      <pc:sldChg chg="addSp delSp modSp mod modAnim">
        <pc:chgData name="Jefferson Passerini" userId="ec684a97d9b6a829" providerId="LiveId" clId="{BB787B5C-E77E-432F-B6BF-C3D49160FE0A}" dt="2024-05-29T13:36:12.983" v="27" actId="26606"/>
        <pc:sldMkLst>
          <pc:docMk/>
          <pc:sldMk cId="3568309152" sldId="256"/>
        </pc:sldMkLst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88" creationId="{E91DC736-0EF8-4F87-9146-EBF1D2EE4D3D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0" creationId="{097CD68E-23E3-4007-8847-CD0944C4F7BE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2" creationId="{AF2F604E-43BE-4DC3-B983-E071523364F8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4" creationId="{08C9B587-E65E-4B52-B37C-ABEBB6E87928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9" creationId="{22A397E7-BF60-45B2-84C7-B074B76C37A7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01" creationId="{890DEF05-784E-4B61-89E4-04C4ECF4E5A0}"/>
          </ac:spMkLst>
        </pc:spChg>
        <pc:picChg chg="add del mod">
          <ac:chgData name="Jefferson Passerini" userId="ec684a97d9b6a829" providerId="LiveId" clId="{BB787B5C-E77E-432F-B6BF-C3D49160FE0A}" dt="2024-05-29T13:35:56.093" v="22" actId="478"/>
          <ac:picMkLst>
            <pc:docMk/>
            <pc:sldMk cId="3568309152" sldId="256"/>
            <ac:picMk id="5" creationId="{84BC1B5D-A935-4CDE-8313-510FF33DFF74}"/>
          </ac:picMkLst>
        </pc:picChg>
        <pc:picChg chg="add mod ord">
          <ac:chgData name="Jefferson Passerini" userId="ec684a97d9b6a829" providerId="LiveId" clId="{BB787B5C-E77E-432F-B6BF-C3D49160FE0A}" dt="2024-05-29T13:36:12.983" v="27" actId="26606"/>
          <ac:picMkLst>
            <pc:docMk/>
            <pc:sldMk cId="3568309152" sldId="256"/>
            <ac:picMk id="7" creationId="{574A7D5F-7384-8CA7-C16E-B73DE64B5EA0}"/>
          </ac:picMkLst>
        </pc:picChg>
        <pc:picChg chg="del">
          <ac:chgData name="Jefferson Passerini" userId="ec684a97d9b6a829" providerId="LiveId" clId="{BB787B5C-E77E-432F-B6BF-C3D49160FE0A}" dt="2024-05-29T13:34:36.753" v="15" actId="478"/>
          <ac:picMkLst>
            <pc:docMk/>
            <pc:sldMk cId="3568309152" sldId="256"/>
            <ac:picMk id="10" creationId="{275F69C5-5F32-3955-258B-2F15C3A3B6CA}"/>
          </ac:picMkLst>
        </pc:picChg>
        <pc:cxnChg chg="add">
          <ac:chgData name="Jefferson Passerini" userId="ec684a97d9b6a829" providerId="LiveId" clId="{BB787B5C-E77E-432F-B6BF-C3D49160FE0A}" dt="2024-05-29T13:36:12.983" v="27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BB787B5C-E77E-432F-B6BF-C3D49160FE0A}" dt="2024-05-29T16:35:24.162" v="78" actId="122"/>
        <pc:sldMkLst>
          <pc:docMk/>
          <pc:sldMk cId="1879529569" sldId="287"/>
        </pc:sldMkLst>
        <pc:spChg chg="mod">
          <ac:chgData name="Jefferson Passerini" userId="ec684a97d9b6a829" providerId="LiveId" clId="{BB787B5C-E77E-432F-B6BF-C3D49160FE0A}" dt="2024-05-29T16:35:24.162" v="78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B787B5C-E77E-432F-B6BF-C3D49160FE0A}" dt="2024-05-29T13:36:34.954" v="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BB787B5C-E77E-432F-B6BF-C3D49160FE0A}" dt="2024-05-29T13:36:22.856" v="28" actId="47"/>
        <pc:sldMkLst>
          <pc:docMk/>
          <pc:sldMk cId="79919528" sldId="288"/>
        </pc:sldMkLst>
      </pc:sldChg>
      <pc:sldChg chg="add">
        <pc:chgData name="Jefferson Passerini" userId="ec684a97d9b6a829" providerId="LiveId" clId="{BB787B5C-E77E-432F-B6BF-C3D49160FE0A}" dt="2024-05-29T16:35:35.445" v="79" actId="2890"/>
        <pc:sldMkLst>
          <pc:docMk/>
          <pc:sldMk cId="617917625" sldId="288"/>
        </pc:sldMkLst>
      </pc:sldChg>
      <pc:sldChg chg="del">
        <pc:chgData name="Jefferson Passerini" userId="ec684a97d9b6a829" providerId="LiveId" clId="{BB787B5C-E77E-432F-B6BF-C3D49160FE0A}" dt="2024-05-29T13:36:23.094" v="29" actId="47"/>
        <pc:sldMkLst>
          <pc:docMk/>
          <pc:sldMk cId="3208648039" sldId="289"/>
        </pc:sldMkLst>
      </pc:sldChg>
      <pc:sldChg chg="modSp add mod">
        <pc:chgData name="Jefferson Passerini" userId="ec684a97d9b6a829" providerId="LiveId" clId="{BB787B5C-E77E-432F-B6BF-C3D49160FE0A}" dt="2024-05-29T16:42:06.107" v="257" actId="113"/>
        <pc:sldMkLst>
          <pc:docMk/>
          <pc:sldMk cId="3838484681" sldId="289"/>
        </pc:sldMkLst>
        <pc:spChg chg="mod">
          <ac:chgData name="Jefferson Passerini" userId="ec684a97d9b6a829" providerId="LiveId" clId="{BB787B5C-E77E-432F-B6BF-C3D49160FE0A}" dt="2024-05-29T16:42:06.107" v="257" actId="113"/>
          <ac:spMkLst>
            <pc:docMk/>
            <pc:sldMk cId="383848468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365" v="30" actId="47"/>
        <pc:sldMkLst>
          <pc:docMk/>
          <pc:sldMk cId="169101092" sldId="290"/>
        </pc:sldMkLst>
      </pc:sldChg>
      <pc:sldChg chg="modSp add mod">
        <pc:chgData name="Jefferson Passerini" userId="ec684a97d9b6a829" providerId="LiveId" clId="{BB787B5C-E77E-432F-B6BF-C3D49160FE0A}" dt="2024-05-29T16:42:02.473" v="256" actId="113"/>
        <pc:sldMkLst>
          <pc:docMk/>
          <pc:sldMk cId="522826668" sldId="290"/>
        </pc:sldMkLst>
        <pc:spChg chg="mod">
          <ac:chgData name="Jefferson Passerini" userId="ec684a97d9b6a829" providerId="LiveId" clId="{BB787B5C-E77E-432F-B6BF-C3D49160FE0A}" dt="2024-05-29T16:42:02.473" v="256" actId="113"/>
          <ac:spMkLst>
            <pc:docMk/>
            <pc:sldMk cId="522826668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6:45:30.403" v="324" actId="115"/>
        <pc:sldMkLst>
          <pc:docMk/>
          <pc:sldMk cId="1323548143" sldId="291"/>
        </pc:sldMkLst>
        <pc:spChg chg="mod">
          <ac:chgData name="Jefferson Passerini" userId="ec684a97d9b6a829" providerId="LiveId" clId="{BB787B5C-E77E-432F-B6BF-C3D49160FE0A}" dt="2024-05-29T16:45:30.403" v="324" actId="115"/>
          <ac:spMkLst>
            <pc:docMk/>
            <pc:sldMk cId="1323548143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22" v="31" actId="47"/>
        <pc:sldMkLst>
          <pc:docMk/>
          <pc:sldMk cId="3824080945" sldId="291"/>
        </pc:sldMkLst>
      </pc:sldChg>
      <pc:sldChg chg="del">
        <pc:chgData name="Jefferson Passerini" userId="ec684a97d9b6a829" providerId="LiveId" clId="{BB787B5C-E77E-432F-B6BF-C3D49160FE0A}" dt="2024-05-29T13:36:23.897" v="33" actId="47"/>
        <pc:sldMkLst>
          <pc:docMk/>
          <pc:sldMk cId="1501771575" sldId="292"/>
        </pc:sldMkLst>
      </pc:sldChg>
      <pc:sldChg chg="modSp add mod">
        <pc:chgData name="Jefferson Passerini" userId="ec684a97d9b6a829" providerId="LiveId" clId="{BB787B5C-E77E-432F-B6BF-C3D49160FE0A}" dt="2024-05-29T16:52:45.953" v="356" actId="255"/>
        <pc:sldMkLst>
          <pc:docMk/>
          <pc:sldMk cId="1998634926" sldId="292"/>
        </pc:sldMkLst>
        <pc:spChg chg="mod">
          <ac:chgData name="Jefferson Passerini" userId="ec684a97d9b6a829" providerId="LiveId" clId="{BB787B5C-E77E-432F-B6BF-C3D49160FE0A}" dt="2024-05-29T16:52:45.953" v="356" actId="255"/>
          <ac:spMkLst>
            <pc:docMk/>
            <pc:sldMk cId="199863492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48" v="32" actId="47"/>
        <pc:sldMkLst>
          <pc:docMk/>
          <pc:sldMk cId="1678466067" sldId="293"/>
        </pc:sldMkLst>
      </pc:sldChg>
      <pc:sldChg chg="modSp add mod">
        <pc:chgData name="Jefferson Passerini" userId="ec684a97d9b6a829" providerId="LiveId" clId="{BB787B5C-E77E-432F-B6BF-C3D49160FE0A}" dt="2024-05-29T16:54:54.674" v="389" actId="255"/>
        <pc:sldMkLst>
          <pc:docMk/>
          <pc:sldMk cId="2665549346" sldId="293"/>
        </pc:sldMkLst>
        <pc:spChg chg="mod">
          <ac:chgData name="Jefferson Passerini" userId="ec684a97d9b6a829" providerId="LiveId" clId="{BB787B5C-E77E-432F-B6BF-C3D49160FE0A}" dt="2024-05-29T16:54:54.674" v="389" actId="255"/>
          <ac:spMkLst>
            <pc:docMk/>
            <pc:sldMk cId="2665549346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078" v="34" actId="47"/>
        <pc:sldMkLst>
          <pc:docMk/>
          <pc:sldMk cId="1279196574" sldId="294"/>
        </pc:sldMkLst>
      </pc:sldChg>
      <pc:sldChg chg="addSp modSp add mod">
        <pc:chgData name="Jefferson Passerini" userId="ec684a97d9b6a829" providerId="LiveId" clId="{BB787B5C-E77E-432F-B6BF-C3D49160FE0A}" dt="2024-05-29T16:58:19.014" v="471" actId="20577"/>
        <pc:sldMkLst>
          <pc:docMk/>
          <pc:sldMk cId="1838402090" sldId="294"/>
        </pc:sldMkLst>
        <pc:spChg chg="mod">
          <ac:chgData name="Jefferson Passerini" userId="ec684a97d9b6a829" providerId="LiveId" clId="{BB787B5C-E77E-432F-B6BF-C3D49160FE0A}" dt="2024-05-29T16:58:19.014" v="471" actId="20577"/>
          <ac:spMkLst>
            <pc:docMk/>
            <pc:sldMk cId="1838402090" sldId="294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6:57:48.654" v="468" actId="1076"/>
          <ac:picMkLst>
            <pc:docMk/>
            <pc:sldMk cId="1838402090" sldId="294"/>
            <ac:picMk id="5" creationId="{5A049B0F-C654-BCC9-21A3-C115743C7CE7}"/>
          </ac:picMkLst>
        </pc:picChg>
      </pc:sldChg>
      <pc:sldChg chg="del">
        <pc:chgData name="Jefferson Passerini" userId="ec684a97d9b6a829" providerId="LiveId" clId="{BB787B5C-E77E-432F-B6BF-C3D49160FE0A}" dt="2024-05-29T13:36:24.277" v="35" actId="47"/>
        <pc:sldMkLst>
          <pc:docMk/>
          <pc:sldMk cId="1190761301" sldId="295"/>
        </pc:sldMkLst>
      </pc:sldChg>
      <pc:sldChg chg="modSp add mod">
        <pc:chgData name="Jefferson Passerini" userId="ec684a97d9b6a829" providerId="LiveId" clId="{BB787B5C-E77E-432F-B6BF-C3D49160FE0A}" dt="2024-05-29T16:59:31.953" v="484" actId="113"/>
        <pc:sldMkLst>
          <pc:docMk/>
          <pc:sldMk cId="2120685856" sldId="295"/>
        </pc:sldMkLst>
        <pc:spChg chg="mod">
          <ac:chgData name="Jefferson Passerini" userId="ec684a97d9b6a829" providerId="LiveId" clId="{BB787B5C-E77E-432F-B6BF-C3D49160FE0A}" dt="2024-05-29T16:59:31.953" v="484" actId="113"/>
          <ac:spMkLst>
            <pc:docMk/>
            <pc:sldMk cId="2120685856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7:00:53.285" v="497" actId="113"/>
        <pc:sldMkLst>
          <pc:docMk/>
          <pc:sldMk cId="2209514330" sldId="296"/>
        </pc:sldMkLst>
        <pc:spChg chg="mod">
          <ac:chgData name="Jefferson Passerini" userId="ec684a97d9b6a829" providerId="LiveId" clId="{BB787B5C-E77E-432F-B6BF-C3D49160FE0A}" dt="2024-05-29T17:00:53.285" v="497" actId="113"/>
          <ac:spMkLst>
            <pc:docMk/>
            <pc:sldMk cId="2209514330" sldId="296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509" v="36" actId="47"/>
        <pc:sldMkLst>
          <pc:docMk/>
          <pc:sldMk cId="3236742059" sldId="296"/>
        </pc:sldMkLst>
      </pc:sldChg>
      <pc:sldChg chg="modSp add mod">
        <pc:chgData name="Jefferson Passerini" userId="ec684a97d9b6a829" providerId="LiveId" clId="{BB787B5C-E77E-432F-B6BF-C3D49160FE0A}" dt="2024-05-29T17:02:23.896" v="505" actId="113"/>
        <pc:sldMkLst>
          <pc:docMk/>
          <pc:sldMk cId="1266118256" sldId="297"/>
        </pc:sldMkLst>
        <pc:spChg chg="mod">
          <ac:chgData name="Jefferson Passerini" userId="ec684a97d9b6a829" providerId="LiveId" clId="{BB787B5C-E77E-432F-B6BF-C3D49160FE0A}" dt="2024-05-29T17:02:23.896" v="505" actId="113"/>
          <ac:spMkLst>
            <pc:docMk/>
            <pc:sldMk cId="1266118256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874" v="37" actId="47"/>
        <pc:sldMkLst>
          <pc:docMk/>
          <pc:sldMk cId="2307360450" sldId="297"/>
        </pc:sldMkLst>
      </pc:sldChg>
      <pc:sldChg chg="del">
        <pc:chgData name="Jefferson Passerini" userId="ec684a97d9b6a829" providerId="LiveId" clId="{BB787B5C-E77E-432F-B6BF-C3D49160FE0A}" dt="2024-05-29T13:36:25.266" v="38" actId="47"/>
        <pc:sldMkLst>
          <pc:docMk/>
          <pc:sldMk cId="1208440842" sldId="298"/>
        </pc:sldMkLst>
      </pc:sldChg>
      <pc:sldChg chg="addSp delSp modSp add mod">
        <pc:chgData name="Jefferson Passerini" userId="ec684a97d9b6a829" providerId="LiveId" clId="{BB787B5C-E77E-432F-B6BF-C3D49160FE0A}" dt="2024-05-29T17:05:43.246" v="906" actId="27636"/>
        <pc:sldMkLst>
          <pc:docMk/>
          <pc:sldMk cId="3160059937" sldId="298"/>
        </pc:sldMkLst>
        <pc:spChg chg="mod">
          <ac:chgData name="Jefferson Passerini" userId="ec684a97d9b6a829" providerId="LiveId" clId="{BB787B5C-E77E-432F-B6BF-C3D49160FE0A}" dt="2024-05-29T17:05:43.246" v="906" actId="27636"/>
          <ac:spMkLst>
            <pc:docMk/>
            <pc:sldMk cId="3160059937" sldId="298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5:20.190" v="900" actId="478"/>
          <ac:picMkLst>
            <pc:docMk/>
            <pc:sldMk cId="3160059937" sldId="298"/>
            <ac:picMk id="5" creationId="{5A049B0F-C654-BCC9-21A3-C115743C7CE7}"/>
          </ac:picMkLst>
        </pc:picChg>
        <pc:picChg chg="add mod">
          <ac:chgData name="Jefferson Passerini" userId="ec684a97d9b6a829" providerId="LiveId" clId="{BB787B5C-E77E-432F-B6BF-C3D49160FE0A}" dt="2024-05-29T17:05:39.547" v="904" actId="1076"/>
          <ac:picMkLst>
            <pc:docMk/>
            <pc:sldMk cId="3160059937" sldId="298"/>
            <ac:picMk id="6" creationId="{B5002F2C-259B-8C1C-D482-66817F39B577}"/>
          </ac:picMkLst>
        </pc:picChg>
      </pc:sldChg>
      <pc:sldChg chg="delSp modSp add mod">
        <pc:chgData name="Jefferson Passerini" userId="ec684a97d9b6a829" providerId="LiveId" clId="{BB787B5C-E77E-432F-B6BF-C3D49160FE0A}" dt="2024-05-29T17:08:44.385" v="1036" actId="15"/>
        <pc:sldMkLst>
          <pc:docMk/>
          <pc:sldMk cId="2788255460" sldId="299"/>
        </pc:sldMkLst>
        <pc:spChg chg="mod">
          <ac:chgData name="Jefferson Passerini" userId="ec684a97d9b6a829" providerId="LiveId" clId="{BB787B5C-E77E-432F-B6BF-C3D49160FE0A}" dt="2024-05-29T17:08:44.385" v="1036" actId="15"/>
          <ac:spMkLst>
            <pc:docMk/>
            <pc:sldMk cId="2788255460" sldId="299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6:01.659" v="908" actId="478"/>
          <ac:picMkLst>
            <pc:docMk/>
            <pc:sldMk cId="2788255460" sldId="299"/>
            <ac:picMk id="6" creationId="{B5002F2C-259B-8C1C-D482-66817F39B577}"/>
          </ac:picMkLst>
        </pc:picChg>
      </pc:sldChg>
      <pc:sldChg chg="del">
        <pc:chgData name="Jefferson Passerini" userId="ec684a97d9b6a829" providerId="LiveId" clId="{BB787B5C-E77E-432F-B6BF-C3D49160FE0A}" dt="2024-05-29T13:36:28.455" v="49" actId="47"/>
        <pc:sldMkLst>
          <pc:docMk/>
          <pc:sldMk cId="4080487242" sldId="299"/>
        </pc:sldMkLst>
      </pc:sldChg>
      <pc:sldChg chg="modSp add mod">
        <pc:chgData name="Jefferson Passerini" userId="ec684a97d9b6a829" providerId="LiveId" clId="{BB787B5C-E77E-432F-B6BF-C3D49160FE0A}" dt="2024-05-29T17:09:52.219" v="1052" actId="108"/>
        <pc:sldMkLst>
          <pc:docMk/>
          <pc:sldMk cId="3027120737" sldId="300"/>
        </pc:sldMkLst>
        <pc:spChg chg="mod">
          <ac:chgData name="Jefferson Passerini" userId="ec684a97d9b6a829" providerId="LiveId" clId="{BB787B5C-E77E-432F-B6BF-C3D49160FE0A}" dt="2024-05-29T17:09:52.219" v="1052" actId="108"/>
          <ac:spMkLst>
            <pc:docMk/>
            <pc:sldMk cId="3027120737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8.926" v="50" actId="47"/>
        <pc:sldMkLst>
          <pc:docMk/>
          <pc:sldMk cId="3554057361" sldId="300"/>
        </pc:sldMkLst>
      </pc:sldChg>
      <pc:sldChg chg="modSp add ord">
        <pc:chgData name="Jefferson Passerini" userId="ec684a97d9b6a829" providerId="LiveId" clId="{BB787B5C-E77E-432F-B6BF-C3D49160FE0A}" dt="2024-05-29T17:11:09.830" v="1078"/>
        <pc:sldMkLst>
          <pc:docMk/>
          <pc:sldMk cId="1811027880" sldId="301"/>
        </pc:sldMkLst>
        <pc:spChg chg="mod">
          <ac:chgData name="Jefferson Passerini" userId="ec684a97d9b6a829" providerId="LiveId" clId="{BB787B5C-E77E-432F-B6BF-C3D49160FE0A}" dt="2024-05-29T17:10:58.315" v="1075" actId="20577"/>
          <ac:spMkLst>
            <pc:docMk/>
            <pc:sldMk cId="1811027880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BB787B5C-E77E-432F-B6BF-C3D49160FE0A}" dt="2024-05-29T13:36:25.558" v="39" actId="47"/>
        <pc:sldMkLst>
          <pc:docMk/>
          <pc:sldMk cId="2816627089" sldId="301"/>
        </pc:sldMkLst>
      </pc:sldChg>
      <pc:sldChg chg="del">
        <pc:chgData name="Jefferson Passerini" userId="ec684a97d9b6a829" providerId="LiveId" clId="{BB787B5C-E77E-432F-B6BF-C3D49160FE0A}" dt="2024-05-29T13:36:25.868" v="40" actId="47"/>
        <pc:sldMkLst>
          <pc:docMk/>
          <pc:sldMk cId="1299146882" sldId="302"/>
        </pc:sldMkLst>
      </pc:sldChg>
      <pc:sldChg chg="addSp modSp add mod">
        <pc:chgData name="Jefferson Passerini" userId="ec684a97d9b6a829" providerId="LiveId" clId="{BB787B5C-E77E-432F-B6BF-C3D49160FE0A}" dt="2024-05-29T17:16:10.321" v="1118" actId="1076"/>
        <pc:sldMkLst>
          <pc:docMk/>
          <pc:sldMk cId="3464557575" sldId="302"/>
        </pc:sldMkLst>
        <pc:spChg chg="add mod">
          <ac:chgData name="Jefferson Passerini" userId="ec684a97d9b6a829" providerId="LiveId" clId="{BB787B5C-E77E-432F-B6BF-C3D49160FE0A}" dt="2024-05-29T17:12:52.576" v="1107" actId="1035"/>
          <ac:spMkLst>
            <pc:docMk/>
            <pc:sldMk cId="3464557575" sldId="302"/>
            <ac:spMk id="2" creationId="{EE1EA9E1-72F7-6EE9-327C-D1AA78D8B8DE}"/>
          </ac:spMkLst>
        </pc:spChg>
        <pc:spChg chg="mod">
          <ac:chgData name="Jefferson Passerini" userId="ec684a97d9b6a829" providerId="LiveId" clId="{BB787B5C-E77E-432F-B6BF-C3D49160FE0A}" dt="2024-05-29T17:16:10.321" v="1118" actId="1076"/>
          <ac:spMkLst>
            <pc:docMk/>
            <pc:sldMk cId="3464557575" sldId="302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7:16:03.943" v="1117" actId="1076"/>
          <ac:picMkLst>
            <pc:docMk/>
            <pc:sldMk cId="3464557575" sldId="302"/>
            <ac:picMk id="6" creationId="{E019D0FD-28BD-43A4-3BC3-B3ACD1DBDF75}"/>
          </ac:picMkLst>
        </pc:picChg>
      </pc:sldChg>
      <pc:sldChg chg="del">
        <pc:chgData name="Jefferson Passerini" userId="ec684a97d9b6a829" providerId="LiveId" clId="{BB787B5C-E77E-432F-B6BF-C3D49160FE0A}" dt="2024-05-29T13:36:26.167" v="41" actId="47"/>
        <pc:sldMkLst>
          <pc:docMk/>
          <pc:sldMk cId="1923353088" sldId="303"/>
        </pc:sldMkLst>
      </pc:sldChg>
      <pc:sldChg chg="del">
        <pc:chgData name="Jefferson Passerini" userId="ec684a97d9b6a829" providerId="LiveId" clId="{BB787B5C-E77E-432F-B6BF-C3D49160FE0A}" dt="2024-05-29T13:36:26.463" v="42" actId="47"/>
        <pc:sldMkLst>
          <pc:docMk/>
          <pc:sldMk cId="252965080" sldId="304"/>
        </pc:sldMkLst>
      </pc:sldChg>
      <pc:sldChg chg="del">
        <pc:chgData name="Jefferson Passerini" userId="ec684a97d9b6a829" providerId="LiveId" clId="{BB787B5C-E77E-432F-B6BF-C3D49160FE0A}" dt="2024-05-29T13:36:26.731" v="43" actId="47"/>
        <pc:sldMkLst>
          <pc:docMk/>
          <pc:sldMk cId="607682740" sldId="305"/>
        </pc:sldMkLst>
      </pc:sldChg>
      <pc:sldChg chg="del">
        <pc:chgData name="Jefferson Passerini" userId="ec684a97d9b6a829" providerId="LiveId" clId="{BB787B5C-E77E-432F-B6BF-C3D49160FE0A}" dt="2024-05-29T13:36:27.042" v="44" actId="47"/>
        <pc:sldMkLst>
          <pc:docMk/>
          <pc:sldMk cId="2396349990" sldId="306"/>
        </pc:sldMkLst>
      </pc:sldChg>
      <pc:sldChg chg="del">
        <pc:chgData name="Jefferson Passerini" userId="ec684a97d9b6a829" providerId="LiveId" clId="{BB787B5C-E77E-432F-B6BF-C3D49160FE0A}" dt="2024-05-29T13:36:27.635" v="46" actId="47"/>
        <pc:sldMkLst>
          <pc:docMk/>
          <pc:sldMk cId="2185694841" sldId="307"/>
        </pc:sldMkLst>
      </pc:sldChg>
      <pc:sldChg chg="del">
        <pc:chgData name="Jefferson Passerini" userId="ec684a97d9b6a829" providerId="LiveId" clId="{BB787B5C-E77E-432F-B6BF-C3D49160FE0A}" dt="2024-05-29T13:36:27.381" v="45" actId="47"/>
        <pc:sldMkLst>
          <pc:docMk/>
          <pc:sldMk cId="962548081" sldId="308"/>
        </pc:sldMkLst>
      </pc:sldChg>
      <pc:sldChg chg="del">
        <pc:chgData name="Jefferson Passerini" userId="ec684a97d9b6a829" providerId="LiveId" clId="{BB787B5C-E77E-432F-B6BF-C3D49160FE0A}" dt="2024-05-29T13:36:27.880" v="47" actId="47"/>
        <pc:sldMkLst>
          <pc:docMk/>
          <pc:sldMk cId="3387030225" sldId="309"/>
        </pc:sldMkLst>
      </pc:sldChg>
      <pc:sldChg chg="del">
        <pc:chgData name="Jefferson Passerini" userId="ec684a97d9b6a829" providerId="LiveId" clId="{BB787B5C-E77E-432F-B6BF-C3D49160FE0A}" dt="2024-05-29T13:36:28.169" v="48" actId="47"/>
        <pc:sldMkLst>
          <pc:docMk/>
          <pc:sldMk cId="2669602002" sldId="310"/>
        </pc:sldMkLst>
      </pc:sldChg>
      <pc:sldChg chg="del">
        <pc:chgData name="Jefferson Passerini" userId="ec684a97d9b6a829" providerId="LiveId" clId="{BB787B5C-E77E-432F-B6BF-C3D49160FE0A}" dt="2024-05-29T13:36:29.223" v="51" actId="47"/>
        <pc:sldMkLst>
          <pc:docMk/>
          <pc:sldMk cId="145990791" sldId="311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69073BFF-648F-4201-870A-41E70D3BDDF9}"/>
    <pc:docChg chg="undo custSel addSld delSld modSld sldOrd">
      <pc:chgData name="Jefferson Passerini" userId="ec684a97d9b6a829" providerId="LiveId" clId="{69073BFF-648F-4201-870A-41E70D3BDDF9}" dt="2024-09-11T16:27:32.338" v="3674" actId="47"/>
      <pc:docMkLst>
        <pc:docMk/>
      </pc:docMkLst>
      <pc:sldChg chg="addSp delSp modSp mod modAnim">
        <pc:chgData name="Jefferson Passerini" userId="ec684a97d9b6a829" providerId="LiveId" clId="{69073BFF-648F-4201-870A-41E70D3BDDF9}" dt="2024-09-11T12:22:57.538" v="693" actId="14100"/>
        <pc:sldMkLst>
          <pc:docMk/>
          <pc:sldMk cId="3568309152" sldId="256"/>
        </pc:sldMkLst>
        <pc:spChg chg="mod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9073BFF-648F-4201-870A-41E70D3BDDF9}" dt="2024-09-11T12:22:57.538" v="693" actId="14100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19" creationId="{E91DC736-0EF8-4F87-9146-EBF1D2EE4D3D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1" creationId="{097CD68E-23E3-4007-8847-CD0944C4F7BE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3" creationId="{AF2F604E-43BE-4DC3-B983-E071523364F8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5" creationId="{08C9B587-E65E-4B52-B37C-ABEBB6E87928}"/>
          </ac:spMkLst>
        </pc:spChg>
        <pc:spChg chg="add del">
          <ac:chgData name="Jefferson Passerini" userId="ec684a97d9b6a829" providerId="LiveId" clId="{69073BFF-648F-4201-870A-41E70D3BDDF9}" dt="2024-09-11T12:22:40.320" v="689" actId="26606"/>
          <ac:spMkLst>
            <pc:docMk/>
            <pc:sldMk cId="3568309152" sldId="256"/>
            <ac:spMk id="230" creationId="{06DA9DF9-31F7-4056-B42E-878CC92417B8}"/>
          </ac:spMkLst>
        </pc:spChg>
        <pc:spChg chg="add del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2" creationId="{F49775AF-8896-43EE-92C6-83497D6DC56F}"/>
          </ac:spMkLst>
        </pc:spChg>
        <pc:spChg chg="add del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3" creationId="{9B7AD9F6-8CE7-4299-8FC6-328F4DCD3FF9}"/>
          </ac:spMkLst>
        </pc:spChg>
        <pc:spChg chg="add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8" creationId="{32E62931-8EB4-42BB-BAAB-D8757BE66D8E}"/>
          </ac:spMkLst>
        </pc:spChg>
        <pc:picChg chg="add mod">
          <ac:chgData name="Jefferson Passerini" userId="ec684a97d9b6a829" providerId="LiveId" clId="{69073BFF-648F-4201-870A-41E70D3BDDF9}" dt="2024-09-11T12:22:50.021" v="692" actId="26606"/>
          <ac:picMkLst>
            <pc:docMk/>
            <pc:sldMk cId="3568309152" sldId="256"/>
            <ac:picMk id="5" creationId="{9E9A9D6C-89BE-3DA5-E16F-28924F1B916A}"/>
          </ac:picMkLst>
        </pc:picChg>
        <pc:picChg chg="del">
          <ac:chgData name="Jefferson Passerini" userId="ec684a97d9b6a829" providerId="LiveId" clId="{69073BFF-648F-4201-870A-41E70D3BDDF9}" dt="2024-09-11T12:22:29.770" v="684" actId="478"/>
          <ac:picMkLst>
            <pc:docMk/>
            <pc:sldMk cId="3568309152" sldId="256"/>
            <ac:picMk id="6" creationId="{CE4C3F96-01C2-9409-0FD6-687C661B8906}"/>
          </ac:picMkLst>
        </pc:picChg>
      </pc:sldChg>
      <pc:sldChg chg="modSp mod">
        <pc:chgData name="Jefferson Passerini" userId="ec684a97d9b6a829" providerId="LiveId" clId="{69073BFF-648F-4201-870A-41E70D3BDDF9}" dt="2024-09-11T11:58:34.895" v="317" actId="20577"/>
        <pc:sldMkLst>
          <pc:docMk/>
          <pc:sldMk cId="1879529569" sldId="287"/>
        </pc:sldMkLst>
        <pc:spChg chg="mod">
          <ac:chgData name="Jefferson Passerini" userId="ec684a97d9b6a829" providerId="LiveId" clId="{69073BFF-648F-4201-870A-41E70D3BDDF9}" dt="2024-09-11T11:58:34.895" v="317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9073BFF-648F-4201-870A-41E70D3BDDF9}" dt="2024-09-11T11:54:53.071" v="103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69073BFF-648F-4201-870A-41E70D3BDDF9}" dt="2024-09-11T12:03:28.217" v="396" actId="20577"/>
        <pc:sldMkLst>
          <pc:docMk/>
          <pc:sldMk cId="777071449" sldId="288"/>
        </pc:sldMkLst>
        <pc:spChg chg="mod">
          <ac:chgData name="Jefferson Passerini" userId="ec684a97d9b6a829" providerId="LiveId" clId="{69073BFF-648F-4201-870A-41E70D3BDDF9}" dt="2024-09-11T12:03:28.217" v="396" actId="20577"/>
          <ac:spMkLst>
            <pc:docMk/>
            <pc:sldMk cId="777071449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0.809" v="47" actId="47"/>
        <pc:sldMkLst>
          <pc:docMk/>
          <pc:sldMk cId="4110157163" sldId="288"/>
        </pc:sldMkLst>
      </pc:sldChg>
      <pc:sldChg chg="modSp add mod">
        <pc:chgData name="Jefferson Passerini" userId="ec684a97d9b6a829" providerId="LiveId" clId="{69073BFF-648F-4201-870A-41E70D3BDDF9}" dt="2024-09-11T12:03:38.188" v="415" actId="20577"/>
        <pc:sldMkLst>
          <pc:docMk/>
          <pc:sldMk cId="2290999321" sldId="289"/>
        </pc:sldMkLst>
        <pc:spChg chg="mod">
          <ac:chgData name="Jefferson Passerini" userId="ec684a97d9b6a829" providerId="LiveId" clId="{69073BFF-648F-4201-870A-41E70D3BDDF9}" dt="2024-09-11T12:03:38.188" v="415" actId="20577"/>
          <ac:spMkLst>
            <pc:docMk/>
            <pc:sldMk cId="229099932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1.091" v="48" actId="47"/>
        <pc:sldMkLst>
          <pc:docMk/>
          <pc:sldMk cId="2346556844" sldId="289"/>
        </pc:sldMkLst>
      </pc:sldChg>
      <pc:sldChg chg="addSp modSp add mod">
        <pc:chgData name="Jefferson Passerini" userId="ec684a97d9b6a829" providerId="LiveId" clId="{69073BFF-648F-4201-870A-41E70D3BDDF9}" dt="2024-09-11T12:10:07.595" v="525" actId="14100"/>
        <pc:sldMkLst>
          <pc:docMk/>
          <pc:sldMk cId="3195367172" sldId="290"/>
        </pc:sldMkLst>
        <pc:spChg chg="mod">
          <ac:chgData name="Jefferson Passerini" userId="ec684a97d9b6a829" providerId="LiveId" clId="{69073BFF-648F-4201-870A-41E70D3BDDF9}" dt="2024-09-11T12:10:07.595" v="525" actId="14100"/>
          <ac:spMkLst>
            <pc:docMk/>
            <pc:sldMk cId="3195367172" sldId="290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2:04:37.218" v="438" actId="1076"/>
          <ac:picMkLst>
            <pc:docMk/>
            <pc:sldMk cId="3195367172" sldId="290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283" v="49" actId="47"/>
        <pc:sldMkLst>
          <pc:docMk/>
          <pc:sldMk cId="3804161518" sldId="290"/>
        </pc:sldMkLst>
      </pc:sldChg>
      <pc:sldChg chg="modSp add mod">
        <pc:chgData name="Jefferson Passerini" userId="ec684a97d9b6a829" providerId="LiveId" clId="{69073BFF-648F-4201-870A-41E70D3BDDF9}" dt="2024-09-11T12:10:14.691" v="527" actId="27636"/>
        <pc:sldMkLst>
          <pc:docMk/>
          <pc:sldMk cId="1668531145" sldId="291"/>
        </pc:sldMkLst>
        <pc:spChg chg="mod">
          <ac:chgData name="Jefferson Passerini" userId="ec684a97d9b6a829" providerId="LiveId" clId="{69073BFF-648F-4201-870A-41E70D3BDDF9}" dt="2024-09-11T12:10:14.691" v="527" actId="27636"/>
          <ac:spMkLst>
            <pc:docMk/>
            <pc:sldMk cId="1668531145" sldId="291"/>
            <ac:spMk id="3" creationId="{212081E4-07F6-C689-2ACC-B6CADD634983}"/>
          </ac:spMkLst>
        </pc:spChg>
        <pc:picChg chg="mod ord">
          <ac:chgData name="Jefferson Passerini" userId="ec684a97d9b6a829" providerId="LiveId" clId="{69073BFF-648F-4201-870A-41E70D3BDDF9}" dt="2024-09-11T12:08:32.816" v="498" actId="14100"/>
          <ac:picMkLst>
            <pc:docMk/>
            <pc:sldMk cId="1668531145" sldId="291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476" v="50" actId="47"/>
        <pc:sldMkLst>
          <pc:docMk/>
          <pc:sldMk cId="2532405675" sldId="291"/>
        </pc:sldMkLst>
      </pc:sldChg>
      <pc:sldChg chg="del">
        <pc:chgData name="Jefferson Passerini" userId="ec684a97d9b6a829" providerId="LiveId" clId="{69073BFF-648F-4201-870A-41E70D3BDDF9}" dt="2024-09-11T11:54:31.713" v="51" actId="47"/>
        <pc:sldMkLst>
          <pc:docMk/>
          <pc:sldMk cId="2628596664" sldId="292"/>
        </pc:sldMkLst>
      </pc:sldChg>
      <pc:sldChg chg="modSp add mod">
        <pc:chgData name="Jefferson Passerini" userId="ec684a97d9b6a829" providerId="LiveId" clId="{69073BFF-648F-4201-870A-41E70D3BDDF9}" dt="2024-09-11T12:09:49.274" v="520" actId="113"/>
        <pc:sldMkLst>
          <pc:docMk/>
          <pc:sldMk cId="3603699617" sldId="292"/>
        </pc:sldMkLst>
        <pc:spChg chg="mod">
          <ac:chgData name="Jefferson Passerini" userId="ec684a97d9b6a829" providerId="LiveId" clId="{69073BFF-648F-4201-870A-41E70D3BDDF9}" dt="2024-09-11T12:09:49.274" v="520" actId="113"/>
          <ac:spMkLst>
            <pc:docMk/>
            <pc:sldMk cId="3603699617" sldId="292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69073BFF-648F-4201-870A-41E70D3BDDF9}" dt="2024-09-11T12:15:33.359" v="645" actId="20577"/>
        <pc:sldMkLst>
          <pc:docMk/>
          <pc:sldMk cId="1957621975" sldId="293"/>
        </pc:sldMkLst>
        <pc:spChg chg="mod">
          <ac:chgData name="Jefferson Passerini" userId="ec684a97d9b6a829" providerId="LiveId" clId="{69073BFF-648F-4201-870A-41E70D3BDDF9}" dt="2024-09-11T12:15:33.359" v="645" actId="20577"/>
          <ac:spMkLst>
            <pc:docMk/>
            <pc:sldMk cId="1957621975" sldId="293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10:47.709" v="546" actId="478"/>
          <ac:picMkLst>
            <pc:docMk/>
            <pc:sldMk cId="1957621975" sldId="293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906" v="52" actId="47"/>
        <pc:sldMkLst>
          <pc:docMk/>
          <pc:sldMk cId="3835876583" sldId="293"/>
        </pc:sldMkLst>
      </pc:sldChg>
      <pc:sldChg chg="del">
        <pc:chgData name="Jefferson Passerini" userId="ec684a97d9b6a829" providerId="LiveId" clId="{69073BFF-648F-4201-870A-41E70D3BDDF9}" dt="2024-09-11T11:54:32.145" v="53" actId="47"/>
        <pc:sldMkLst>
          <pc:docMk/>
          <pc:sldMk cId="3578035715" sldId="294"/>
        </pc:sldMkLst>
      </pc:sldChg>
      <pc:sldChg chg="modSp add mod">
        <pc:chgData name="Jefferson Passerini" userId="ec684a97d9b6a829" providerId="LiveId" clId="{69073BFF-648F-4201-870A-41E70D3BDDF9}" dt="2024-09-11T13:14:19.875" v="1176" actId="113"/>
        <pc:sldMkLst>
          <pc:docMk/>
          <pc:sldMk cId="4192453933" sldId="294"/>
        </pc:sldMkLst>
        <pc:spChg chg="mod">
          <ac:chgData name="Jefferson Passerini" userId="ec684a97d9b6a829" providerId="LiveId" clId="{69073BFF-648F-4201-870A-41E70D3BDDF9}" dt="2024-09-11T13:14:19.875" v="1176" actId="113"/>
          <ac:spMkLst>
            <pc:docMk/>
            <pc:sldMk cId="4192453933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2.387" v="54" actId="47"/>
        <pc:sldMkLst>
          <pc:docMk/>
          <pc:sldMk cId="466280431" sldId="295"/>
        </pc:sldMkLst>
      </pc:sldChg>
      <pc:sldChg chg="modSp add mod">
        <pc:chgData name="Jefferson Passerini" userId="ec684a97d9b6a829" providerId="LiveId" clId="{69073BFF-648F-4201-870A-41E70D3BDDF9}" dt="2024-09-11T12:17:22.593" v="683" actId="114"/>
        <pc:sldMkLst>
          <pc:docMk/>
          <pc:sldMk cId="515291738" sldId="295"/>
        </pc:sldMkLst>
        <pc:spChg chg="mod">
          <ac:chgData name="Jefferson Passerini" userId="ec684a97d9b6a829" providerId="LiveId" clId="{69073BFF-648F-4201-870A-41E70D3BDDF9}" dt="2024-09-11T12:17:22.593" v="683" actId="114"/>
          <ac:spMkLst>
            <pc:docMk/>
            <pc:sldMk cId="515291738" sldId="295"/>
            <ac:spMk id="3" creationId="{212081E4-07F6-C689-2ACC-B6CADD634983}"/>
          </ac:spMkLst>
        </pc:spChg>
      </pc:sldChg>
      <pc:sldChg chg="modSp add ord">
        <pc:chgData name="Jefferson Passerini" userId="ec684a97d9b6a829" providerId="LiveId" clId="{69073BFF-648F-4201-870A-41E70D3BDDF9}" dt="2024-09-11T12:24:21.275" v="758" actId="20577"/>
        <pc:sldMkLst>
          <pc:docMk/>
          <pc:sldMk cId="689337600" sldId="296"/>
        </pc:sldMkLst>
        <pc:spChg chg="mod">
          <ac:chgData name="Jefferson Passerini" userId="ec684a97d9b6a829" providerId="LiveId" clId="{69073BFF-648F-4201-870A-41E70D3BDDF9}" dt="2024-09-11T12:24:21.275" v="758" actId="20577"/>
          <ac:spMkLst>
            <pc:docMk/>
            <pc:sldMk cId="68933760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69073BFF-648F-4201-870A-41E70D3BDDF9}" dt="2024-09-11T11:54:33.826" v="60" actId="47"/>
        <pc:sldMkLst>
          <pc:docMk/>
          <pc:sldMk cId="1027580530" sldId="296"/>
        </pc:sldMkLst>
      </pc:sldChg>
      <pc:sldChg chg="del">
        <pc:chgData name="Jefferson Passerini" userId="ec684a97d9b6a829" providerId="LiveId" clId="{69073BFF-648F-4201-870A-41E70D3BDDF9}" dt="2024-09-11T11:54:34.021" v="61" actId="47"/>
        <pc:sldMkLst>
          <pc:docMk/>
          <pc:sldMk cId="619452697" sldId="297"/>
        </pc:sldMkLst>
      </pc:sldChg>
      <pc:sldChg chg="add">
        <pc:chgData name="Jefferson Passerini" userId="ec684a97d9b6a829" providerId="LiveId" clId="{69073BFF-648F-4201-870A-41E70D3BDDF9}" dt="2024-09-11T12:23:58.041" v="729" actId="2890"/>
        <pc:sldMkLst>
          <pc:docMk/>
          <pc:sldMk cId="3138521553" sldId="297"/>
        </pc:sldMkLst>
      </pc:sldChg>
      <pc:sldChg chg="del">
        <pc:chgData name="Jefferson Passerini" userId="ec684a97d9b6a829" providerId="LiveId" clId="{69073BFF-648F-4201-870A-41E70D3BDDF9}" dt="2024-09-11T11:54:34.548" v="62" actId="47"/>
        <pc:sldMkLst>
          <pc:docMk/>
          <pc:sldMk cId="1938676965" sldId="298"/>
        </pc:sldMkLst>
      </pc:sldChg>
      <pc:sldChg chg="add">
        <pc:chgData name="Jefferson Passerini" userId="ec684a97d9b6a829" providerId="LiveId" clId="{69073BFF-648F-4201-870A-41E70D3BDDF9}" dt="2024-09-11T12:24:14.584" v="752" actId="2890"/>
        <pc:sldMkLst>
          <pc:docMk/>
          <pc:sldMk cId="2056410237" sldId="298"/>
        </pc:sldMkLst>
      </pc:sldChg>
      <pc:sldChg chg="addSp delSp modSp add mod">
        <pc:chgData name="Jefferson Passerini" userId="ec684a97d9b6a829" providerId="LiveId" clId="{69073BFF-648F-4201-870A-41E70D3BDDF9}" dt="2024-09-11T12:32:42.066" v="868" actId="114"/>
        <pc:sldMkLst>
          <pc:docMk/>
          <pc:sldMk cId="1917152091" sldId="299"/>
        </pc:sldMkLst>
        <pc:spChg chg="mod">
          <ac:chgData name="Jefferson Passerini" userId="ec684a97d9b6a829" providerId="LiveId" clId="{69073BFF-648F-4201-870A-41E70D3BDDF9}" dt="2024-09-11T12:32:42.066" v="868" actId="114"/>
          <ac:spMkLst>
            <pc:docMk/>
            <pc:sldMk cId="1917152091" sldId="299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25:47.335" v="797" actId="478"/>
          <ac:picMkLst>
            <pc:docMk/>
            <pc:sldMk cId="1917152091" sldId="299"/>
            <ac:picMk id="5" creationId="{ABA40DC1-6225-A9FA-C8D1-7B37171294F4}"/>
          </ac:picMkLst>
        </pc:picChg>
        <pc:picChg chg="add del mod">
          <ac:chgData name="Jefferson Passerini" userId="ec684a97d9b6a829" providerId="LiveId" clId="{69073BFF-648F-4201-870A-41E70D3BDDF9}" dt="2024-09-11T12:31:24.233" v="845" actId="478"/>
          <ac:picMkLst>
            <pc:docMk/>
            <pc:sldMk cId="1917152091" sldId="299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5.710" v="63" actId="47"/>
        <pc:sldMkLst>
          <pc:docMk/>
          <pc:sldMk cId="3361440829" sldId="299"/>
        </pc:sldMkLst>
      </pc:sldChg>
      <pc:sldChg chg="modSp add mod">
        <pc:chgData name="Jefferson Passerini" userId="ec684a97d9b6a829" providerId="LiveId" clId="{69073BFF-648F-4201-870A-41E70D3BDDF9}" dt="2024-09-11T12:32:05.397" v="858" actId="1076"/>
        <pc:sldMkLst>
          <pc:docMk/>
          <pc:sldMk cId="2851419289" sldId="300"/>
        </pc:sldMkLst>
        <pc:spChg chg="mod">
          <ac:chgData name="Jefferson Passerini" userId="ec684a97d9b6a829" providerId="LiveId" clId="{69073BFF-648F-4201-870A-41E70D3BDDF9}" dt="2024-09-11T12:31:57.970" v="857" actId="14100"/>
          <ac:spMkLst>
            <pc:docMk/>
            <pc:sldMk cId="2851419289" sldId="300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2:05.397" v="858" actId="1076"/>
          <ac:picMkLst>
            <pc:docMk/>
            <pc:sldMk cId="2851419289" sldId="300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627" v="55" actId="47"/>
        <pc:sldMkLst>
          <pc:docMk/>
          <pc:sldMk cId="4211298744" sldId="300"/>
        </pc:sldMkLst>
      </pc:sldChg>
      <pc:sldChg chg="del">
        <pc:chgData name="Jefferson Passerini" userId="ec684a97d9b6a829" providerId="LiveId" clId="{69073BFF-648F-4201-870A-41E70D3BDDF9}" dt="2024-09-11T11:54:33.538" v="59" actId="47"/>
        <pc:sldMkLst>
          <pc:docMk/>
          <pc:sldMk cId="62111205" sldId="301"/>
        </pc:sldMkLst>
      </pc:sldChg>
      <pc:sldChg chg="modSp add mod">
        <pc:chgData name="Jefferson Passerini" userId="ec684a97d9b6a829" providerId="LiveId" clId="{69073BFF-648F-4201-870A-41E70D3BDDF9}" dt="2024-09-11T12:34:01.795" v="893" actId="1076"/>
        <pc:sldMkLst>
          <pc:docMk/>
          <pc:sldMk cId="3749932431" sldId="301"/>
        </pc:sldMkLst>
        <pc:spChg chg="mod">
          <ac:chgData name="Jefferson Passerini" userId="ec684a97d9b6a829" providerId="LiveId" clId="{69073BFF-648F-4201-870A-41E70D3BDDF9}" dt="2024-09-11T12:33:54.605" v="890" actId="20577"/>
          <ac:spMkLst>
            <pc:docMk/>
            <pc:sldMk cId="3749932431" sldId="301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4:01.795" v="893" actId="1076"/>
          <ac:picMkLst>
            <pc:docMk/>
            <pc:sldMk cId="3749932431" sldId="301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868" v="56" actId="47"/>
        <pc:sldMkLst>
          <pc:docMk/>
          <pc:sldMk cId="1188976495" sldId="302"/>
        </pc:sldMkLst>
      </pc:sldChg>
      <pc:sldChg chg="add del">
        <pc:chgData name="Jefferson Passerini" userId="ec684a97d9b6a829" providerId="LiveId" clId="{69073BFF-648F-4201-870A-41E70D3BDDF9}" dt="2024-09-11T13:12:07.131" v="1003" actId="47"/>
        <pc:sldMkLst>
          <pc:docMk/>
          <pc:sldMk cId="3106784970" sldId="302"/>
        </pc:sldMkLst>
      </pc:sldChg>
      <pc:sldChg chg="addSp delSp modSp add mod ord">
        <pc:chgData name="Jefferson Passerini" userId="ec684a97d9b6a829" providerId="LiveId" clId="{69073BFF-648F-4201-870A-41E70D3BDDF9}" dt="2024-09-11T13:19:24.574" v="1342"/>
        <pc:sldMkLst>
          <pc:docMk/>
          <pc:sldMk cId="850080526" sldId="303"/>
        </pc:sldMkLst>
        <pc:spChg chg="add mod">
          <ac:chgData name="Jefferson Passerini" userId="ec684a97d9b6a829" providerId="LiveId" clId="{69073BFF-648F-4201-870A-41E70D3BDDF9}" dt="2024-09-11T12:35:53.371" v="921" actId="1076"/>
          <ac:spMkLst>
            <pc:docMk/>
            <pc:sldMk cId="850080526" sldId="303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3:10:17.352" v="955" actId="478"/>
          <ac:spMkLst>
            <pc:docMk/>
            <pc:sldMk cId="850080526" sldId="303"/>
            <ac:spMk id="3" creationId="{212081E4-07F6-C689-2ACC-B6CADD634983}"/>
          </ac:spMkLst>
        </pc:spChg>
        <pc:spChg chg="mod">
          <ac:chgData name="Jefferson Passerini" userId="ec684a97d9b6a829" providerId="LiveId" clId="{69073BFF-648F-4201-870A-41E70D3BDDF9}" dt="2024-09-11T13:10:13.030" v="954" actId="1076"/>
          <ac:spMkLst>
            <pc:docMk/>
            <pc:sldMk cId="850080526" sldId="303"/>
            <ac:spMk id="4" creationId="{5EA05B02-D80D-3624-D3E0-6EB75542A97B}"/>
          </ac:spMkLst>
        </pc:spChg>
        <pc:spChg chg="add del mod">
          <ac:chgData name="Jefferson Passerini" userId="ec684a97d9b6a829" providerId="LiveId" clId="{69073BFF-648F-4201-870A-41E70D3BDDF9}" dt="2024-09-11T13:10:22.613" v="956" actId="478"/>
          <ac:spMkLst>
            <pc:docMk/>
            <pc:sldMk cId="850080526" sldId="303"/>
            <ac:spMk id="12" creationId="{740B284A-21A2-F5EB-98DE-87DF51F01BBA}"/>
          </ac:spMkLst>
        </pc:spChg>
        <pc:spChg chg="add mod">
          <ac:chgData name="Jefferson Passerini" userId="ec684a97d9b6a829" providerId="LiveId" clId="{69073BFF-648F-4201-870A-41E70D3BDDF9}" dt="2024-09-11T13:15:41.027" v="1289" actId="1076"/>
          <ac:spMkLst>
            <pc:docMk/>
            <pc:sldMk cId="850080526" sldId="303"/>
            <ac:spMk id="13" creationId="{3420127C-3077-26BE-DF82-400B138DF25B}"/>
          </ac:spMkLst>
        </pc:spChg>
        <pc:spChg chg="add mod">
          <ac:chgData name="Jefferson Passerini" userId="ec684a97d9b6a829" providerId="LiveId" clId="{69073BFF-648F-4201-870A-41E70D3BDDF9}" dt="2024-09-11T13:15:51.926" v="1292" actId="1076"/>
          <ac:spMkLst>
            <pc:docMk/>
            <pc:sldMk cId="850080526" sldId="303"/>
            <ac:spMk id="16" creationId="{ECFFE2CE-14F1-D078-4371-2E659B04CA6B}"/>
          </ac:spMkLst>
        </pc:spChg>
        <pc:spChg chg="add mod">
          <ac:chgData name="Jefferson Passerini" userId="ec684a97d9b6a829" providerId="LiveId" clId="{69073BFF-648F-4201-870A-41E70D3BDDF9}" dt="2024-09-11T13:19:14.252" v="1340" actId="20577"/>
          <ac:spMkLst>
            <pc:docMk/>
            <pc:sldMk cId="850080526" sldId="303"/>
            <ac:spMk id="17" creationId="{5946E3E6-2297-74EC-F53F-2FD5E6A0666F}"/>
          </ac:spMkLst>
        </pc:spChg>
        <pc:picChg chg="add mod">
          <ac:chgData name="Jefferson Passerini" userId="ec684a97d9b6a829" providerId="LiveId" clId="{69073BFF-648F-4201-870A-41E70D3BDDF9}" dt="2024-09-11T13:09:25.528" v="941" actId="1076"/>
          <ac:picMkLst>
            <pc:docMk/>
            <pc:sldMk cId="850080526" sldId="303"/>
            <ac:picMk id="5" creationId="{EB63B497-355D-CE6F-C7D9-EBCDA8FF7166}"/>
          </ac:picMkLst>
        </pc:picChg>
        <pc:picChg chg="del">
          <ac:chgData name="Jefferson Passerini" userId="ec684a97d9b6a829" providerId="LiveId" clId="{69073BFF-648F-4201-870A-41E70D3BDDF9}" dt="2024-09-11T12:35:20.361" v="911" actId="478"/>
          <ac:picMkLst>
            <pc:docMk/>
            <pc:sldMk cId="850080526" sldId="303"/>
            <ac:picMk id="6" creationId="{9F126CA9-3ACF-F2E8-371E-5B2F5ACCC68D}"/>
          </ac:picMkLst>
        </pc:picChg>
        <pc:picChg chg="add mod">
          <ac:chgData name="Jefferson Passerini" userId="ec684a97d9b6a829" providerId="LiveId" clId="{69073BFF-648F-4201-870A-41E70D3BDDF9}" dt="2024-09-11T13:09:47.492" v="949" actId="1076"/>
          <ac:picMkLst>
            <pc:docMk/>
            <pc:sldMk cId="850080526" sldId="303"/>
            <ac:picMk id="7" creationId="{6D833D69-2F33-26B3-D3D1-D058570B9006}"/>
          </ac:picMkLst>
        </pc:picChg>
        <pc:cxnChg chg="add mod">
          <ac:chgData name="Jefferson Passerini" userId="ec684a97d9b6a829" providerId="LiveId" clId="{69073BFF-648F-4201-870A-41E70D3BDDF9}" dt="2024-09-11T13:11:24.176" v="1002" actId="14100"/>
          <ac:cxnSpMkLst>
            <pc:docMk/>
            <pc:sldMk cId="850080526" sldId="303"/>
            <ac:cxnSpMk id="9" creationId="{A0611C70-CCE7-8096-6090-B6E71E209F41}"/>
          </ac:cxnSpMkLst>
        </pc:cxnChg>
        <pc:cxnChg chg="add mod">
          <ac:chgData name="Jefferson Passerini" userId="ec684a97d9b6a829" providerId="LiveId" clId="{69073BFF-648F-4201-870A-41E70D3BDDF9}" dt="2024-09-11T13:11:21.569" v="1001" actId="14100"/>
          <ac:cxnSpMkLst>
            <pc:docMk/>
            <pc:sldMk cId="850080526" sldId="303"/>
            <ac:cxnSpMk id="10" creationId="{9FA733A4-B29E-B06F-C77A-5B70F26D57DB}"/>
          </ac:cxnSpMkLst>
        </pc:cxnChg>
      </pc:sldChg>
      <pc:sldChg chg="del">
        <pc:chgData name="Jefferson Passerini" userId="ec684a97d9b6a829" providerId="LiveId" clId="{69073BFF-648F-4201-870A-41E70D3BDDF9}" dt="2024-09-11T11:54:33.108" v="57" actId="47"/>
        <pc:sldMkLst>
          <pc:docMk/>
          <pc:sldMk cId="2836738579" sldId="303"/>
        </pc:sldMkLst>
      </pc:sldChg>
      <pc:sldChg chg="modSp add del mod ord">
        <pc:chgData name="Jefferson Passerini" userId="ec684a97d9b6a829" providerId="LiveId" clId="{69073BFF-648F-4201-870A-41E70D3BDDF9}" dt="2024-09-11T16:27:32.338" v="3674" actId="47"/>
        <pc:sldMkLst>
          <pc:docMk/>
          <pc:sldMk cId="2204325611" sldId="304"/>
        </pc:sldMkLst>
        <pc:spChg chg="mod">
          <ac:chgData name="Jefferson Passerini" userId="ec684a97d9b6a829" providerId="LiveId" clId="{69073BFF-648F-4201-870A-41E70D3BDDF9}" dt="2024-09-11T12:36:06.609" v="936" actId="20577"/>
          <ac:spMkLst>
            <pc:docMk/>
            <pc:sldMk cId="2204325611" sldId="304"/>
            <ac:spMk id="2" creationId="{51F78C9B-2BBD-6BBB-2AC2-A53718FC71D5}"/>
          </ac:spMkLst>
        </pc:spChg>
        <pc:spChg chg="mod">
          <ac:chgData name="Jefferson Passerini" userId="ec684a97d9b6a829" providerId="LiveId" clId="{69073BFF-648F-4201-870A-41E70D3BDDF9}" dt="2024-09-11T12:36:12.512" v="937" actId="6549"/>
          <ac:spMkLst>
            <pc:docMk/>
            <pc:sldMk cId="2204325611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3.347" v="58" actId="47"/>
        <pc:sldMkLst>
          <pc:docMk/>
          <pc:sldMk cId="4206375053" sldId="304"/>
        </pc:sldMkLst>
      </pc:sldChg>
      <pc:sldChg chg="addSp modSp add mod">
        <pc:chgData name="Jefferson Passerini" userId="ec684a97d9b6a829" providerId="LiveId" clId="{69073BFF-648F-4201-870A-41E70D3BDDF9}" dt="2024-09-11T16:12:44.197" v="3535" actId="164"/>
        <pc:sldMkLst>
          <pc:docMk/>
          <pc:sldMk cId="602743210" sldId="305"/>
        </pc:sldMkLst>
        <pc:spChg chg="mod">
          <ac:chgData name="Jefferson Passerini" userId="ec684a97d9b6a829" providerId="LiveId" clId="{69073BFF-648F-4201-870A-41E70D3BDDF9}" dt="2024-09-11T13:27:18.053" v="1595" actId="1076"/>
          <ac:spMkLst>
            <pc:docMk/>
            <pc:sldMk cId="602743210" sldId="305"/>
            <ac:spMk id="3" creationId="{212081E4-07F6-C689-2ACC-B6CADD634983}"/>
          </ac:spMkLst>
        </pc:spChg>
        <pc:grpChg chg="add mod">
          <ac:chgData name="Jefferson Passerini" userId="ec684a97d9b6a829" providerId="LiveId" clId="{69073BFF-648F-4201-870A-41E70D3BDDF9}" dt="2024-09-11T16:12:28.921" v="3530" actId="164"/>
          <ac:grpSpMkLst>
            <pc:docMk/>
            <pc:sldMk cId="602743210" sldId="305"/>
            <ac:grpSpMk id="11" creationId="{B5CB754E-506F-0D7C-99ED-8319818857B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4" creationId="{B0115447-C1CB-06D9-C16B-E54F5D2C140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9" creationId="{02283ABF-A1B1-D552-C4A4-47C6F44E0DD4}"/>
          </ac:grpSpMkLst>
        </pc:grpChg>
        <pc:picChg chg="add mod">
          <ac:chgData name="Jefferson Passerini" userId="ec684a97d9b6a829" providerId="LiveId" clId="{69073BFF-648F-4201-870A-41E70D3BDDF9}" dt="2024-09-11T13:27:21.604" v="1597" actId="1076"/>
          <ac:picMkLst>
            <pc:docMk/>
            <pc:sldMk cId="602743210" sldId="305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8" creationId="{EA399829-5BF6-86B2-BE53-69031F212305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10" creationId="{5BC57AE9-F578-7C73-C20B-4DE5F876EA1C}"/>
          </ac:picMkLst>
        </pc:picChg>
        <pc:picChg chg="add mod">
          <ac:chgData name="Jefferson Passerini" userId="ec684a97d9b6a829" providerId="LiveId" clId="{69073BFF-648F-4201-870A-41E70D3BDDF9}" dt="2024-09-11T16:12:28.921" v="3530" actId="164"/>
          <ac:picMkLst>
            <pc:docMk/>
            <pc:sldMk cId="602743210" sldId="305"/>
            <ac:picMk id="13" creationId="{A13B3BBC-C590-112C-5BB2-6F73E2EDB0E1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6" creationId="{7FA4D370-4461-1045-758B-E915BB246F79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8" creationId="{32F01F58-B28A-C2E0-F59B-310D36510D08}"/>
          </ac:picMkLst>
        </pc:picChg>
      </pc:sldChg>
      <pc:sldChg chg="addSp delSp modSp add mod">
        <pc:chgData name="Jefferson Passerini" userId="ec684a97d9b6a829" providerId="LiveId" clId="{69073BFF-648F-4201-870A-41E70D3BDDF9}" dt="2024-09-11T13:30:39.378" v="1607" actId="1076"/>
        <pc:sldMkLst>
          <pc:docMk/>
          <pc:sldMk cId="3814906623" sldId="306"/>
        </pc:sldMkLst>
        <pc:picChg chg="add mod">
          <ac:chgData name="Jefferson Passerini" userId="ec684a97d9b6a829" providerId="LiveId" clId="{69073BFF-648F-4201-870A-41E70D3BDDF9}" dt="2024-09-11T13:30:39.378" v="1607" actId="1076"/>
          <ac:picMkLst>
            <pc:docMk/>
            <pc:sldMk cId="3814906623" sldId="306"/>
            <ac:picMk id="7" creationId="{B4018DEA-A54E-C80C-93F4-1B5C5F2E082A}"/>
          </ac:picMkLst>
        </pc:picChg>
        <pc:picChg chg="del">
          <ac:chgData name="Jefferson Passerini" userId="ec684a97d9b6a829" providerId="LiveId" clId="{69073BFF-648F-4201-870A-41E70D3BDDF9}" dt="2024-09-11T13:27:58.228" v="1603" actId="478"/>
          <ac:picMkLst>
            <pc:docMk/>
            <pc:sldMk cId="3814906623" sldId="306"/>
            <ac:picMk id="8" creationId="{EA399829-5BF6-86B2-BE53-69031F212305}"/>
          </ac:picMkLst>
        </pc:picChg>
      </pc:sldChg>
      <pc:sldChg chg="addSp delSp modSp add mod">
        <pc:chgData name="Jefferson Passerini" userId="ec684a97d9b6a829" providerId="LiveId" clId="{69073BFF-648F-4201-870A-41E70D3BDDF9}" dt="2024-09-11T13:32:54.905" v="1611" actId="1076"/>
        <pc:sldMkLst>
          <pc:docMk/>
          <pc:sldMk cId="2886338390" sldId="307"/>
        </pc:sldMkLst>
        <pc:picChg chg="del">
          <ac:chgData name="Jefferson Passerini" userId="ec684a97d9b6a829" providerId="LiveId" clId="{69073BFF-648F-4201-870A-41E70D3BDDF9}" dt="2024-09-11T13:30:44.056" v="1609" actId="478"/>
          <ac:picMkLst>
            <pc:docMk/>
            <pc:sldMk cId="2886338390" sldId="307"/>
            <ac:picMk id="7" creationId="{B4018DEA-A54E-C80C-93F4-1B5C5F2E082A}"/>
          </ac:picMkLst>
        </pc:picChg>
        <pc:picChg chg="add mod">
          <ac:chgData name="Jefferson Passerini" userId="ec684a97d9b6a829" providerId="LiveId" clId="{69073BFF-648F-4201-870A-41E70D3BDDF9}" dt="2024-09-11T13:32:54.905" v="1611" actId="1076"/>
          <ac:picMkLst>
            <pc:docMk/>
            <pc:sldMk cId="2886338390" sldId="307"/>
            <ac:picMk id="8" creationId="{1122E935-4E38-07F3-D9EA-3057C3C4CFA2}"/>
          </ac:picMkLst>
        </pc:picChg>
      </pc:sldChg>
      <pc:sldChg chg="addSp delSp modSp add mod">
        <pc:chgData name="Jefferson Passerini" userId="ec684a97d9b6a829" providerId="LiveId" clId="{69073BFF-648F-4201-870A-41E70D3BDDF9}" dt="2024-09-11T16:15:25.458" v="3552" actId="164"/>
        <pc:sldMkLst>
          <pc:docMk/>
          <pc:sldMk cId="2087366521" sldId="308"/>
        </pc:sldMkLst>
        <pc:spChg chg="mod">
          <ac:chgData name="Jefferson Passerini" userId="ec684a97d9b6a829" providerId="LiveId" clId="{69073BFF-648F-4201-870A-41E70D3BDDF9}" dt="2024-09-11T13:39:05.868" v="1801" actId="1076"/>
          <ac:spMkLst>
            <pc:docMk/>
            <pc:sldMk cId="2087366521" sldId="308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3:48:10.554" v="2060" actId="207"/>
          <ac:spMkLst>
            <pc:docMk/>
            <pc:sldMk cId="2087366521" sldId="308"/>
            <ac:spMk id="15" creationId="{82F30190-FBB1-1B49-3364-0EC06FFCA9BB}"/>
          </ac:spMkLst>
        </pc:spChg>
        <pc:spChg chg="add del">
          <ac:chgData name="Jefferson Passerini" userId="ec684a97d9b6a829" providerId="LiveId" clId="{69073BFF-648F-4201-870A-41E70D3BDDF9}" dt="2024-09-11T16:14:44.578" v="3537" actId="22"/>
          <ac:spMkLst>
            <pc:docMk/>
            <pc:sldMk cId="2087366521" sldId="308"/>
            <ac:spMk id="17" creationId="{D2E1CE77-1F42-CBB2-3724-D16297888B4F}"/>
          </ac:spMkLst>
        </pc:spChg>
        <pc:grpChg chg="add mod">
          <ac:chgData name="Jefferson Passerini" userId="ec684a97d9b6a829" providerId="LiveId" clId="{69073BFF-648F-4201-870A-41E70D3BDDF9}" dt="2024-09-11T16:15:25.458" v="3552" actId="164"/>
          <ac:grpSpMkLst>
            <pc:docMk/>
            <pc:sldMk cId="2087366521" sldId="308"/>
            <ac:grpSpMk id="20" creationId="{68A582E2-6973-9D83-A0EA-461DAFB4FD10}"/>
          </ac:grpSpMkLst>
        </pc:grpChg>
        <pc:picChg chg="del">
          <ac:chgData name="Jefferson Passerini" userId="ec684a97d9b6a829" providerId="LiveId" clId="{69073BFF-648F-4201-870A-41E70D3BDDF9}" dt="2024-09-11T13:34:46.058" v="1774" actId="478"/>
          <ac:picMkLst>
            <pc:docMk/>
            <pc:sldMk cId="2087366521" sldId="308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3:38:07.573" v="1793" actId="1076"/>
          <ac:picMkLst>
            <pc:docMk/>
            <pc:sldMk cId="2087366521" sldId="308"/>
            <ac:picMk id="7" creationId="{6AC18180-799B-3C39-E254-F0050B5EF1B3}"/>
          </ac:picMkLst>
        </pc:picChg>
        <pc:picChg chg="del">
          <ac:chgData name="Jefferson Passerini" userId="ec684a97d9b6a829" providerId="LiveId" clId="{69073BFF-648F-4201-870A-41E70D3BDDF9}" dt="2024-09-11T13:34:47.156" v="1775" actId="478"/>
          <ac:picMkLst>
            <pc:docMk/>
            <pc:sldMk cId="2087366521" sldId="308"/>
            <ac:picMk id="8" creationId="{1122E935-4E38-07F3-D9EA-3057C3C4CFA2}"/>
          </ac:picMkLst>
        </pc:picChg>
        <pc:picChg chg="add del mod">
          <ac:chgData name="Jefferson Passerini" userId="ec684a97d9b6a829" providerId="LiveId" clId="{69073BFF-648F-4201-870A-41E70D3BDDF9}" dt="2024-09-11T13:42:19.337" v="1827" actId="478"/>
          <ac:picMkLst>
            <pc:docMk/>
            <pc:sldMk cId="2087366521" sldId="308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2:45.604" v="1831" actId="478"/>
          <ac:picMkLst>
            <pc:docMk/>
            <pc:sldMk cId="2087366521" sldId="308"/>
            <ac:picMk id="12" creationId="{9C012E37-C02B-AF1F-006B-E9326CC79AEB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9" creationId="{AF2CDBD1-5C94-5424-9B10-9305F1465A3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3:57:36.908" v="2707" actId="14100"/>
        <pc:sldMkLst>
          <pc:docMk/>
          <pc:sldMk cId="2661560227" sldId="309"/>
        </pc:sldMkLst>
        <pc:spChg chg="del">
          <ac:chgData name="Jefferson Passerini" userId="ec684a97d9b6a829" providerId="LiveId" clId="{69073BFF-648F-4201-870A-41E70D3BDDF9}" dt="2024-09-11T13:39:13.525" v="1803" actId="478"/>
          <ac:spMkLst>
            <pc:docMk/>
            <pc:sldMk cId="2661560227" sldId="309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3:39:15.879" v="1804" actId="478"/>
          <ac:spMkLst>
            <pc:docMk/>
            <pc:sldMk cId="2661560227" sldId="309"/>
            <ac:spMk id="6" creationId="{84C2C8B7-B85E-5058-1FAD-155DA8B05D3C}"/>
          </ac:spMkLst>
        </pc:spChg>
        <pc:spChg chg="add del mod">
          <ac:chgData name="Jefferson Passerini" userId="ec684a97d9b6a829" providerId="LiveId" clId="{69073BFF-648F-4201-870A-41E70D3BDDF9}" dt="2024-09-11T13:48:40.111" v="2063" actId="478"/>
          <ac:spMkLst>
            <pc:docMk/>
            <pc:sldMk cId="2661560227" sldId="309"/>
            <ac:spMk id="8" creationId="{55370EC7-43C7-57C3-F5D6-9E596A9CA617}"/>
          </ac:spMkLst>
        </pc:spChg>
        <pc:spChg chg="add del mod">
          <ac:chgData name="Jefferson Passerini" userId="ec684a97d9b6a829" providerId="LiveId" clId="{69073BFF-648F-4201-870A-41E70D3BDDF9}" dt="2024-09-11T13:48:49.224" v="2065" actId="478"/>
          <ac:spMkLst>
            <pc:docMk/>
            <pc:sldMk cId="2661560227" sldId="309"/>
            <ac:spMk id="14" creationId="{6A3305DA-E507-D5BB-8CBF-2AAC47D111CD}"/>
          </ac:spMkLst>
        </pc:spChg>
        <pc:spChg chg="add mod">
          <ac:chgData name="Jefferson Passerini" userId="ec684a97d9b6a829" providerId="LiveId" clId="{69073BFF-648F-4201-870A-41E70D3BDDF9}" dt="2024-09-11T13:54:02.218" v="2441" actId="20577"/>
          <ac:spMkLst>
            <pc:docMk/>
            <pc:sldMk cId="2661560227" sldId="309"/>
            <ac:spMk id="15" creationId="{F07EBD1F-932F-35E3-B6C8-816DAC110506}"/>
          </ac:spMkLst>
        </pc:spChg>
        <pc:spChg chg="add mod">
          <ac:chgData name="Jefferson Passerini" userId="ec684a97d9b6a829" providerId="LiveId" clId="{69073BFF-648F-4201-870A-41E70D3BDDF9}" dt="2024-09-11T13:54:51.043" v="2528" actId="1076"/>
          <ac:spMkLst>
            <pc:docMk/>
            <pc:sldMk cId="2661560227" sldId="309"/>
            <ac:spMk id="16" creationId="{A1C5DE6B-D622-9B1E-D805-F83CC61A1373}"/>
          </ac:spMkLst>
        </pc:spChg>
        <pc:spChg chg="add mod">
          <ac:chgData name="Jefferson Passerini" userId="ec684a97d9b6a829" providerId="LiveId" clId="{69073BFF-648F-4201-870A-41E70D3BDDF9}" dt="2024-09-11T13:55:54.140" v="2552" actId="1037"/>
          <ac:spMkLst>
            <pc:docMk/>
            <pc:sldMk cId="2661560227" sldId="309"/>
            <ac:spMk id="19" creationId="{9ED9A09C-F841-7027-51A4-0D525A271A5D}"/>
          </ac:spMkLst>
        </pc:spChg>
        <pc:spChg chg="add mod">
          <ac:chgData name="Jefferson Passerini" userId="ec684a97d9b6a829" providerId="LiveId" clId="{69073BFF-648F-4201-870A-41E70D3BDDF9}" dt="2024-09-11T13:57:16.394" v="2699" actId="1076"/>
          <ac:spMkLst>
            <pc:docMk/>
            <pc:sldMk cId="2661560227" sldId="309"/>
            <ac:spMk id="22" creationId="{2FE45D97-5892-346E-9A3E-A9E365E95CF2}"/>
          </ac:spMkLst>
        </pc:spChg>
        <pc:spChg chg="add mod">
          <ac:chgData name="Jefferson Passerini" userId="ec684a97d9b6a829" providerId="LiveId" clId="{69073BFF-648F-4201-870A-41E70D3BDDF9}" dt="2024-09-11T13:57:25.412" v="2702" actId="14100"/>
          <ac:spMkLst>
            <pc:docMk/>
            <pc:sldMk cId="2661560227" sldId="309"/>
            <ac:spMk id="23" creationId="{A7AD73F3-8BD4-7767-DA5A-A96AFB0F29BA}"/>
          </ac:spMkLst>
        </pc:spChg>
        <pc:picChg chg="del mod">
          <ac:chgData name="Jefferson Passerini" userId="ec684a97d9b6a829" providerId="LiveId" clId="{69073BFF-648F-4201-870A-41E70D3BDDF9}" dt="2024-09-11T13:39:41.226" v="1813" actId="478"/>
          <ac:picMkLst>
            <pc:docMk/>
            <pc:sldMk cId="2661560227" sldId="309"/>
            <ac:picMk id="7" creationId="{6AC18180-799B-3C39-E254-F0050B5EF1B3}"/>
          </ac:picMkLst>
        </pc:picChg>
        <pc:picChg chg="del mod">
          <ac:chgData name="Jefferson Passerini" userId="ec684a97d9b6a829" providerId="LiveId" clId="{69073BFF-648F-4201-870A-41E70D3BDDF9}" dt="2024-09-11T13:42:07.304" v="1820" actId="478"/>
          <ac:picMkLst>
            <pc:docMk/>
            <pc:sldMk cId="2661560227" sldId="309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8:26.738" v="2061" actId="478"/>
          <ac:picMkLst>
            <pc:docMk/>
            <pc:sldMk cId="2661560227" sldId="309"/>
            <ac:picMk id="11" creationId="{75E56D72-6DF7-173E-EDDF-DCF412C9A28A}"/>
          </ac:picMkLst>
        </pc:picChg>
        <pc:picChg chg="mod">
          <ac:chgData name="Jefferson Passerini" userId="ec684a97d9b6a829" providerId="LiveId" clId="{69073BFF-648F-4201-870A-41E70D3BDDF9}" dt="2024-09-11T13:57:12.405" v="2698" actId="1076"/>
          <ac:picMkLst>
            <pc:docMk/>
            <pc:sldMk cId="2661560227" sldId="309"/>
            <ac:picMk id="12" creationId="{9C012E37-C02B-AF1F-006B-E9326CC79AEB}"/>
          </ac:picMkLst>
        </pc:picChg>
        <pc:cxnChg chg="add mod">
          <ac:chgData name="Jefferson Passerini" userId="ec684a97d9b6a829" providerId="LiveId" clId="{69073BFF-648F-4201-870A-41E70D3BDDF9}" dt="2024-09-11T13:55:14.144" v="2532" actId="1582"/>
          <ac:cxnSpMkLst>
            <pc:docMk/>
            <pc:sldMk cId="2661560227" sldId="309"/>
            <ac:cxnSpMk id="18" creationId="{9A4E8BD4-5379-C317-FE28-74AD1270B61F}"/>
          </ac:cxnSpMkLst>
        </pc:cxnChg>
        <pc:cxnChg chg="add mod">
          <ac:chgData name="Jefferson Passerini" userId="ec684a97d9b6a829" providerId="LiveId" clId="{69073BFF-648F-4201-870A-41E70D3BDDF9}" dt="2024-09-11T13:56:06.435" v="2555" actId="14100"/>
          <ac:cxnSpMkLst>
            <pc:docMk/>
            <pc:sldMk cId="2661560227" sldId="309"/>
            <ac:cxnSpMk id="20" creationId="{5358CA90-CBC5-48D9-1904-F0FE25EE107A}"/>
          </ac:cxnSpMkLst>
        </pc:cxnChg>
        <pc:cxnChg chg="add mod">
          <ac:chgData name="Jefferson Passerini" userId="ec684a97d9b6a829" providerId="LiveId" clId="{69073BFF-648F-4201-870A-41E70D3BDDF9}" dt="2024-09-11T13:57:36.908" v="2707" actId="14100"/>
          <ac:cxnSpMkLst>
            <pc:docMk/>
            <pc:sldMk cId="2661560227" sldId="309"/>
            <ac:cxnSpMk id="24" creationId="{1B7A2ACD-AEF9-82ED-6299-919E28DF8FBA}"/>
          </ac:cxnSpMkLst>
        </pc:cxnChg>
      </pc:sldChg>
      <pc:sldChg chg="addSp delSp modSp add mod">
        <pc:chgData name="Jefferson Passerini" userId="ec684a97d9b6a829" providerId="LiveId" clId="{69073BFF-648F-4201-870A-41E70D3BDDF9}" dt="2024-09-11T16:11:38.704" v="3521" actId="1076"/>
        <pc:sldMkLst>
          <pc:docMk/>
          <pc:sldMk cId="1704083726" sldId="310"/>
        </pc:sldMkLst>
        <pc:spChg chg="mod">
          <ac:chgData name="Jefferson Passerini" userId="ec684a97d9b6a829" providerId="LiveId" clId="{69073BFF-648F-4201-870A-41E70D3BDDF9}" dt="2024-09-11T14:10:07.897" v="2751" actId="1076"/>
          <ac:spMkLst>
            <pc:docMk/>
            <pc:sldMk cId="1704083726" sldId="310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4:10:31.074" v="2759" actId="1076"/>
          <ac:spMkLst>
            <pc:docMk/>
            <pc:sldMk cId="1704083726" sldId="310"/>
            <ac:spMk id="9" creationId="{914AC942-3B48-695F-3F9D-1C1FEF83B07B}"/>
          </ac:spMkLst>
        </pc:spChg>
        <pc:spChg chg="add mod">
          <ac:chgData name="Jefferson Passerini" userId="ec684a97d9b6a829" providerId="LiveId" clId="{69073BFF-648F-4201-870A-41E70D3BDDF9}" dt="2024-09-11T16:11:38.704" v="3521" actId="1076"/>
          <ac:spMkLst>
            <pc:docMk/>
            <pc:sldMk cId="1704083726" sldId="310"/>
            <ac:spMk id="10" creationId="{4D23A942-9BA4-AB14-9BD8-02583B729DD8}"/>
          </ac:spMkLst>
        </pc:spChg>
        <pc:spChg chg="del">
          <ac:chgData name="Jefferson Passerini" userId="ec684a97d9b6a829" providerId="LiveId" clId="{69073BFF-648F-4201-870A-41E70D3BDDF9}" dt="2024-09-11T13:45:41.927" v="2050" actId="478"/>
          <ac:spMkLst>
            <pc:docMk/>
            <pc:sldMk cId="1704083726" sldId="310"/>
            <ac:spMk id="15" creationId="{82F30190-FBB1-1B49-3364-0EC06FFCA9BB}"/>
          </ac:spMkLst>
        </pc:spChg>
        <pc:picChg chg="add mod">
          <ac:chgData name="Jefferson Passerini" userId="ec684a97d9b6a829" providerId="LiveId" clId="{69073BFF-648F-4201-870A-41E70D3BDDF9}" dt="2024-09-11T14:10:12.903" v="2754" actId="1076"/>
          <ac:picMkLst>
            <pc:docMk/>
            <pc:sldMk cId="1704083726" sldId="310"/>
            <ac:picMk id="5" creationId="{8D3190AD-1D80-C87A-561F-E7D0EFCE2C5F}"/>
          </ac:picMkLst>
        </pc:picChg>
        <pc:picChg chg="del">
          <ac:chgData name="Jefferson Passerini" userId="ec684a97d9b6a829" providerId="LiveId" clId="{69073BFF-648F-4201-870A-41E70D3BDDF9}" dt="2024-09-11T13:45:42.543" v="2051" actId="478"/>
          <ac:picMkLst>
            <pc:docMk/>
            <pc:sldMk cId="1704083726" sldId="310"/>
            <ac:picMk id="7" creationId="{6AC18180-799B-3C39-E254-F0050B5EF1B3}"/>
          </ac:picMkLst>
        </pc:picChg>
        <pc:picChg chg="add del mod">
          <ac:chgData name="Jefferson Passerini" userId="ec684a97d9b6a829" providerId="LiveId" clId="{69073BFF-648F-4201-870A-41E70D3BDDF9}" dt="2024-09-11T16:11:25.370" v="3516" actId="478"/>
          <ac:picMkLst>
            <pc:docMk/>
            <pc:sldMk cId="1704083726" sldId="310"/>
            <ac:picMk id="8" creationId="{D1062BD1-2C37-0B52-38B9-571DB794E8F3}"/>
          </ac:picMkLst>
        </pc:picChg>
        <pc:picChg chg="add mod ord">
          <ac:chgData name="Jefferson Passerini" userId="ec684a97d9b6a829" providerId="LiveId" clId="{69073BFF-648F-4201-870A-41E70D3BDDF9}" dt="2024-09-11T16:11:35.017" v="3520" actId="1076"/>
          <ac:picMkLst>
            <pc:docMk/>
            <pc:sldMk cId="1704083726" sldId="310"/>
            <ac:picMk id="12" creationId="{7C004762-9B02-4BFC-6209-857D136D5FA7}"/>
          </ac:picMkLst>
        </pc:picChg>
        <pc:picChg chg="del">
          <ac:chgData name="Jefferson Passerini" userId="ec684a97d9b6a829" providerId="LiveId" clId="{69073BFF-648F-4201-870A-41E70D3BDDF9}" dt="2024-09-11T13:45:44.076" v="2052" actId="478"/>
          <ac:picMkLst>
            <pc:docMk/>
            <pc:sldMk cId="1704083726" sldId="310"/>
            <ac:picMk id="14" creationId="{A1201A49-E8DD-2B39-C707-8C01C9387B4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15:55.820" v="3559" actId="164"/>
        <pc:sldMkLst>
          <pc:docMk/>
          <pc:sldMk cId="3191783045" sldId="311"/>
        </pc:sldMkLst>
        <pc:spChg chg="mod">
          <ac:chgData name="Jefferson Passerini" userId="ec684a97d9b6a829" providerId="LiveId" clId="{69073BFF-648F-4201-870A-41E70D3BDDF9}" dt="2024-09-11T13:58:12.463" v="2731" actId="20577"/>
          <ac:spMkLst>
            <pc:docMk/>
            <pc:sldMk cId="3191783045" sldId="311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3:57:58.601" v="2712" actId="478"/>
          <ac:spMkLst>
            <pc:docMk/>
            <pc:sldMk cId="3191783045" sldId="311"/>
            <ac:spMk id="15" creationId="{82F30190-FBB1-1B49-3364-0EC06FFCA9BB}"/>
          </ac:spMkLst>
        </pc:spChg>
        <pc:grpChg chg="add mod">
          <ac:chgData name="Jefferson Passerini" userId="ec684a97d9b6a829" providerId="LiveId" clId="{69073BFF-648F-4201-870A-41E70D3BDDF9}" dt="2024-09-11T16:15:55.820" v="3559" actId="164"/>
          <ac:grpSpMkLst>
            <pc:docMk/>
            <pc:sldMk cId="3191783045" sldId="311"/>
            <ac:grpSpMk id="19" creationId="{4A1D2FE2-DE37-CC57-BEF5-302E2D432484}"/>
          </ac:grpSpMkLst>
        </pc:grpChg>
        <pc:picChg chg="add mod">
          <ac:chgData name="Jefferson Passerini" userId="ec684a97d9b6a829" providerId="LiveId" clId="{69073BFF-648F-4201-870A-41E70D3BDDF9}" dt="2024-09-11T13:59:05.481" v="2738" actId="1076"/>
          <ac:picMkLst>
            <pc:docMk/>
            <pc:sldMk cId="3191783045" sldId="311"/>
            <ac:picMk id="6" creationId="{8A70D6FA-5671-C287-96BD-5102EEC40B9D}"/>
          </ac:picMkLst>
        </pc:picChg>
        <pc:picChg chg="del">
          <ac:chgData name="Jefferson Passerini" userId="ec684a97d9b6a829" providerId="LiveId" clId="{69073BFF-648F-4201-870A-41E70D3BDDF9}" dt="2024-09-11T13:58:00.135" v="2713" actId="478"/>
          <ac:picMkLst>
            <pc:docMk/>
            <pc:sldMk cId="3191783045" sldId="311"/>
            <ac:picMk id="7" creationId="{6AC18180-799B-3C39-E254-F0050B5EF1B3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9" creationId="{4C14BFEC-8850-4919-5B44-2BA636C2A519}"/>
          </ac:picMkLst>
        </pc:picChg>
        <pc:picChg chg="add mod">
          <ac:chgData name="Jefferson Passerini" userId="ec684a97d9b6a829" providerId="LiveId" clId="{69073BFF-648F-4201-870A-41E70D3BDDF9}" dt="2024-09-11T13:59:04.230" v="2737" actId="1076"/>
          <ac:picMkLst>
            <pc:docMk/>
            <pc:sldMk cId="3191783045" sldId="311"/>
            <ac:picMk id="10" creationId="{EC51C7A6-0E71-0D76-75A8-B3521A79CC46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2" creationId="{4A9EF720-991A-669A-EA3F-BF989B3C919B}"/>
          </ac:picMkLst>
        </pc:picChg>
        <pc:picChg chg="del">
          <ac:chgData name="Jefferson Passerini" userId="ec684a97d9b6a829" providerId="LiveId" clId="{69073BFF-648F-4201-870A-41E70D3BDDF9}" dt="2024-09-11T13:57:54.966" v="2711" actId="478"/>
          <ac:picMkLst>
            <pc:docMk/>
            <pc:sldMk cId="3191783045" sldId="311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6" creationId="{BE2AC9CB-AE4D-0272-2363-001E16F78C28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8" creationId="{7CA38532-109D-7D91-2BED-1639FD4B626B}"/>
          </ac:picMkLst>
        </pc:picChg>
      </pc:sldChg>
      <pc:sldChg chg="addSp delSp modSp add mod">
        <pc:chgData name="Jefferson Passerini" userId="ec684a97d9b6a829" providerId="LiveId" clId="{69073BFF-648F-4201-870A-41E70D3BDDF9}" dt="2024-09-11T16:17:43.460" v="3577" actId="1076"/>
        <pc:sldMkLst>
          <pc:docMk/>
          <pc:sldMk cId="502319227" sldId="312"/>
        </pc:sldMkLst>
        <pc:spChg chg="mod">
          <ac:chgData name="Jefferson Passerini" userId="ec684a97d9b6a829" providerId="LiveId" clId="{69073BFF-648F-4201-870A-41E70D3BDDF9}" dt="2024-09-11T14:11:19.524" v="2780" actId="1038"/>
          <ac:spMkLst>
            <pc:docMk/>
            <pc:sldMk cId="502319227" sldId="312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1:24.064" v="2781" actId="1076"/>
          <ac:spMkLst>
            <pc:docMk/>
            <pc:sldMk cId="502319227" sldId="312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53.291" v="3575" actId="167"/>
          <ac:grpSpMkLst>
            <pc:docMk/>
            <pc:sldMk cId="502319227" sldId="312"/>
            <ac:grpSpMk id="13" creationId="{85676E71-93C6-DB77-4DEA-01C85F8446F6}"/>
          </ac:grpSpMkLst>
        </pc:grpChg>
        <pc:picChg chg="mod">
          <ac:chgData name="Jefferson Passerini" userId="ec684a97d9b6a829" providerId="LiveId" clId="{69073BFF-648F-4201-870A-41E70D3BDDF9}" dt="2024-09-11T16:17:43.460" v="3577" actId="1076"/>
          <ac:picMkLst>
            <pc:docMk/>
            <pc:sldMk cId="502319227" sldId="312"/>
            <ac:picMk id="5" creationId="{8D3190AD-1D80-C87A-561F-E7D0EFCE2C5F}"/>
          </ac:picMkLst>
        </pc:picChg>
        <pc:picChg chg="add mod or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7" creationId="{8E021AB0-4B42-7850-FBA8-07100A7F479F}"/>
          </ac:picMkLst>
        </pc:picChg>
        <pc:picChg chg="del">
          <ac:chgData name="Jefferson Passerini" userId="ec684a97d9b6a829" providerId="LiveId" clId="{69073BFF-648F-4201-870A-41E70D3BDDF9}" dt="2024-09-11T14:10:47.602" v="2765" actId="478"/>
          <ac:picMkLst>
            <pc:docMk/>
            <pc:sldMk cId="502319227" sldId="312"/>
            <ac:picMk id="8" creationId="{D1062BD1-2C37-0B52-38B9-571DB794E8F3}"/>
          </ac:picMkLst>
        </pc:picChg>
        <pc:picChg chg="add mo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12" creationId="{A81ECD35-85BB-A874-DD41-E1559FC40738}"/>
          </ac:picMkLst>
        </pc:picChg>
      </pc:sldChg>
      <pc:sldChg chg="addSp delSp modSp add mod">
        <pc:chgData name="Jefferson Passerini" userId="ec684a97d9b6a829" providerId="LiveId" clId="{69073BFF-648F-4201-870A-41E70D3BDDF9}" dt="2024-09-11T16:16:45.391" v="3574" actId="167"/>
        <pc:sldMkLst>
          <pc:docMk/>
          <pc:sldMk cId="2538132569" sldId="313"/>
        </pc:sldMkLst>
        <pc:spChg chg="mod">
          <ac:chgData name="Jefferson Passerini" userId="ec684a97d9b6a829" providerId="LiveId" clId="{69073BFF-648F-4201-870A-41E70D3BDDF9}" dt="2024-09-11T14:12:01.990" v="2792" actId="1035"/>
          <ac:spMkLst>
            <pc:docMk/>
            <pc:sldMk cId="2538132569" sldId="313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2:07.703" v="2793" actId="1076"/>
          <ac:spMkLst>
            <pc:docMk/>
            <pc:sldMk cId="2538132569" sldId="313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45.391" v="3574" actId="167"/>
          <ac:grpSpMkLst>
            <pc:docMk/>
            <pc:sldMk cId="2538132569" sldId="313"/>
            <ac:grpSpMk id="13" creationId="{0844016B-E599-EDDD-FE24-E0791574328D}"/>
          </ac:grpSpMkLst>
        </pc:grpChg>
        <pc:picChg chg="del">
          <ac:chgData name="Jefferson Passerini" userId="ec684a97d9b6a829" providerId="LiveId" clId="{69073BFF-648F-4201-870A-41E70D3BDDF9}" dt="2024-09-11T14:11:30.218" v="2783" actId="478"/>
          <ac:picMkLst>
            <pc:docMk/>
            <pc:sldMk cId="2538132569" sldId="313"/>
            <ac:picMk id="7" creationId="{8E021AB0-4B42-7850-FBA8-07100A7F479F}"/>
          </ac:picMkLst>
        </pc:picChg>
        <pc:picChg chg="add mod or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12" creationId="{48512004-812C-373A-B661-B2FC4223FDD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4:16:06.671" v="3133" actId="20577"/>
        <pc:sldMkLst>
          <pc:docMk/>
          <pc:sldMk cId="561818475" sldId="314"/>
        </pc:sldMkLst>
        <pc:spChg chg="mod">
          <ac:chgData name="Jefferson Passerini" userId="ec684a97d9b6a829" providerId="LiveId" clId="{69073BFF-648F-4201-870A-41E70D3BDDF9}" dt="2024-09-11T14:13:11.064" v="2802" actId="113"/>
          <ac:spMkLst>
            <pc:docMk/>
            <pc:sldMk cId="561818475" sldId="314"/>
            <ac:spMk id="15" creationId="{F07EBD1F-932F-35E3-B6C8-816DAC110506}"/>
          </ac:spMkLst>
        </pc:spChg>
        <pc:spChg chg="del">
          <ac:chgData name="Jefferson Passerini" userId="ec684a97d9b6a829" providerId="LiveId" clId="{69073BFF-648F-4201-870A-41E70D3BDDF9}" dt="2024-09-11T14:14:04.128" v="2809" actId="478"/>
          <ac:spMkLst>
            <pc:docMk/>
            <pc:sldMk cId="561818475" sldId="314"/>
            <ac:spMk id="16" creationId="{A1C5DE6B-D622-9B1E-D805-F83CC61A1373}"/>
          </ac:spMkLst>
        </pc:spChg>
        <pc:spChg chg="del">
          <ac:chgData name="Jefferson Passerini" userId="ec684a97d9b6a829" providerId="LiveId" clId="{69073BFF-648F-4201-870A-41E70D3BDDF9}" dt="2024-09-11T14:14:08.296" v="2812" actId="478"/>
          <ac:spMkLst>
            <pc:docMk/>
            <pc:sldMk cId="561818475" sldId="314"/>
            <ac:spMk id="19" creationId="{9ED9A09C-F841-7027-51A4-0D525A271A5D}"/>
          </ac:spMkLst>
        </pc:spChg>
        <pc:spChg chg="mod">
          <ac:chgData name="Jefferson Passerini" userId="ec684a97d9b6a829" providerId="LiveId" clId="{69073BFF-648F-4201-870A-41E70D3BDDF9}" dt="2024-09-11T14:16:06.671" v="3133" actId="20577"/>
          <ac:spMkLst>
            <pc:docMk/>
            <pc:sldMk cId="561818475" sldId="314"/>
            <ac:spMk id="22" creationId="{2FE45D97-5892-346E-9A3E-A9E365E95CF2}"/>
          </ac:spMkLst>
        </pc:spChg>
        <pc:spChg chg="mod">
          <ac:chgData name="Jefferson Passerini" userId="ec684a97d9b6a829" providerId="LiveId" clId="{69073BFF-648F-4201-870A-41E70D3BDDF9}" dt="2024-09-11T14:14:17.713" v="2816" actId="14100"/>
          <ac:spMkLst>
            <pc:docMk/>
            <pc:sldMk cId="561818475" sldId="314"/>
            <ac:spMk id="23" creationId="{A7AD73F3-8BD4-7767-DA5A-A96AFB0F29BA}"/>
          </ac:spMkLst>
        </pc:spChg>
        <pc:picChg chg="add mod ord">
          <ac:chgData name="Jefferson Passerini" userId="ec684a97d9b6a829" providerId="LiveId" clId="{69073BFF-648F-4201-870A-41E70D3BDDF9}" dt="2024-09-11T14:13:56.009" v="2807" actId="167"/>
          <ac:picMkLst>
            <pc:docMk/>
            <pc:sldMk cId="561818475" sldId="314"/>
            <ac:picMk id="3" creationId="{9A7C8026-DB59-C354-3030-D05DA811F5D3}"/>
          </ac:picMkLst>
        </pc:picChg>
        <pc:picChg chg="del">
          <ac:chgData name="Jefferson Passerini" userId="ec684a97d9b6a829" providerId="LiveId" clId="{69073BFF-648F-4201-870A-41E70D3BDDF9}" dt="2024-09-11T14:13:19.117" v="2803" actId="478"/>
          <ac:picMkLst>
            <pc:docMk/>
            <pc:sldMk cId="561818475" sldId="314"/>
            <ac:picMk id="12" creationId="{9C012E37-C02B-AF1F-006B-E9326CC79AEB}"/>
          </ac:picMkLst>
        </pc:picChg>
        <pc:cxnChg chg="del">
          <ac:chgData name="Jefferson Passerini" userId="ec684a97d9b6a829" providerId="LiveId" clId="{69073BFF-648F-4201-870A-41E70D3BDDF9}" dt="2024-09-11T14:14:05.566" v="2810" actId="478"/>
          <ac:cxnSpMkLst>
            <pc:docMk/>
            <pc:sldMk cId="561818475" sldId="314"/>
            <ac:cxnSpMk id="18" creationId="{9A4E8BD4-5379-C317-FE28-74AD1270B61F}"/>
          </ac:cxnSpMkLst>
        </pc:cxnChg>
        <pc:cxnChg chg="del">
          <ac:chgData name="Jefferson Passerini" userId="ec684a97d9b6a829" providerId="LiveId" clId="{69073BFF-648F-4201-870A-41E70D3BDDF9}" dt="2024-09-11T14:14:07.052" v="2811" actId="478"/>
          <ac:cxnSpMkLst>
            <pc:docMk/>
            <pc:sldMk cId="561818475" sldId="314"/>
            <ac:cxnSpMk id="20" creationId="{5358CA90-CBC5-48D9-1904-F0FE25EE107A}"/>
          </ac:cxnSpMkLst>
        </pc:cxnChg>
        <pc:cxnChg chg="mod">
          <ac:chgData name="Jefferson Passerini" userId="ec684a97d9b6a829" providerId="LiveId" clId="{69073BFF-648F-4201-870A-41E70D3BDDF9}" dt="2024-09-11T14:14:22.444" v="2818" actId="14100"/>
          <ac:cxnSpMkLst>
            <pc:docMk/>
            <pc:sldMk cId="561818475" sldId="314"/>
            <ac:cxnSpMk id="24" creationId="{1B7A2ACD-AEF9-82ED-6299-919E28DF8FBA}"/>
          </ac:cxnSpMkLst>
        </pc:cxnChg>
      </pc:sldChg>
      <pc:sldChg chg="addSp delSp modSp add mod ord">
        <pc:chgData name="Jefferson Passerini" userId="ec684a97d9b6a829" providerId="LiveId" clId="{69073BFF-648F-4201-870A-41E70D3BDDF9}" dt="2024-09-11T16:18:49.855" v="3595" actId="167"/>
        <pc:sldMkLst>
          <pc:docMk/>
          <pc:sldMk cId="2034209836" sldId="315"/>
        </pc:sldMkLst>
        <pc:spChg chg="mod">
          <ac:chgData name="Jefferson Passerini" userId="ec684a97d9b6a829" providerId="LiveId" clId="{69073BFF-648F-4201-870A-41E70D3BDDF9}" dt="2024-09-11T15:52:57.683" v="3415" actId="27636"/>
          <ac:spMkLst>
            <pc:docMk/>
            <pc:sldMk cId="2034209836" sldId="315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4:23:29.764" v="3197" actId="478"/>
          <ac:spMkLst>
            <pc:docMk/>
            <pc:sldMk cId="2034209836" sldId="315"/>
            <ac:spMk id="9" creationId="{914AC942-3B48-695F-3F9D-1C1FEF83B07B}"/>
          </ac:spMkLst>
        </pc:spChg>
        <pc:spChg chg="del">
          <ac:chgData name="Jefferson Passerini" userId="ec684a97d9b6a829" providerId="LiveId" clId="{69073BFF-648F-4201-870A-41E70D3BDDF9}" dt="2024-09-11T14:23:31.250" v="3198" actId="478"/>
          <ac:spMkLst>
            <pc:docMk/>
            <pc:sldMk cId="2034209836" sldId="315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8:49.855" v="3595" actId="167"/>
          <ac:grpSpMkLst>
            <pc:docMk/>
            <pc:sldMk cId="2034209836" sldId="315"/>
            <ac:grpSpMk id="19" creationId="{6209B8BD-DA18-594C-38AB-0E6B2148C17C}"/>
          </ac:grpSpMkLst>
        </pc:grpChg>
        <pc:picChg chg="del">
          <ac:chgData name="Jefferson Passerini" userId="ec684a97d9b6a829" providerId="LiveId" clId="{69073BFF-648F-4201-870A-41E70D3BDDF9}" dt="2024-09-11T14:16:42.652" v="3194" actId="478"/>
          <ac:picMkLst>
            <pc:docMk/>
            <pc:sldMk cId="2034209836" sldId="315"/>
            <ac:picMk id="5" creationId="{8D3190AD-1D80-C87A-561F-E7D0EFCE2C5F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4:23:28.289" v="3196" actId="478"/>
          <ac:picMkLst>
            <pc:docMk/>
            <pc:sldMk cId="2034209836" sldId="315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5:51:47.217" v="3207" actId="1076"/>
          <ac:picMkLst>
            <pc:docMk/>
            <pc:sldMk cId="2034209836" sldId="315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4" creationId="{DB506D2C-3C55-E0A6-E652-A1A3DAD7896D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6" creationId="{5D6A5805-3C94-2BA4-F1C8-C49ABC826E3E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7" creationId="{75386358-F828-3C42-5DF5-A57D1F940651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8" creationId="{5A40BAEA-39ED-921F-030D-422483D9DC48}"/>
          </ac:picMkLst>
        </pc:picChg>
      </pc:sldChg>
      <pc:sldChg chg="addSp delSp modSp add mod">
        <pc:chgData name="Jefferson Passerini" userId="ec684a97d9b6a829" providerId="LiveId" clId="{69073BFF-648F-4201-870A-41E70D3BDDF9}" dt="2024-09-11T15:54:02.750" v="3512" actId="1076"/>
        <pc:sldMkLst>
          <pc:docMk/>
          <pc:sldMk cId="358646722" sldId="316"/>
        </pc:sldMkLst>
        <pc:spChg chg="mod">
          <ac:chgData name="Jefferson Passerini" userId="ec684a97d9b6a829" providerId="LiveId" clId="{69073BFF-648F-4201-870A-41E70D3BDDF9}" dt="2024-09-11T15:54:00.222" v="3511" actId="14100"/>
          <ac:spMkLst>
            <pc:docMk/>
            <pc:sldMk cId="358646722" sldId="316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5:54:02.750" v="3512" actId="1076"/>
          <ac:picMkLst>
            <pc:docMk/>
            <pc:sldMk cId="358646722" sldId="316"/>
            <ac:picMk id="6" creationId="{FAAB7951-868C-7DF6-C2EB-88F9355DB91F}"/>
          </ac:picMkLst>
        </pc:picChg>
        <pc:picChg chg="del">
          <ac:chgData name="Jefferson Passerini" userId="ec684a97d9b6a829" providerId="LiveId" clId="{69073BFF-648F-4201-870A-41E70D3BDDF9}" dt="2024-09-11T15:53:14.252" v="3417" actId="478"/>
          <ac:picMkLst>
            <pc:docMk/>
            <pc:sldMk cId="358646722" sldId="316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5:53:15.635" v="3418" actId="478"/>
          <ac:picMkLst>
            <pc:docMk/>
            <pc:sldMk cId="358646722" sldId="316"/>
            <ac:picMk id="12" creationId="{DEB307D6-CA45-4FE4-AA7B-076C4D07C68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26:01.505" v="3665" actId="1076"/>
        <pc:sldMkLst>
          <pc:docMk/>
          <pc:sldMk cId="2356502030" sldId="317"/>
        </pc:sldMkLst>
        <pc:spChg chg="mod">
          <ac:chgData name="Jefferson Passerini" userId="ec684a97d9b6a829" providerId="LiveId" clId="{69073BFF-648F-4201-870A-41E70D3BDDF9}" dt="2024-09-11T16:25:27.090" v="3656" actId="14100"/>
          <ac:spMkLst>
            <pc:docMk/>
            <pc:sldMk cId="2356502030" sldId="317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6:25:29.354" v="3657" actId="478"/>
          <ac:spMkLst>
            <pc:docMk/>
            <pc:sldMk cId="2356502030" sldId="317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6:25:31.983" v="3658" actId="478"/>
          <ac:spMkLst>
            <pc:docMk/>
            <pc:sldMk cId="2356502030" sldId="317"/>
            <ac:spMk id="16" creationId="{A93F382B-A645-5237-09EC-4F3ADC2255DA}"/>
          </ac:spMkLst>
        </pc:spChg>
        <pc:grpChg chg="add del mod">
          <ac:chgData name="Jefferson Passerini" userId="ec684a97d9b6a829" providerId="LiveId" clId="{69073BFF-648F-4201-870A-41E70D3BDDF9}" dt="2024-09-11T16:24:48.341" v="3629" actId="478"/>
          <ac:grpSpMkLst>
            <pc:docMk/>
            <pc:sldMk cId="2356502030" sldId="317"/>
            <ac:grpSpMk id="11" creationId="{4516090A-6F93-146D-E785-0AFF652A337E}"/>
          </ac:grpSpMkLst>
        </pc:grp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5" creationId="{1F949C00-F4C1-4EA4-9044-82D2E5651909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6" creationId="{9C36876D-51B5-BDF1-B82D-9A216E96BF24}"/>
          </ac:picMkLst>
        </pc:picChg>
        <pc:picChg chg="del mod ord">
          <ac:chgData name="Jefferson Passerini" userId="ec684a97d9b6a829" providerId="LiveId" clId="{69073BFF-648F-4201-870A-41E70D3BDDF9}" dt="2024-09-11T16:24:43.987" v="3627" actId="478"/>
          <ac:picMkLst>
            <pc:docMk/>
            <pc:sldMk cId="2356502030" sldId="317"/>
            <ac:picMk id="7" creationId="{950E5077-3450-1343-F3F2-20BC6F92BF7D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8" creationId="{CB39C8E0-0E54-8145-9E53-EFE9131B472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9" creationId="{8F6D0B89-992E-109D-46FA-77F7279FC06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10" creationId="{5CC5D56D-79A2-9345-5D74-0149A87728FE}"/>
          </ac:picMkLst>
        </pc:picChg>
        <pc:picChg chg="del">
          <ac:chgData name="Jefferson Passerini" userId="ec684a97d9b6a829" providerId="LiveId" clId="{69073BFF-648F-4201-870A-41E70D3BDDF9}" dt="2024-09-11T16:24:45.225" v="3628" actId="478"/>
          <ac:picMkLst>
            <pc:docMk/>
            <pc:sldMk cId="2356502030" sldId="317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26:01.505" v="3665" actId="1076"/>
          <ac:picMkLst>
            <pc:docMk/>
            <pc:sldMk cId="2356502030" sldId="317"/>
            <ac:picMk id="14" creationId="{5F3F2D03-C5F8-5D78-2208-59845AF76DDB}"/>
          </ac:picMkLst>
        </pc:picChg>
        <pc:picChg chg="add del">
          <ac:chgData name="Jefferson Passerini" userId="ec684a97d9b6a829" providerId="LiveId" clId="{69073BFF-648F-4201-870A-41E70D3BDDF9}" dt="2024-09-11T16:26:00.361" v="3664" actId="478"/>
          <ac:picMkLst>
            <pc:docMk/>
            <pc:sldMk cId="2356502030" sldId="317"/>
            <ac:picMk id="18" creationId="{FC46675E-6713-DAA0-E116-69CA839413FD}"/>
          </ac:picMkLst>
        </pc:picChg>
      </pc:sldChg>
      <pc:sldChg chg="addSp delSp modSp add mod">
        <pc:chgData name="Jefferson Passerini" userId="ec684a97d9b6a829" providerId="LiveId" clId="{69073BFF-648F-4201-870A-41E70D3BDDF9}" dt="2024-09-11T16:27:25.478" v="3673" actId="1076"/>
        <pc:sldMkLst>
          <pc:docMk/>
          <pc:sldMk cId="1565357818" sldId="318"/>
        </pc:sldMkLst>
        <pc:picChg chg="add mod">
          <ac:chgData name="Jefferson Passerini" userId="ec684a97d9b6a829" providerId="LiveId" clId="{69073BFF-648F-4201-870A-41E70D3BDDF9}" dt="2024-09-11T16:27:20.917" v="3672" actId="14100"/>
          <ac:picMkLst>
            <pc:docMk/>
            <pc:sldMk cId="1565357818" sldId="318"/>
            <ac:picMk id="5" creationId="{4D3EC67E-6589-3362-7451-12B2375A65A7}"/>
          </ac:picMkLst>
        </pc:picChg>
        <pc:picChg chg="del">
          <ac:chgData name="Jefferson Passerini" userId="ec684a97d9b6a829" providerId="LiveId" clId="{69073BFF-648F-4201-870A-41E70D3BDDF9}" dt="2024-09-11T16:25:57.199" v="3662" actId="478"/>
          <ac:picMkLst>
            <pc:docMk/>
            <pc:sldMk cId="1565357818" sldId="318"/>
            <ac:picMk id="14" creationId="{5F3F2D03-C5F8-5D78-2208-59845AF76DDB}"/>
          </ac:picMkLst>
        </pc:picChg>
        <pc:picChg chg="mod">
          <ac:chgData name="Jefferson Passerini" userId="ec684a97d9b6a829" providerId="LiveId" clId="{69073BFF-648F-4201-870A-41E70D3BDDF9}" dt="2024-09-11T16:27:25.478" v="3673" actId="1076"/>
          <ac:picMkLst>
            <pc:docMk/>
            <pc:sldMk cId="1565357818" sldId="318"/>
            <ac:picMk id="18" creationId="{FC46675E-6713-DAA0-E116-69CA839413FD}"/>
          </ac:picMkLst>
        </pc:picChg>
      </pc:sldChg>
      <pc:sldChg chg="add del">
        <pc:chgData name="Jefferson Passerini" userId="ec684a97d9b6a829" providerId="LiveId" clId="{69073BFF-648F-4201-870A-41E70D3BDDF9}" dt="2024-09-11T16:26:10.385" v="3667" actId="47"/>
        <pc:sldMkLst>
          <pc:docMk/>
          <pc:sldMk cId="711602994" sldId="319"/>
        </pc:sldMkLst>
      </pc:sldChg>
    </pc:docChg>
  </pc:docChgLst>
  <pc:docChgLst>
    <pc:chgData name="Jefferson Passerini" userId="ec684a97d9b6a829" providerId="LiveId" clId="{6CE4740C-C01E-423C-B89A-17ABC0EA52B4}"/>
    <pc:docChg chg="undo custSel addSld delSld modSld sldOrd">
      <pc:chgData name="Jefferson Passerini" userId="ec684a97d9b6a829" providerId="LiveId" clId="{6CE4740C-C01E-423C-B89A-17ABC0EA52B4}" dt="2024-08-20T14:56:00.306" v="1544" actId="1076"/>
      <pc:docMkLst>
        <pc:docMk/>
      </pc:docMkLst>
      <pc:sldChg chg="addSp delSp modSp mod modAnim">
        <pc:chgData name="Jefferson Passerini" userId="ec684a97d9b6a829" providerId="LiveId" clId="{6CE4740C-C01E-423C-B89A-17ABC0EA52B4}" dt="2024-08-20T13:44:44.556" v="683" actId="26606"/>
        <pc:sldMkLst>
          <pc:docMk/>
          <pc:sldMk cId="3568309152" sldId="256"/>
        </pc:sldMkLst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199" creationId="{22A397E7-BF60-45B2-84C7-B074B76C37A7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1" creationId="{890DEF05-784E-4B61-89E4-04C4ECF4E5A0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8" creationId="{E91DC736-0EF8-4F87-9146-EBF1D2EE4D3D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0" creationId="{097CD68E-23E3-4007-8847-CD0944C4F7BE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2" creationId="{AF2F604E-43BE-4DC3-B983-E071523364F8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4" creationId="{08C9B587-E65E-4B52-B37C-ABEBB6E87928}"/>
          </ac:spMkLst>
        </pc:spChg>
        <pc:picChg chg="add mod ord">
          <ac:chgData name="Jefferson Passerini" userId="ec684a97d9b6a829" providerId="LiveId" clId="{6CE4740C-C01E-423C-B89A-17ABC0EA52B4}" dt="2024-08-20T13:44:44.556" v="683" actId="26606"/>
          <ac:picMkLst>
            <pc:docMk/>
            <pc:sldMk cId="3568309152" sldId="256"/>
            <ac:picMk id="5" creationId="{329A845D-3092-509F-56C0-200AA530E0A2}"/>
          </ac:picMkLst>
        </pc:picChg>
        <pc:picChg chg="del">
          <ac:chgData name="Jefferson Passerini" userId="ec684a97d9b6a829" providerId="LiveId" clId="{6CE4740C-C01E-423C-B89A-17ABC0EA52B4}" dt="2024-08-20T13:44:04.984" v="678" actId="478"/>
          <ac:picMkLst>
            <pc:docMk/>
            <pc:sldMk cId="3568309152" sldId="256"/>
            <ac:picMk id="7" creationId="{574A7D5F-7384-8CA7-C16E-B73DE64B5EA0}"/>
          </ac:picMkLst>
        </pc:picChg>
        <pc:cxnChg chg="del">
          <ac:chgData name="Jefferson Passerini" userId="ec684a97d9b6a829" providerId="LiveId" clId="{6CE4740C-C01E-423C-B89A-17ABC0EA52B4}" dt="2024-08-20T13:44:44.556" v="683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6CE4740C-C01E-423C-B89A-17ABC0EA52B4}" dt="2024-08-20T13:16:34.040" v="353" actId="20577"/>
        <pc:sldMkLst>
          <pc:docMk/>
          <pc:sldMk cId="1879529569" sldId="287"/>
        </pc:sldMkLst>
        <pc:spChg chg="mod">
          <ac:chgData name="Jefferson Passerini" userId="ec684a97d9b6a829" providerId="LiveId" clId="{6CE4740C-C01E-423C-B89A-17ABC0EA52B4}" dt="2024-08-20T13:16:34.040" v="35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3:13:42.624" v="79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6CE4740C-C01E-423C-B89A-17ABC0EA52B4}" dt="2024-08-20T13:33:38.730" v="618" actId="255"/>
        <pc:sldMkLst>
          <pc:docMk/>
          <pc:sldMk cId="4110157163" sldId="288"/>
        </pc:sldMkLst>
        <pc:spChg chg="mod">
          <ac:chgData name="Jefferson Passerini" userId="ec684a97d9b6a829" providerId="LiveId" clId="{6CE4740C-C01E-423C-B89A-17ABC0EA52B4}" dt="2024-08-20T13:33:38.730" v="618" actId="255"/>
          <ac:spMkLst>
            <pc:docMk/>
            <pc:sldMk cId="4110157163" sldId="288"/>
            <ac:spMk id="3" creationId="{212081E4-07F6-C689-2ACC-B6CADD634983}"/>
          </ac:spMkLst>
        </pc:spChg>
        <pc:picChg chg="add del mod">
          <ac:chgData name="Jefferson Passerini" userId="ec684a97d9b6a829" providerId="LiveId" clId="{6CE4740C-C01E-423C-B89A-17ABC0EA52B4}" dt="2024-08-20T13:31:19.229" v="584" actId="478"/>
          <ac:picMkLst>
            <pc:docMk/>
            <pc:sldMk cId="4110157163" sldId="288"/>
            <ac:picMk id="5" creationId="{5DDF6A9A-172E-7235-B0E6-156187356DF4}"/>
          </ac:picMkLst>
        </pc:picChg>
      </pc:sldChg>
      <pc:sldChg chg="modSp add mod">
        <pc:chgData name="Jefferson Passerini" userId="ec684a97d9b6a829" providerId="LiveId" clId="{6CE4740C-C01E-423C-B89A-17ABC0EA52B4}" dt="2024-08-20T13:20:44.969" v="430" actId="20577"/>
        <pc:sldMkLst>
          <pc:docMk/>
          <pc:sldMk cId="1164232335" sldId="289"/>
        </pc:sldMkLst>
        <pc:spChg chg="mod">
          <ac:chgData name="Jefferson Passerini" userId="ec684a97d9b6a829" providerId="LiveId" clId="{6CE4740C-C01E-423C-B89A-17ABC0EA52B4}" dt="2024-08-20T13:20:44.969" v="430" actId="20577"/>
          <ac:spMkLst>
            <pc:docMk/>
            <pc:sldMk cId="1164232335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55.869" v="97" actId="47"/>
        <pc:sldMkLst>
          <pc:docMk/>
          <pc:sldMk cId="3838484681" sldId="289"/>
        </pc:sldMkLst>
      </pc:sldChg>
      <pc:sldChg chg="del">
        <pc:chgData name="Jefferson Passerini" userId="ec684a97d9b6a829" providerId="LiveId" clId="{6CE4740C-C01E-423C-B89A-17ABC0EA52B4}" dt="2024-08-20T13:14:55.063" v="96" actId="47"/>
        <pc:sldMkLst>
          <pc:docMk/>
          <pc:sldMk cId="522826668" sldId="290"/>
        </pc:sldMkLst>
      </pc:sldChg>
      <pc:sldChg chg="addSp delSp modSp add mod">
        <pc:chgData name="Jefferson Passerini" userId="ec684a97d9b6a829" providerId="LiveId" clId="{6CE4740C-C01E-423C-B89A-17ABC0EA52B4}" dt="2024-08-20T13:24:42.302" v="483" actId="113"/>
        <pc:sldMkLst>
          <pc:docMk/>
          <pc:sldMk cId="1898369336" sldId="290"/>
        </pc:sldMkLst>
        <pc:spChg chg="mod">
          <ac:chgData name="Jefferson Passerini" userId="ec684a97d9b6a829" providerId="LiveId" clId="{6CE4740C-C01E-423C-B89A-17ABC0EA52B4}" dt="2024-08-20T13:24:42.302" v="483" actId="113"/>
          <ac:spMkLst>
            <pc:docMk/>
            <pc:sldMk cId="1898369336" sldId="290"/>
            <ac:spMk id="3" creationId="{212081E4-07F6-C689-2ACC-B6CADD634983}"/>
          </ac:spMkLst>
        </pc:spChg>
        <pc:spChg chg="mod ord">
          <ac:chgData name="Jefferson Passerini" userId="ec684a97d9b6a829" providerId="LiveId" clId="{6CE4740C-C01E-423C-B89A-17ABC0EA52B4}" dt="2024-08-20T13:24:17.912" v="479" actId="167"/>
          <ac:spMkLst>
            <pc:docMk/>
            <pc:sldMk cId="1898369336" sldId="290"/>
            <ac:spMk id="4" creationId="{5EA05B02-D80D-3624-D3E0-6EB75542A97B}"/>
          </ac:spMkLst>
        </pc:spChg>
        <pc:picChg chg="del">
          <ac:chgData name="Jefferson Passerini" userId="ec684a97d9b6a829" providerId="LiveId" clId="{6CE4740C-C01E-423C-B89A-17ABC0EA52B4}" dt="2024-08-20T13:21:46.042" v="439" actId="478"/>
          <ac:picMkLst>
            <pc:docMk/>
            <pc:sldMk cId="1898369336" sldId="290"/>
            <ac:picMk id="5" creationId="{5DDF6A9A-172E-7235-B0E6-156187356DF4}"/>
          </ac:picMkLst>
        </pc:picChg>
        <pc:picChg chg="add mod ord">
          <ac:chgData name="Jefferson Passerini" userId="ec684a97d9b6a829" providerId="LiveId" clId="{6CE4740C-C01E-423C-B89A-17ABC0EA52B4}" dt="2024-08-20T13:22:48.732" v="457" actId="1076"/>
          <ac:picMkLst>
            <pc:docMk/>
            <pc:sldMk cId="1898369336" sldId="290"/>
            <ac:picMk id="6" creationId="{DC6C2E49-F58D-C979-3030-88B36F463122}"/>
          </ac:picMkLst>
        </pc:picChg>
      </pc:sldChg>
      <pc:sldChg chg="del">
        <pc:chgData name="Jefferson Passerini" userId="ec684a97d9b6a829" providerId="LiveId" clId="{6CE4740C-C01E-423C-B89A-17ABC0EA52B4}" dt="2024-08-20T13:14:52.999" v="95" actId="47"/>
        <pc:sldMkLst>
          <pc:docMk/>
          <pc:sldMk cId="1323548143" sldId="291"/>
        </pc:sldMkLst>
      </pc:sldChg>
      <pc:sldChg chg="delSp modSp add mod">
        <pc:chgData name="Jefferson Passerini" userId="ec684a97d9b6a829" providerId="LiveId" clId="{6CE4740C-C01E-423C-B89A-17ABC0EA52B4}" dt="2024-08-20T13:26:47.661" v="518" actId="313"/>
        <pc:sldMkLst>
          <pc:docMk/>
          <pc:sldMk cId="2638506918" sldId="291"/>
        </pc:sldMkLst>
        <pc:spChg chg="mod">
          <ac:chgData name="Jefferson Passerini" userId="ec684a97d9b6a829" providerId="LiveId" clId="{6CE4740C-C01E-423C-B89A-17ABC0EA52B4}" dt="2024-08-20T13:26:47.661" v="518" actId="313"/>
          <ac:spMkLst>
            <pc:docMk/>
            <pc:sldMk cId="2638506918" sldId="291"/>
            <ac:spMk id="3" creationId="{212081E4-07F6-C689-2ACC-B6CADD634983}"/>
          </ac:spMkLst>
        </pc:spChg>
        <pc:picChg chg="del">
          <ac:chgData name="Jefferson Passerini" userId="ec684a97d9b6a829" providerId="LiveId" clId="{6CE4740C-C01E-423C-B89A-17ABC0EA52B4}" dt="2024-08-20T13:25:03.340" v="485" actId="478"/>
          <ac:picMkLst>
            <pc:docMk/>
            <pc:sldMk cId="2638506918" sldId="291"/>
            <ac:picMk id="6" creationId="{DC6C2E49-F58D-C979-3030-88B36F463122}"/>
          </ac:picMkLst>
        </pc:picChg>
      </pc:sldChg>
      <pc:sldChg chg="addSp modSp add mod">
        <pc:chgData name="Jefferson Passerini" userId="ec684a97d9b6a829" providerId="LiveId" clId="{6CE4740C-C01E-423C-B89A-17ABC0EA52B4}" dt="2024-08-20T13:27:29.877" v="525" actId="1076"/>
        <pc:sldMkLst>
          <pc:docMk/>
          <pc:sldMk cId="1838801267" sldId="292"/>
        </pc:sldMkLst>
        <pc:spChg chg="mod">
          <ac:chgData name="Jefferson Passerini" userId="ec684a97d9b6a829" providerId="LiveId" clId="{6CE4740C-C01E-423C-B89A-17ABC0EA52B4}" dt="2024-08-20T13:27:00.895" v="521" actId="14100"/>
          <ac:spMkLst>
            <pc:docMk/>
            <pc:sldMk cId="1838801267" sldId="292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27:29.877" v="525" actId="1076"/>
          <ac:picMkLst>
            <pc:docMk/>
            <pc:sldMk cId="1838801267" sldId="292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2.119" v="94" actId="47"/>
        <pc:sldMkLst>
          <pc:docMk/>
          <pc:sldMk cId="1998634926" sldId="292"/>
        </pc:sldMkLst>
      </pc:sldChg>
      <pc:sldChg chg="modSp add mod">
        <pc:chgData name="Jefferson Passerini" userId="ec684a97d9b6a829" providerId="LiveId" clId="{6CE4740C-C01E-423C-B89A-17ABC0EA52B4}" dt="2024-08-20T13:30:28.390" v="568" actId="1076"/>
        <pc:sldMkLst>
          <pc:docMk/>
          <pc:sldMk cId="2496172313" sldId="293"/>
        </pc:sldMkLst>
        <pc:spChg chg="mod">
          <ac:chgData name="Jefferson Passerini" userId="ec684a97d9b6a829" providerId="LiveId" clId="{6CE4740C-C01E-423C-B89A-17ABC0EA52B4}" dt="2024-08-20T13:30:24.466" v="567" actId="20577"/>
          <ac:spMkLst>
            <pc:docMk/>
            <pc:sldMk cId="2496172313" sldId="29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0:28.390" v="568" actId="1076"/>
          <ac:picMkLst>
            <pc:docMk/>
            <pc:sldMk cId="2496172313" sldId="293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1.226" v="93" actId="47"/>
        <pc:sldMkLst>
          <pc:docMk/>
          <pc:sldMk cId="2665549346" sldId="293"/>
        </pc:sldMkLst>
      </pc:sldChg>
      <pc:sldChg chg="del">
        <pc:chgData name="Jefferson Passerini" userId="ec684a97d9b6a829" providerId="LiveId" clId="{6CE4740C-C01E-423C-B89A-17ABC0EA52B4}" dt="2024-08-20T13:14:50.503" v="92" actId="47"/>
        <pc:sldMkLst>
          <pc:docMk/>
          <pc:sldMk cId="1838402090" sldId="294"/>
        </pc:sldMkLst>
      </pc:sldChg>
      <pc:sldChg chg="add">
        <pc:chgData name="Jefferson Passerini" userId="ec684a97d9b6a829" providerId="LiveId" clId="{6CE4740C-C01E-423C-B89A-17ABC0EA52B4}" dt="2024-08-20T13:30:49.124" v="569" actId="2890"/>
        <pc:sldMkLst>
          <pc:docMk/>
          <pc:sldMk cId="4018733981" sldId="294"/>
        </pc:sldMkLst>
      </pc:sldChg>
      <pc:sldChg chg="addSp modSp add mod">
        <pc:chgData name="Jefferson Passerini" userId="ec684a97d9b6a829" providerId="LiveId" clId="{6CE4740C-C01E-423C-B89A-17ABC0EA52B4}" dt="2024-08-20T13:37:06.705" v="659" actId="1076"/>
        <pc:sldMkLst>
          <pc:docMk/>
          <pc:sldMk cId="2064743227" sldId="295"/>
        </pc:sldMkLst>
        <pc:spChg chg="mod">
          <ac:chgData name="Jefferson Passerini" userId="ec684a97d9b6a829" providerId="LiveId" clId="{6CE4740C-C01E-423C-B89A-17ABC0EA52B4}" dt="2024-08-20T13:36:53.571" v="656" actId="20577"/>
          <ac:spMkLst>
            <pc:docMk/>
            <pc:sldMk cId="2064743227" sldId="295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37:06.705" v="659" actId="1076"/>
          <ac:picMkLst>
            <pc:docMk/>
            <pc:sldMk cId="2064743227" sldId="295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9.671" v="91" actId="47"/>
        <pc:sldMkLst>
          <pc:docMk/>
          <pc:sldMk cId="2120685856" sldId="295"/>
        </pc:sldMkLst>
      </pc:sldChg>
      <pc:sldChg chg="modSp add mod">
        <pc:chgData name="Jefferson Passerini" userId="ec684a97d9b6a829" providerId="LiveId" clId="{6CE4740C-C01E-423C-B89A-17ABC0EA52B4}" dt="2024-08-20T13:37:41.026" v="672" actId="1076"/>
        <pc:sldMkLst>
          <pc:docMk/>
          <pc:sldMk cId="1327895311" sldId="296"/>
        </pc:sldMkLst>
        <pc:spChg chg="mod">
          <ac:chgData name="Jefferson Passerini" userId="ec684a97d9b6a829" providerId="LiveId" clId="{6CE4740C-C01E-423C-B89A-17ABC0EA52B4}" dt="2024-08-20T13:37:34.890" v="671" actId="20577"/>
          <ac:spMkLst>
            <pc:docMk/>
            <pc:sldMk cId="1327895311" sldId="296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7:41.026" v="672" actId="1076"/>
          <ac:picMkLst>
            <pc:docMk/>
            <pc:sldMk cId="1327895311" sldId="296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8.902" v="90" actId="47"/>
        <pc:sldMkLst>
          <pc:docMk/>
          <pc:sldMk cId="2209514330" sldId="296"/>
        </pc:sldMkLst>
      </pc:sldChg>
      <pc:sldChg chg="del">
        <pc:chgData name="Jefferson Passerini" userId="ec684a97d9b6a829" providerId="LiveId" clId="{6CE4740C-C01E-423C-B89A-17ABC0EA52B4}" dt="2024-08-20T13:14:47.992" v="89" actId="47"/>
        <pc:sldMkLst>
          <pc:docMk/>
          <pc:sldMk cId="1266118256" sldId="297"/>
        </pc:sldMkLst>
      </pc:sldChg>
      <pc:sldChg chg="modSp add mod">
        <pc:chgData name="Jefferson Passerini" userId="ec684a97d9b6a829" providerId="LiveId" clId="{6CE4740C-C01E-423C-B89A-17ABC0EA52B4}" dt="2024-08-20T13:38:06.247" v="677" actId="1076"/>
        <pc:sldMkLst>
          <pc:docMk/>
          <pc:sldMk cId="2392581070" sldId="297"/>
        </pc:sldMkLst>
        <pc:spChg chg="mod">
          <ac:chgData name="Jefferson Passerini" userId="ec684a97d9b6a829" providerId="LiveId" clId="{6CE4740C-C01E-423C-B89A-17ABC0EA52B4}" dt="2024-08-20T13:38:01.175" v="676" actId="20577"/>
          <ac:spMkLst>
            <pc:docMk/>
            <pc:sldMk cId="2392581070" sldId="297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8:06.247" v="677" actId="1076"/>
          <ac:picMkLst>
            <pc:docMk/>
            <pc:sldMk cId="2392581070" sldId="297"/>
            <ac:picMk id="5" creationId="{01DA638D-00EA-B8AF-543D-E59DF09940BF}"/>
          </ac:picMkLst>
        </pc:picChg>
      </pc:sldChg>
      <pc:sldChg chg="modSp add ord">
        <pc:chgData name="Jefferson Passerini" userId="ec684a97d9b6a829" providerId="LiveId" clId="{6CE4740C-C01E-423C-B89A-17ABC0EA52B4}" dt="2024-08-20T13:45:09.231" v="706" actId="20577"/>
        <pc:sldMkLst>
          <pc:docMk/>
          <pc:sldMk cId="3157883851" sldId="298"/>
        </pc:sldMkLst>
        <pc:spChg chg="mod">
          <ac:chgData name="Jefferson Passerini" userId="ec684a97d9b6a829" providerId="LiveId" clId="{6CE4740C-C01E-423C-B89A-17ABC0EA52B4}" dt="2024-08-20T13:45:09.231" v="706" actId="20577"/>
          <ac:spMkLst>
            <pc:docMk/>
            <pc:sldMk cId="3157883851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7.176" v="88" actId="47"/>
        <pc:sldMkLst>
          <pc:docMk/>
          <pc:sldMk cId="3160059937" sldId="298"/>
        </pc:sldMkLst>
      </pc:sldChg>
      <pc:sldChg chg="modSp add">
        <pc:chgData name="Jefferson Passerini" userId="ec684a97d9b6a829" providerId="LiveId" clId="{6CE4740C-C01E-423C-B89A-17ABC0EA52B4}" dt="2024-08-20T13:45:16.468" v="713" actId="20577"/>
        <pc:sldMkLst>
          <pc:docMk/>
          <pc:sldMk cId="921456888" sldId="299"/>
        </pc:sldMkLst>
        <pc:spChg chg="mod">
          <ac:chgData name="Jefferson Passerini" userId="ec684a97d9b6a829" providerId="LiveId" clId="{6CE4740C-C01E-423C-B89A-17ABC0EA52B4}" dt="2024-08-20T13:45:16.468" v="713" actId="20577"/>
          <ac:spMkLst>
            <pc:docMk/>
            <pc:sldMk cId="921456888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6.213" v="87" actId="47"/>
        <pc:sldMkLst>
          <pc:docMk/>
          <pc:sldMk cId="2788255460" sldId="299"/>
        </pc:sldMkLst>
      </pc:sldChg>
      <pc:sldChg chg="modSp add">
        <pc:chgData name="Jefferson Passerini" userId="ec684a97d9b6a829" providerId="LiveId" clId="{6CE4740C-C01E-423C-B89A-17ABC0EA52B4}" dt="2024-08-20T13:45:26.844" v="727" actId="20577"/>
        <pc:sldMkLst>
          <pc:docMk/>
          <pc:sldMk cId="1000197930" sldId="300"/>
        </pc:sldMkLst>
        <pc:spChg chg="mod">
          <ac:chgData name="Jefferson Passerini" userId="ec684a97d9b6a829" providerId="LiveId" clId="{6CE4740C-C01E-423C-B89A-17ABC0EA52B4}" dt="2024-08-20T13:45:26.844" v="727" actId="20577"/>
          <ac:spMkLst>
            <pc:docMk/>
            <pc:sldMk cId="1000197930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5.214" v="86" actId="47"/>
        <pc:sldMkLst>
          <pc:docMk/>
          <pc:sldMk cId="3027120737" sldId="300"/>
        </pc:sldMkLst>
      </pc:sldChg>
      <pc:sldChg chg="modSp add mod ord">
        <pc:chgData name="Jefferson Passerini" userId="ec684a97d9b6a829" providerId="LiveId" clId="{6CE4740C-C01E-423C-B89A-17ABC0EA52B4}" dt="2024-08-20T13:47:12.464" v="786" actId="20577"/>
        <pc:sldMkLst>
          <pc:docMk/>
          <pc:sldMk cId="249990205" sldId="301"/>
        </pc:sldMkLst>
        <pc:spChg chg="mod">
          <ac:chgData name="Jefferson Passerini" userId="ec684a97d9b6a829" providerId="LiveId" clId="{6CE4740C-C01E-423C-B89A-17ABC0EA52B4}" dt="2024-08-20T13:47:12.464" v="786" actId="20577"/>
          <ac:spMkLst>
            <pc:docMk/>
            <pc:sldMk cId="249990205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4.083" v="85" actId="47"/>
        <pc:sldMkLst>
          <pc:docMk/>
          <pc:sldMk cId="1811027880" sldId="301"/>
        </pc:sldMkLst>
      </pc:sldChg>
      <pc:sldChg chg="modSp add mod">
        <pc:chgData name="Jefferson Passerini" userId="ec684a97d9b6a829" providerId="LiveId" clId="{6CE4740C-C01E-423C-B89A-17ABC0EA52B4}" dt="2024-08-20T13:47:58.808" v="800" actId="255"/>
        <pc:sldMkLst>
          <pc:docMk/>
          <pc:sldMk cId="2410767089" sldId="302"/>
        </pc:sldMkLst>
        <pc:spChg chg="mod">
          <ac:chgData name="Jefferson Passerini" userId="ec684a97d9b6a829" providerId="LiveId" clId="{6CE4740C-C01E-423C-B89A-17ABC0EA52B4}" dt="2024-08-20T13:47:58.808" v="800" actId="255"/>
          <ac:spMkLst>
            <pc:docMk/>
            <pc:sldMk cId="2410767089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2.953" v="84" actId="47"/>
        <pc:sldMkLst>
          <pc:docMk/>
          <pc:sldMk cId="3464557575" sldId="302"/>
        </pc:sldMkLst>
      </pc:sldChg>
      <pc:sldChg chg="addSp modSp add mod ord">
        <pc:chgData name="Jefferson Passerini" userId="ec684a97d9b6a829" providerId="LiveId" clId="{6CE4740C-C01E-423C-B89A-17ABC0EA52B4}" dt="2024-08-20T14:11:19.016" v="1000" actId="1076"/>
        <pc:sldMkLst>
          <pc:docMk/>
          <pc:sldMk cId="1234245302" sldId="303"/>
        </pc:sldMkLst>
        <pc:spChg chg="mod">
          <ac:chgData name="Jefferson Passerini" userId="ec684a97d9b6a829" providerId="LiveId" clId="{6CE4740C-C01E-423C-B89A-17ABC0EA52B4}" dt="2024-08-20T14:10:43.535" v="990" actId="20577"/>
          <ac:spMkLst>
            <pc:docMk/>
            <pc:sldMk cId="1234245302" sldId="30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4:11:16.680" v="999" actId="1076"/>
          <ac:picMkLst>
            <pc:docMk/>
            <pc:sldMk cId="1234245302" sldId="303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11:19.016" v="1000" actId="1076"/>
          <ac:picMkLst>
            <pc:docMk/>
            <pc:sldMk cId="1234245302" sldId="303"/>
            <ac:picMk id="6" creationId="{3DB3EEB1-9702-2811-093E-DBAC5C0CA4D6}"/>
          </ac:picMkLst>
        </pc:picChg>
      </pc:sldChg>
      <pc:sldChg chg="del">
        <pc:chgData name="Jefferson Passerini" userId="ec684a97d9b6a829" providerId="LiveId" clId="{6CE4740C-C01E-423C-B89A-17ABC0EA52B4}" dt="2024-08-20T13:14:42.003" v="83" actId="47"/>
        <pc:sldMkLst>
          <pc:docMk/>
          <pc:sldMk cId="1562452729" sldId="303"/>
        </pc:sldMkLst>
      </pc:sldChg>
      <pc:sldChg chg="addSp delSp modSp add mod">
        <pc:chgData name="Jefferson Passerini" userId="ec684a97d9b6a829" providerId="LiveId" clId="{6CE4740C-C01E-423C-B89A-17ABC0EA52B4}" dt="2024-08-20T14:15:10.419" v="1195" actId="14100"/>
        <pc:sldMkLst>
          <pc:docMk/>
          <pc:sldMk cId="537077854" sldId="304"/>
        </pc:sldMkLst>
        <pc:spChg chg="mod">
          <ac:chgData name="Jefferson Passerini" userId="ec684a97d9b6a829" providerId="LiveId" clId="{6CE4740C-C01E-423C-B89A-17ABC0EA52B4}" dt="2024-08-20T14:15:04.987" v="1193" actId="14100"/>
          <ac:spMkLst>
            <pc:docMk/>
            <pc:sldMk cId="537077854" sldId="304"/>
            <ac:spMk id="3" creationId="{212081E4-07F6-C689-2ACC-B6CADD634983}"/>
          </ac:spMkLst>
        </pc:spChg>
        <pc:spChg chg="add mod">
          <ac:chgData name="Jefferson Passerini" userId="ec684a97d9b6a829" providerId="LiveId" clId="{6CE4740C-C01E-423C-B89A-17ABC0EA52B4}" dt="2024-08-20T14:14:18.020" v="1183" actId="14100"/>
          <ac:spMkLst>
            <pc:docMk/>
            <pc:sldMk cId="537077854" sldId="304"/>
            <ac:spMk id="8" creationId="{BED7B13A-1962-AEF6-8746-5FF9629CB436}"/>
          </ac:spMkLst>
        </pc:spChg>
        <pc:spChg chg="add mod">
          <ac:chgData name="Jefferson Passerini" userId="ec684a97d9b6a829" providerId="LiveId" clId="{6CE4740C-C01E-423C-B89A-17ABC0EA52B4}" dt="2024-08-20T14:14:29.947" v="1187" actId="14100"/>
          <ac:spMkLst>
            <pc:docMk/>
            <pc:sldMk cId="537077854" sldId="304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13:49.443" v="1174" actId="1076"/>
          <ac:picMkLst>
            <pc:docMk/>
            <pc:sldMk cId="537077854" sldId="304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13:31.926" v="1171" actId="478"/>
          <ac:picMkLst>
            <pc:docMk/>
            <pc:sldMk cId="537077854" sldId="304"/>
            <ac:picMk id="6" creationId="{3DB3EEB1-9702-2811-093E-DBAC5C0CA4D6}"/>
          </ac:picMkLst>
        </pc:picChg>
        <pc:picChg chg="add mod">
          <ac:chgData name="Jefferson Passerini" userId="ec684a97d9b6a829" providerId="LiveId" clId="{6CE4740C-C01E-423C-B89A-17ABC0EA52B4}" dt="2024-08-20T14:13:55.947" v="1177" actId="1076"/>
          <ac:picMkLst>
            <pc:docMk/>
            <pc:sldMk cId="537077854" sldId="304"/>
            <ac:picMk id="7" creationId="{01441DBA-A28D-ED78-4398-3DB26EC94E76}"/>
          </ac:picMkLst>
        </pc:picChg>
        <pc:picChg chg="add mod">
          <ac:chgData name="Jefferson Passerini" userId="ec684a97d9b6a829" providerId="LiveId" clId="{6CE4740C-C01E-423C-B89A-17ABC0EA52B4}" dt="2024-08-20T14:15:10.419" v="1195" actId="14100"/>
          <ac:picMkLst>
            <pc:docMk/>
            <pc:sldMk cId="537077854" sldId="304"/>
            <ac:picMk id="11" creationId="{D475E1AB-6626-7FC3-3E9F-A6E5D42BFC24}"/>
          </ac:picMkLst>
        </pc:picChg>
      </pc:sldChg>
      <pc:sldChg chg="del">
        <pc:chgData name="Jefferson Passerini" userId="ec684a97d9b6a829" providerId="LiveId" clId="{6CE4740C-C01E-423C-B89A-17ABC0EA52B4}" dt="2024-08-20T13:14:40.929" v="82" actId="47"/>
        <pc:sldMkLst>
          <pc:docMk/>
          <pc:sldMk cId="1294797388" sldId="304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456466504" sldId="305"/>
        </pc:sldMkLst>
      </pc:sldChg>
      <pc:sldChg chg="addSp delSp modSp add mod">
        <pc:chgData name="Jefferson Passerini" userId="ec684a97d9b6a829" providerId="LiveId" clId="{6CE4740C-C01E-423C-B89A-17ABC0EA52B4}" dt="2024-08-20T14:45:58.146" v="1417" actId="166"/>
        <pc:sldMkLst>
          <pc:docMk/>
          <pc:sldMk cId="662031841" sldId="305"/>
        </pc:sldMkLst>
        <pc:spChg chg="mod">
          <ac:chgData name="Jefferson Passerini" userId="ec684a97d9b6a829" providerId="LiveId" clId="{6CE4740C-C01E-423C-B89A-17ABC0EA52B4}" dt="2024-08-20T14:21:24.606" v="1287" actId="20577"/>
          <ac:spMkLst>
            <pc:docMk/>
            <pc:sldMk cId="662031841" sldId="305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45:47.592" v="1414" actId="1076"/>
          <ac:spMkLst>
            <pc:docMk/>
            <pc:sldMk cId="662031841" sldId="305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0:53.631" v="1199" actId="1076"/>
          <ac:spMkLst>
            <pc:docMk/>
            <pc:sldMk cId="662031841" sldId="305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45:45.472" v="1413" actId="14100"/>
          <ac:picMkLst>
            <pc:docMk/>
            <pc:sldMk cId="662031841" sldId="305"/>
            <ac:picMk id="5" creationId="{509D54EB-0FDA-51FB-516A-52A2A82100EA}"/>
          </ac:picMkLst>
        </pc:picChg>
        <pc:picChg chg="add del mod">
          <ac:chgData name="Jefferson Passerini" userId="ec684a97d9b6a829" providerId="LiveId" clId="{6CE4740C-C01E-423C-B89A-17ABC0EA52B4}" dt="2024-08-20T14:22:33.399" v="1299" actId="478"/>
          <ac:picMkLst>
            <pc:docMk/>
            <pc:sldMk cId="662031841" sldId="305"/>
            <ac:picMk id="6" creationId="{D193A654-45FA-9A37-A671-4E00F27BB761}"/>
          </ac:picMkLst>
        </pc:picChg>
        <pc:picChg chg="mod ord">
          <ac:chgData name="Jefferson Passerini" userId="ec684a97d9b6a829" providerId="LiveId" clId="{6CE4740C-C01E-423C-B89A-17ABC0EA52B4}" dt="2024-08-20T14:45:58.146" v="1417" actId="166"/>
          <ac:picMkLst>
            <pc:docMk/>
            <pc:sldMk cId="662031841" sldId="305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0:56.019" v="1200" actId="478"/>
          <ac:picMkLst>
            <pc:docMk/>
            <pc:sldMk cId="662031841" sldId="305"/>
            <ac:picMk id="11" creationId="{D475E1AB-6626-7FC3-3E9F-A6E5D42BFC24}"/>
          </ac:picMkLst>
        </pc:picChg>
        <pc:picChg chg="add del mod">
          <ac:chgData name="Jefferson Passerini" userId="ec684a97d9b6a829" providerId="LiveId" clId="{6CE4740C-C01E-423C-B89A-17ABC0EA52B4}" dt="2024-08-20T14:45:26.510" v="1408" actId="478"/>
          <ac:picMkLst>
            <pc:docMk/>
            <pc:sldMk cId="662031841" sldId="305"/>
            <ac:picMk id="12" creationId="{7F4E9CCB-852F-50E2-1E34-45A26C4735FD}"/>
          </ac:picMkLst>
        </pc:picChg>
        <pc:picChg chg="add mod">
          <ac:chgData name="Jefferson Passerini" userId="ec684a97d9b6a829" providerId="LiveId" clId="{6CE4740C-C01E-423C-B89A-17ABC0EA52B4}" dt="2024-08-20T14:45:55.287" v="1416" actId="14100"/>
          <ac:picMkLst>
            <pc:docMk/>
            <pc:sldMk cId="662031841" sldId="305"/>
            <ac:picMk id="14" creationId="{0AC6635D-1619-8454-7D30-A31DA1F69E09}"/>
          </ac:picMkLst>
        </pc:picChg>
      </pc:sldChg>
      <pc:sldChg chg="addSp delSp modSp add mod">
        <pc:chgData name="Jefferson Passerini" userId="ec684a97d9b6a829" providerId="LiveId" clId="{6CE4740C-C01E-423C-B89A-17ABC0EA52B4}" dt="2024-08-20T14:46:36.031" v="1421" actId="166"/>
        <pc:sldMkLst>
          <pc:docMk/>
          <pc:sldMk cId="917933702" sldId="306"/>
        </pc:sldMkLst>
        <pc:spChg chg="mod">
          <ac:chgData name="Jefferson Passerini" userId="ec684a97d9b6a829" providerId="LiveId" clId="{6CE4740C-C01E-423C-B89A-17ABC0EA52B4}" dt="2024-08-20T14:22:02.064" v="1295" actId="20577"/>
          <ac:spMkLst>
            <pc:docMk/>
            <pc:sldMk cId="917933702" sldId="306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24:08.368" v="1311" actId="1076"/>
          <ac:spMkLst>
            <pc:docMk/>
            <pc:sldMk cId="917933702" sldId="306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2:11.757" v="1297" actId="1076"/>
          <ac:spMkLst>
            <pc:docMk/>
            <pc:sldMk cId="917933702" sldId="306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24:04.973" v="1310" actId="1076"/>
          <ac:picMkLst>
            <pc:docMk/>
            <pc:sldMk cId="917933702" sldId="306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22:04.930" v="1296" actId="478"/>
          <ac:picMkLst>
            <pc:docMk/>
            <pc:sldMk cId="917933702" sldId="306"/>
            <ac:picMk id="6" creationId="{D193A654-45FA-9A37-A671-4E00F27BB761}"/>
          </ac:picMkLst>
        </pc:picChg>
        <pc:picChg chg="ord">
          <ac:chgData name="Jefferson Passerini" userId="ec684a97d9b6a829" providerId="LiveId" clId="{6CE4740C-C01E-423C-B89A-17ABC0EA52B4}" dt="2024-08-20T14:46:36.031" v="1421" actId="166"/>
          <ac:picMkLst>
            <pc:docMk/>
            <pc:sldMk cId="917933702" sldId="306"/>
            <ac:picMk id="7" creationId="{01441DBA-A28D-ED78-4398-3DB26EC94E76}"/>
          </ac:picMkLst>
        </pc:picChg>
        <pc:picChg chg="add del mod">
          <ac:chgData name="Jefferson Passerini" userId="ec684a97d9b6a829" providerId="LiveId" clId="{6CE4740C-C01E-423C-B89A-17ABC0EA52B4}" dt="2024-08-20T14:46:05.070" v="1418" actId="478"/>
          <ac:picMkLst>
            <pc:docMk/>
            <pc:sldMk cId="917933702" sldId="306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46:32.391" v="1420" actId="1076"/>
          <ac:picMkLst>
            <pc:docMk/>
            <pc:sldMk cId="917933702" sldId="306"/>
            <ac:picMk id="12" creationId="{19EC366B-1FEC-C193-A82C-C98B4F322D26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57113321" sldId="306"/>
        </pc:sldMkLst>
      </pc:sldChg>
      <pc:sldChg chg="addSp delSp modSp add mod">
        <pc:chgData name="Jefferson Passerini" userId="ec684a97d9b6a829" providerId="LiveId" clId="{6CE4740C-C01E-423C-B89A-17ABC0EA52B4}" dt="2024-08-20T14:34:00.467" v="1401" actId="1076"/>
        <pc:sldMkLst>
          <pc:docMk/>
          <pc:sldMk cId="1866037543" sldId="307"/>
        </pc:sldMkLst>
        <pc:spChg chg="mod">
          <ac:chgData name="Jefferson Passerini" userId="ec684a97d9b6a829" providerId="LiveId" clId="{6CE4740C-C01E-423C-B89A-17ABC0EA52B4}" dt="2024-08-20T14:33:33.960" v="1393" actId="27636"/>
          <ac:spMkLst>
            <pc:docMk/>
            <pc:sldMk cId="1866037543" sldId="30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33:51.419" v="1399" actId="1076"/>
          <ac:spMkLst>
            <pc:docMk/>
            <pc:sldMk cId="1866037543" sldId="307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34:00.467" v="1401" actId="1076"/>
          <ac:spMkLst>
            <pc:docMk/>
            <pc:sldMk cId="1866037543" sldId="307"/>
            <ac:spMk id="9" creationId="{A3F311DC-E0AB-0EB4-FBF4-F2C0617B710A}"/>
          </ac:spMkLst>
        </pc:spChg>
        <pc:spChg chg="add mod">
          <ac:chgData name="Jefferson Passerini" userId="ec684a97d9b6a829" providerId="LiveId" clId="{6CE4740C-C01E-423C-B89A-17ABC0EA52B4}" dt="2024-08-20T14:33:25.386" v="1388" actId="1076"/>
          <ac:spMkLst>
            <pc:docMk/>
            <pc:sldMk cId="1866037543" sldId="307"/>
            <ac:spMk id="18" creationId="{5CEBC650-C573-F25A-B6E8-50FDA877CF84}"/>
          </ac:spMkLst>
        </pc:spChg>
        <pc:grpChg chg="add mod">
          <ac:chgData name="Jefferson Passerini" userId="ec684a97d9b6a829" providerId="LiveId" clId="{6CE4740C-C01E-423C-B89A-17ABC0EA52B4}" dt="2024-08-20T14:33:46.166" v="1397" actId="1076"/>
          <ac:grpSpMkLst>
            <pc:docMk/>
            <pc:sldMk cId="1866037543" sldId="307"/>
            <ac:grpSpMk id="15" creationId="{F0EE2ECD-881F-C527-9C6F-EED10426CE72}"/>
          </ac:grpSpMkLst>
        </pc:grpChg>
        <pc:picChg chg="mod">
          <ac:chgData name="Jefferson Passerini" userId="ec684a97d9b6a829" providerId="LiveId" clId="{6CE4740C-C01E-423C-B89A-17ABC0EA52B4}" dt="2024-08-20T14:33:47.794" v="1398" actId="1076"/>
          <ac:picMkLst>
            <pc:docMk/>
            <pc:sldMk cId="1866037543" sldId="307"/>
            <ac:picMk id="5" creationId="{509D54EB-0FDA-51FB-516A-52A2A82100EA}"/>
          </ac:picMkLst>
        </pc:picChg>
        <pc:picChg chg="add mod ord">
          <ac:chgData name="Jefferson Passerini" userId="ec684a97d9b6a829" providerId="LiveId" clId="{6CE4740C-C01E-423C-B89A-17ABC0EA52B4}" dt="2024-08-20T14:33:55.283" v="1400" actId="1076"/>
          <ac:picMkLst>
            <pc:docMk/>
            <pc:sldMk cId="1866037543" sldId="307"/>
            <ac:picMk id="6" creationId="{F9F9D653-5F76-DB43-2003-09C05593B8C8}"/>
          </ac:picMkLst>
        </pc:picChg>
        <pc:picChg chg="del">
          <ac:chgData name="Jefferson Passerini" userId="ec684a97d9b6a829" providerId="LiveId" clId="{6CE4740C-C01E-423C-B89A-17ABC0EA52B4}" dt="2024-08-20T14:24:50.643" v="1318" actId="478"/>
          <ac:picMkLst>
            <pc:docMk/>
            <pc:sldMk cId="1866037543" sldId="307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5:34.815" v="1351" actId="478"/>
          <ac:picMkLst>
            <pc:docMk/>
            <pc:sldMk cId="1866037543" sldId="307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2" creationId="{F1D46309-1697-E5AC-0C7B-DA63594FD287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4" creationId="{629C1C02-6976-C5C3-CF7E-6AF252840F3F}"/>
          </ac:picMkLst>
        </pc:picChg>
        <pc:picChg chg="add del">
          <ac:chgData name="Jefferson Passerini" userId="ec684a97d9b6a829" providerId="LiveId" clId="{6CE4740C-C01E-423C-B89A-17ABC0EA52B4}" dt="2024-08-20T14:33:09.301" v="1383" actId="478"/>
          <ac:picMkLst>
            <pc:docMk/>
            <pc:sldMk cId="1866037543" sldId="307"/>
            <ac:picMk id="17" creationId="{2A11F59A-0043-5560-7B88-41F01054CD9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3728630244" sldId="307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3198860" sldId="308"/>
        </pc:sldMkLst>
      </pc:sldChg>
      <pc:sldChg chg="addSp delSp modSp add mod">
        <pc:chgData name="Jefferson Passerini" userId="ec684a97d9b6a829" providerId="LiveId" clId="{6CE4740C-C01E-423C-B89A-17ABC0EA52B4}" dt="2024-08-20T14:50:37.706" v="1476" actId="20577"/>
        <pc:sldMkLst>
          <pc:docMk/>
          <pc:sldMk cId="3911222565" sldId="308"/>
        </pc:sldMkLst>
        <pc:spChg chg="mod ord">
          <ac:chgData name="Jefferson Passerini" userId="ec684a97d9b6a829" providerId="LiveId" clId="{6CE4740C-C01E-423C-B89A-17ABC0EA52B4}" dt="2024-08-20T14:48:11.396" v="1434" actId="166"/>
          <ac:spMkLst>
            <pc:docMk/>
            <pc:sldMk cId="3911222565" sldId="308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47:41.459" v="1425" actId="1076"/>
          <ac:spMkLst>
            <pc:docMk/>
            <pc:sldMk cId="3911222565" sldId="308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0:37.706" v="1476" actId="20577"/>
          <ac:spMkLst>
            <pc:docMk/>
            <pc:sldMk cId="3911222565" sldId="308"/>
            <ac:spMk id="18" creationId="{5CEBC650-C573-F25A-B6E8-50FDA877CF84}"/>
          </ac:spMkLst>
        </pc:spChg>
        <pc:grpChg chg="del">
          <ac:chgData name="Jefferson Passerini" userId="ec684a97d9b6a829" providerId="LiveId" clId="{6CE4740C-C01E-423C-B89A-17ABC0EA52B4}" dt="2024-08-20T14:34:12.115" v="1403" actId="478"/>
          <ac:grpSpMkLst>
            <pc:docMk/>
            <pc:sldMk cId="3911222565" sldId="308"/>
            <ac:grpSpMk id="15" creationId="{F0EE2ECD-881F-C527-9C6F-EED10426CE72}"/>
          </ac:grpSpMkLst>
        </pc:grpChg>
        <pc:picChg chg="mod ord">
          <ac:chgData name="Jefferson Passerini" userId="ec684a97d9b6a829" providerId="LiveId" clId="{6CE4740C-C01E-423C-B89A-17ABC0EA52B4}" dt="2024-08-20T14:47:59.274" v="1432" actId="166"/>
          <ac:picMkLst>
            <pc:docMk/>
            <pc:sldMk cId="3911222565" sldId="308"/>
            <ac:picMk id="5" creationId="{509D54EB-0FDA-51FB-516A-52A2A82100EA}"/>
          </ac:picMkLst>
        </pc:picChg>
        <pc:picChg chg="mod">
          <ac:chgData name="Jefferson Passerini" userId="ec684a97d9b6a829" providerId="LiveId" clId="{6CE4740C-C01E-423C-B89A-17ABC0EA52B4}" dt="2024-08-20T14:47:41.459" v="1425" actId="1076"/>
          <ac:picMkLst>
            <pc:docMk/>
            <pc:sldMk cId="3911222565" sldId="308"/>
            <ac:picMk id="6" creationId="{F9F9D653-5F76-DB43-2003-09C05593B8C8}"/>
          </ac:picMkLst>
        </pc:picChg>
        <pc:picChg chg="add mod">
          <ac:chgData name="Jefferson Passerini" userId="ec684a97d9b6a829" providerId="LiveId" clId="{6CE4740C-C01E-423C-B89A-17ABC0EA52B4}" dt="2024-08-20T14:48:03.444" v="1433" actId="14100"/>
          <ac:picMkLst>
            <pc:docMk/>
            <pc:sldMk cId="3911222565" sldId="308"/>
            <ac:picMk id="7" creationId="{E16A7746-5CA2-C931-46C9-CA9AD7F85FA5}"/>
          </ac:picMkLst>
        </pc:picChg>
      </pc:sldChg>
      <pc:sldChg chg="addSp delSp modSp add mod">
        <pc:chgData name="Jefferson Passerini" userId="ec684a97d9b6a829" providerId="LiveId" clId="{6CE4740C-C01E-423C-B89A-17ABC0EA52B4}" dt="2024-08-20T14:55:15.049" v="1536" actId="14100"/>
        <pc:sldMkLst>
          <pc:docMk/>
          <pc:sldMk cId="313260873" sldId="309"/>
        </pc:sldMkLst>
        <pc:spChg chg="del mod">
          <ac:chgData name="Jefferson Passerini" userId="ec684a97d9b6a829" providerId="LiveId" clId="{6CE4740C-C01E-423C-B89A-17ABC0EA52B4}" dt="2024-08-20T14:51:11.117" v="1483" actId="478"/>
          <ac:spMkLst>
            <pc:docMk/>
            <pc:sldMk cId="313260873" sldId="309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55:08.341" v="1533" actId="14100"/>
          <ac:spMkLst>
            <pc:docMk/>
            <pc:sldMk cId="313260873" sldId="309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1:23.464" v="1522" actId="20577"/>
          <ac:spMkLst>
            <pc:docMk/>
            <pc:sldMk cId="313260873" sldId="309"/>
            <ac:spMk id="18" creationId="{5CEBC650-C573-F25A-B6E8-50FDA877CF84}"/>
          </ac:spMkLst>
        </pc:spChg>
        <pc:picChg chg="del mod ord">
          <ac:chgData name="Jefferson Passerini" userId="ec684a97d9b6a829" providerId="LiveId" clId="{6CE4740C-C01E-423C-B89A-17ABC0EA52B4}" dt="2024-08-20T14:51:09.169" v="1482" actId="478"/>
          <ac:picMkLst>
            <pc:docMk/>
            <pc:sldMk cId="313260873" sldId="309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48:21.157" v="1436" actId="478"/>
          <ac:picMkLst>
            <pc:docMk/>
            <pc:sldMk cId="313260873" sldId="309"/>
            <ac:picMk id="7" creationId="{E16A7746-5CA2-C931-46C9-CA9AD7F85FA5}"/>
          </ac:picMkLst>
        </pc:picChg>
        <pc:picChg chg="add del mod">
          <ac:chgData name="Jefferson Passerini" userId="ec684a97d9b6a829" providerId="LiveId" clId="{6CE4740C-C01E-423C-B89A-17ABC0EA52B4}" dt="2024-08-20T14:51:26.001" v="1523" actId="478"/>
          <ac:picMkLst>
            <pc:docMk/>
            <pc:sldMk cId="313260873" sldId="309"/>
            <ac:picMk id="10" creationId="{766E25A0-F875-D839-4EFF-E4A468FA8C82}"/>
          </ac:picMkLst>
        </pc:picChg>
        <pc:picChg chg="add mod">
          <ac:chgData name="Jefferson Passerini" userId="ec684a97d9b6a829" providerId="LiveId" clId="{6CE4740C-C01E-423C-B89A-17ABC0EA52B4}" dt="2024-08-20T14:55:00.453" v="1530" actId="1076"/>
          <ac:picMkLst>
            <pc:docMk/>
            <pc:sldMk cId="313260873" sldId="309"/>
            <ac:picMk id="12" creationId="{EE9AF8AE-1951-ADAA-0646-3511C76803A4}"/>
          </ac:picMkLst>
        </pc:picChg>
        <pc:picChg chg="add mod">
          <ac:chgData name="Jefferson Passerini" userId="ec684a97d9b6a829" providerId="LiveId" clId="{6CE4740C-C01E-423C-B89A-17ABC0EA52B4}" dt="2024-08-20T14:55:15.049" v="1536" actId="14100"/>
          <ac:picMkLst>
            <pc:docMk/>
            <pc:sldMk cId="313260873" sldId="309"/>
            <ac:picMk id="14" creationId="{E7DBCAE2-21E8-218E-DB11-3A8AF615D02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94963229" sldId="309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57573264" sldId="310"/>
        </pc:sldMkLst>
      </pc:sldChg>
      <pc:sldChg chg="addSp delSp modSp add mod ord">
        <pc:chgData name="Jefferson Passerini" userId="ec684a97d9b6a829" providerId="LiveId" clId="{6CE4740C-C01E-423C-B89A-17ABC0EA52B4}" dt="2024-08-20T14:56:00.306" v="1544" actId="1076"/>
        <pc:sldMkLst>
          <pc:docMk/>
          <pc:sldMk cId="3333393032" sldId="310"/>
        </pc:sldMkLst>
        <pc:picChg chg="mod ord">
          <ac:chgData name="Jefferson Passerini" userId="ec684a97d9b6a829" providerId="LiveId" clId="{6CE4740C-C01E-423C-B89A-17ABC0EA52B4}" dt="2024-08-20T14:55:35.051" v="1540" actId="167"/>
          <ac:picMkLst>
            <pc:docMk/>
            <pc:sldMk cId="3333393032" sldId="310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56:00.306" v="1544" actId="1076"/>
          <ac:picMkLst>
            <pc:docMk/>
            <pc:sldMk cId="3333393032" sldId="310"/>
            <ac:picMk id="7" creationId="{BC46ECC5-752B-30B3-A449-1E6CFC747728}"/>
          </ac:picMkLst>
        </pc:picChg>
        <pc:picChg chg="del">
          <ac:chgData name="Jefferson Passerini" userId="ec684a97d9b6a829" providerId="LiveId" clId="{6CE4740C-C01E-423C-B89A-17ABC0EA52B4}" dt="2024-08-20T14:50:53.495" v="1478" actId="478"/>
          <ac:picMkLst>
            <pc:docMk/>
            <pc:sldMk cId="3333393032" sldId="310"/>
            <ac:picMk id="10" creationId="{766E25A0-F875-D839-4EFF-E4A468FA8C82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534638159" sldId="31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54700481" sldId="31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244208355" sldId="31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724568739" sldId="31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47112385" sldId="315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13586987" sldId="316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609885474" sldId="317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632405001" sldId="318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76831718" sldId="319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860135609" sldId="320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551870368" sldId="32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854585396" sldId="32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537278518" sldId="32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852741127" sldId="32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146740212" sldId="325"/>
        </pc:sldMkLst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4E642DB2-717B-4F43-A50C-D501998FEA88}"/>
    <pc:docChg chg="undo custSel addSld delSld modSld sldOrd">
      <pc:chgData name="Jefferson Passerini" userId="ec684a97d9b6a829" providerId="LiveId" clId="{4E642DB2-717B-4F43-A50C-D501998FEA88}" dt="2024-08-21T16:27:14.528" v="1185" actId="1076"/>
      <pc:docMkLst>
        <pc:docMk/>
      </pc:docMkLst>
      <pc:sldChg chg="addSp delSp modSp mod modAnim">
        <pc:chgData name="Jefferson Passerini" userId="ec684a97d9b6a829" providerId="LiveId" clId="{4E642DB2-717B-4F43-A50C-D501998FEA88}" dt="2024-08-21T12:45:01.538" v="695" actId="26606"/>
        <pc:sldMkLst>
          <pc:docMk/>
          <pc:sldMk cId="3568309152" sldId="256"/>
        </pc:sldMkLst>
        <pc:spChg chg="mod">
          <ac:chgData name="Jefferson Passerini" userId="ec684a97d9b6a829" providerId="LiveId" clId="{4E642DB2-717B-4F43-A50C-D501998FEA88}" dt="2024-08-21T12:21:16.869" v="14" actId="20577"/>
          <ac:spMkLst>
            <pc:docMk/>
            <pc:sldMk cId="3568309152" sldId="256"/>
            <ac:spMk id="2" creationId="{2E243026-E16F-9CDD-AE56-CF691B008A41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08" creationId="{E91DC736-0EF8-4F87-9146-EBF1D2EE4D3D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0" creationId="{097CD68E-23E3-4007-8847-CD0944C4F7BE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2" creationId="{AF2F604E-43BE-4DC3-B983-E071523364F8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4" creationId="{08C9B587-E65E-4B52-B37C-ABEBB6E8792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9" creationId="{E91DC736-0EF8-4F87-9146-EBF1D2EE4D3D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1" creationId="{097CD68E-23E3-4007-8847-CD0944C4F7BE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3" creationId="{AF2F604E-43BE-4DC3-B983-E071523364F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5" creationId="{08C9B587-E65E-4B52-B37C-ABEBB6E87928}"/>
          </ac:spMkLst>
        </pc:spChg>
        <pc:picChg chg="del">
          <ac:chgData name="Jefferson Passerini" userId="ec684a97d9b6a829" providerId="LiveId" clId="{4E642DB2-717B-4F43-A50C-D501998FEA88}" dt="2024-08-21T12:44:48.904" v="691" actId="478"/>
          <ac:picMkLst>
            <pc:docMk/>
            <pc:sldMk cId="3568309152" sldId="256"/>
            <ac:picMk id="5" creationId="{329A845D-3092-509F-56C0-200AA530E0A2}"/>
          </ac:picMkLst>
        </pc:picChg>
        <pc:picChg chg="add mod ord">
          <ac:chgData name="Jefferson Passerini" userId="ec684a97d9b6a829" providerId="LiveId" clId="{4E642DB2-717B-4F43-A50C-D501998FEA88}" dt="2024-08-21T12:45:01.538" v="695" actId="26606"/>
          <ac:picMkLst>
            <pc:docMk/>
            <pc:sldMk cId="3568309152" sldId="256"/>
            <ac:picMk id="6" creationId="{CE4C3F96-01C2-9409-0FD6-687C661B8906}"/>
          </ac:picMkLst>
        </pc:picChg>
      </pc:sldChg>
      <pc:sldChg chg="modSp mod">
        <pc:chgData name="Jefferson Passerini" userId="ec684a97d9b6a829" providerId="LiveId" clId="{4E642DB2-717B-4F43-A50C-D501998FEA88}" dt="2024-08-21T12:23:26.516" v="319" actId="20577"/>
        <pc:sldMkLst>
          <pc:docMk/>
          <pc:sldMk cId="1879529569" sldId="287"/>
        </pc:sldMkLst>
        <pc:spChg chg="mod">
          <ac:chgData name="Jefferson Passerini" userId="ec684a97d9b6a829" providerId="LiveId" clId="{4E642DB2-717B-4F43-A50C-D501998FEA88}" dt="2024-08-21T12:23:26.516" v="319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14.309" v="6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4E642DB2-717B-4F43-A50C-D501998FEA88}" dt="2024-08-21T12:24:20.357" v="329" actId="255"/>
        <pc:sldMkLst>
          <pc:docMk/>
          <pc:sldMk cId="4110157163" sldId="288"/>
        </pc:sldMkLst>
        <pc:spChg chg="mod">
          <ac:chgData name="Jefferson Passerini" userId="ec684a97d9b6a829" providerId="LiveId" clId="{4E642DB2-717B-4F43-A50C-D501998FEA88}" dt="2024-08-21T12:24:20.357" v="329" actId="255"/>
          <ac:spMkLst>
            <pc:docMk/>
            <pc:sldMk cId="4110157163" sldId="288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07.197" v="51" actId="20577"/>
          <ac:spMkLst>
            <pc:docMk/>
            <pc:sldMk cId="4110157163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4E642DB2-717B-4F43-A50C-D501998FEA88}" dt="2024-08-21T12:21:53.191" v="32" actId="47"/>
        <pc:sldMkLst>
          <pc:docMk/>
          <pc:sldMk cId="1164232335" sldId="289"/>
        </pc:sldMkLst>
      </pc:sldChg>
      <pc:sldChg chg="addSp modSp add mod">
        <pc:chgData name="Jefferson Passerini" userId="ec684a97d9b6a829" providerId="LiveId" clId="{4E642DB2-717B-4F43-A50C-D501998FEA88}" dt="2024-08-21T12:26:55.207" v="381" actId="1076"/>
        <pc:sldMkLst>
          <pc:docMk/>
          <pc:sldMk cId="2346556844" sldId="289"/>
        </pc:sldMkLst>
        <pc:spChg chg="mod">
          <ac:chgData name="Jefferson Passerini" userId="ec684a97d9b6a829" providerId="LiveId" clId="{4E642DB2-717B-4F43-A50C-D501998FEA88}" dt="2024-08-21T12:26:50.418" v="379" actId="27636"/>
          <ac:spMkLst>
            <pc:docMk/>
            <pc:sldMk cId="2346556844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4E642DB2-717B-4F43-A50C-D501998FEA88}" dt="2024-08-21T12:26:55.207" v="381" actId="1076"/>
          <ac:picMkLst>
            <pc:docMk/>
            <pc:sldMk cId="2346556844" sldId="289"/>
            <ac:picMk id="5" creationId="{DAE842D5-B0B8-97AA-FFF9-66159BB5C773}"/>
          </ac:picMkLst>
        </pc:picChg>
      </pc:sldChg>
      <pc:sldChg chg="del">
        <pc:chgData name="Jefferson Passerini" userId="ec684a97d9b6a829" providerId="LiveId" clId="{4E642DB2-717B-4F43-A50C-D501998FEA88}" dt="2024-08-21T12:21:51.734" v="31" actId="47"/>
        <pc:sldMkLst>
          <pc:docMk/>
          <pc:sldMk cId="1898369336" sldId="290"/>
        </pc:sldMkLst>
      </pc:sldChg>
      <pc:sldChg chg="addSp delSp modSp add mod">
        <pc:chgData name="Jefferson Passerini" userId="ec684a97d9b6a829" providerId="LiveId" clId="{4E642DB2-717B-4F43-A50C-D501998FEA88}" dt="2024-08-21T12:30:27.443" v="531" actId="6549"/>
        <pc:sldMkLst>
          <pc:docMk/>
          <pc:sldMk cId="3804161518" sldId="290"/>
        </pc:sldMkLst>
        <pc:spChg chg="mod">
          <ac:chgData name="Jefferson Passerini" userId="ec684a97d9b6a829" providerId="LiveId" clId="{4E642DB2-717B-4F43-A50C-D501998FEA88}" dt="2024-08-21T12:30:27.443" v="531" actId="6549"/>
          <ac:spMkLst>
            <pc:docMk/>
            <pc:sldMk cId="3804161518" sldId="290"/>
            <ac:spMk id="3" creationId="{212081E4-07F6-C689-2ACC-B6CADD634983}"/>
          </ac:spMkLst>
        </pc:spChg>
        <pc:picChg chg="del">
          <ac:chgData name="Jefferson Passerini" userId="ec684a97d9b6a829" providerId="LiveId" clId="{4E642DB2-717B-4F43-A50C-D501998FEA88}" dt="2024-08-21T12:27:55.074" v="434" actId="478"/>
          <ac:picMkLst>
            <pc:docMk/>
            <pc:sldMk cId="3804161518" sldId="290"/>
            <ac:picMk id="5" creationId="{DAE842D5-B0B8-97AA-FFF9-66159BB5C773}"/>
          </ac:picMkLst>
        </pc:picChg>
        <pc:picChg chg="add mod">
          <ac:chgData name="Jefferson Passerini" userId="ec684a97d9b6a829" providerId="LiveId" clId="{4E642DB2-717B-4F43-A50C-D501998FEA88}" dt="2024-08-21T12:28:30.403" v="444" actId="1076"/>
          <ac:picMkLst>
            <pc:docMk/>
            <pc:sldMk cId="3804161518" sldId="290"/>
            <ac:picMk id="6" creationId="{7215CAA8-CB4C-2379-D1B7-8F3DBD35BF7A}"/>
          </ac:picMkLst>
        </pc:picChg>
        <pc:picChg chg="add mod">
          <ac:chgData name="Jefferson Passerini" userId="ec684a97d9b6a829" providerId="LiveId" clId="{4E642DB2-717B-4F43-A50C-D501998FEA88}" dt="2024-08-21T12:28:28.675" v="443" actId="1076"/>
          <ac:picMkLst>
            <pc:docMk/>
            <pc:sldMk cId="3804161518" sldId="290"/>
            <ac:picMk id="7" creationId="{57FC8F46-CC48-4DC2-682B-ECD873C6D20F}"/>
          </ac:picMkLst>
        </pc:picChg>
      </pc:sldChg>
      <pc:sldChg chg="addSp delSp modSp add mod">
        <pc:chgData name="Jefferson Passerini" userId="ec684a97d9b6a829" providerId="LiveId" clId="{4E642DB2-717B-4F43-A50C-D501998FEA88}" dt="2024-08-21T12:33:33.187" v="621" actId="1076"/>
        <pc:sldMkLst>
          <pc:docMk/>
          <pc:sldMk cId="2532405675" sldId="291"/>
        </pc:sldMkLst>
        <pc:spChg chg="mod">
          <ac:chgData name="Jefferson Passerini" userId="ec684a97d9b6a829" providerId="LiveId" clId="{4E642DB2-717B-4F43-A50C-D501998FEA88}" dt="2024-08-21T12:32:35.200" v="613" actId="6549"/>
          <ac:spMkLst>
            <pc:docMk/>
            <pc:sldMk cId="2532405675" sldId="291"/>
            <ac:spMk id="3" creationId="{212081E4-07F6-C689-2ACC-B6CADD634983}"/>
          </ac:spMkLst>
        </pc:spChg>
        <pc:picChg chg="add mod">
          <ac:chgData name="Jefferson Passerini" userId="ec684a97d9b6a829" providerId="LiveId" clId="{4E642DB2-717B-4F43-A50C-D501998FEA88}" dt="2024-08-21T12:33:33.187" v="621" actId="1076"/>
          <ac:picMkLst>
            <pc:docMk/>
            <pc:sldMk cId="2532405675" sldId="291"/>
            <ac:picMk id="5" creationId="{6FCCFF3E-8A91-6311-4754-9A622BF8242B}"/>
          </ac:picMkLst>
        </pc:picChg>
        <pc:picChg chg="del mod">
          <ac:chgData name="Jefferson Passerini" userId="ec684a97d9b6a829" providerId="LiveId" clId="{4E642DB2-717B-4F43-A50C-D501998FEA88}" dt="2024-08-21T12:32:38.927" v="614" actId="478"/>
          <ac:picMkLst>
            <pc:docMk/>
            <pc:sldMk cId="2532405675" sldId="291"/>
            <ac:picMk id="6" creationId="{7215CAA8-CB4C-2379-D1B7-8F3DBD35BF7A}"/>
          </ac:picMkLst>
        </pc:picChg>
        <pc:picChg chg="del">
          <ac:chgData name="Jefferson Passerini" userId="ec684a97d9b6a829" providerId="LiveId" clId="{4E642DB2-717B-4F43-A50C-D501998FEA88}" dt="2024-08-21T12:31:10.352" v="544" actId="478"/>
          <ac:picMkLst>
            <pc:docMk/>
            <pc:sldMk cId="2532405675" sldId="291"/>
            <ac:picMk id="7" creationId="{57FC8F46-CC48-4DC2-682B-ECD873C6D20F}"/>
          </ac:picMkLst>
        </pc:picChg>
        <pc:picChg chg="add mod">
          <ac:chgData name="Jefferson Passerini" userId="ec684a97d9b6a829" providerId="LiveId" clId="{4E642DB2-717B-4F43-A50C-D501998FEA88}" dt="2024-08-21T12:33:28.727" v="619" actId="1076"/>
          <ac:picMkLst>
            <pc:docMk/>
            <pc:sldMk cId="2532405675" sldId="291"/>
            <ac:picMk id="9" creationId="{F68A4187-40CB-5666-0765-E3F3CA91CADB}"/>
          </ac:picMkLst>
        </pc:picChg>
      </pc:sldChg>
      <pc:sldChg chg="del">
        <pc:chgData name="Jefferson Passerini" userId="ec684a97d9b6a829" providerId="LiveId" clId="{4E642DB2-717B-4F43-A50C-D501998FEA88}" dt="2024-08-21T12:21:49.784" v="30" actId="47"/>
        <pc:sldMkLst>
          <pc:docMk/>
          <pc:sldMk cId="2638506918" sldId="291"/>
        </pc:sldMkLst>
      </pc:sldChg>
      <pc:sldChg chg="del">
        <pc:chgData name="Jefferson Passerini" userId="ec684a97d9b6a829" providerId="LiveId" clId="{4E642DB2-717B-4F43-A50C-D501998FEA88}" dt="2024-08-21T12:21:49.087" v="29" actId="47"/>
        <pc:sldMkLst>
          <pc:docMk/>
          <pc:sldMk cId="1838801267" sldId="292"/>
        </pc:sldMkLst>
      </pc:sldChg>
      <pc:sldChg chg="addSp delSp modSp add mod">
        <pc:chgData name="Jefferson Passerini" userId="ec684a97d9b6a829" providerId="LiveId" clId="{4E642DB2-717B-4F43-A50C-D501998FEA88}" dt="2024-08-21T12:36:37.541" v="659" actId="20577"/>
        <pc:sldMkLst>
          <pc:docMk/>
          <pc:sldMk cId="2628596664" sldId="292"/>
        </pc:sldMkLst>
        <pc:spChg chg="mod">
          <ac:chgData name="Jefferson Passerini" userId="ec684a97d9b6a829" providerId="LiveId" clId="{4E642DB2-717B-4F43-A50C-D501998FEA88}" dt="2024-08-21T12:36:37.541" v="659" actId="20577"/>
          <ac:spMkLst>
            <pc:docMk/>
            <pc:sldMk cId="2628596664" sldId="292"/>
            <ac:spMk id="3" creationId="{212081E4-07F6-C689-2ACC-B6CADD634983}"/>
          </ac:spMkLst>
        </pc:spChg>
        <pc:picChg chg="add del mod">
          <ac:chgData name="Jefferson Passerini" userId="ec684a97d9b6a829" providerId="LiveId" clId="{4E642DB2-717B-4F43-A50C-D501998FEA88}" dt="2024-08-21T12:34:55.318" v="642" actId="478"/>
          <ac:picMkLst>
            <pc:docMk/>
            <pc:sldMk cId="2628596664" sldId="292"/>
            <ac:picMk id="2" creationId="{897346ED-AA5E-2350-5E6D-F82ABD18CFEA}"/>
          </ac:picMkLst>
        </pc:picChg>
        <pc:picChg chg="del">
          <ac:chgData name="Jefferson Passerini" userId="ec684a97d9b6a829" providerId="LiveId" clId="{4E642DB2-717B-4F43-A50C-D501998FEA88}" dt="2024-08-21T12:34:25.910" v="636" actId="478"/>
          <ac:picMkLst>
            <pc:docMk/>
            <pc:sldMk cId="2628596664" sldId="292"/>
            <ac:picMk id="5" creationId="{6FCCFF3E-8A91-6311-4754-9A622BF8242B}"/>
          </ac:picMkLst>
        </pc:picChg>
        <pc:picChg chg="add del mod">
          <ac:chgData name="Jefferson Passerini" userId="ec684a97d9b6a829" providerId="LiveId" clId="{4E642DB2-717B-4F43-A50C-D501998FEA88}" dt="2024-08-21T12:35:13.174" v="645" actId="478"/>
          <ac:picMkLst>
            <pc:docMk/>
            <pc:sldMk cId="2628596664" sldId="292"/>
            <ac:picMk id="7" creationId="{D7365A08-A8CD-C2C0-7A55-F62405C7143E}"/>
          </ac:picMkLst>
        </pc:picChg>
        <pc:picChg chg="del">
          <ac:chgData name="Jefferson Passerini" userId="ec684a97d9b6a829" providerId="LiveId" clId="{4E642DB2-717B-4F43-A50C-D501998FEA88}" dt="2024-08-21T12:34:26.582" v="637" actId="478"/>
          <ac:picMkLst>
            <pc:docMk/>
            <pc:sldMk cId="2628596664" sldId="292"/>
            <ac:picMk id="9" creationId="{F68A4187-40CB-5666-0765-E3F3CA91CADB}"/>
          </ac:picMkLst>
        </pc:picChg>
        <pc:picChg chg="add mod ord">
          <ac:chgData name="Jefferson Passerini" userId="ec684a97d9b6a829" providerId="LiveId" clId="{4E642DB2-717B-4F43-A50C-D501998FEA88}" dt="2024-08-21T12:35:37.018" v="648" actId="167"/>
          <ac:picMkLst>
            <pc:docMk/>
            <pc:sldMk cId="2628596664" sldId="292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48.323" v="28" actId="47"/>
        <pc:sldMkLst>
          <pc:docMk/>
          <pc:sldMk cId="2496172313" sldId="293"/>
        </pc:sldMkLst>
      </pc:sldChg>
      <pc:sldChg chg="addSp modSp add mod">
        <pc:chgData name="Jefferson Passerini" userId="ec684a97d9b6a829" providerId="LiveId" clId="{4E642DB2-717B-4F43-A50C-D501998FEA88}" dt="2024-08-21T12:39:35.311" v="672" actId="1076"/>
        <pc:sldMkLst>
          <pc:docMk/>
          <pc:sldMk cId="3835876583" sldId="293"/>
        </pc:sldMkLst>
        <pc:spChg chg="mod">
          <ac:chgData name="Jefferson Passerini" userId="ec684a97d9b6a829" providerId="LiveId" clId="{4E642DB2-717B-4F43-A50C-D501998FEA88}" dt="2024-08-21T12:39:09.621" v="661" actId="1076"/>
          <ac:spMkLst>
            <pc:docMk/>
            <pc:sldMk cId="3835876583" sldId="293"/>
            <ac:spMk id="3" creationId="{212081E4-07F6-C689-2ACC-B6CADD634983}"/>
          </ac:spMkLst>
        </pc:spChg>
        <pc:picChg chg="mod">
          <ac:chgData name="Jefferson Passerini" userId="ec684a97d9b6a829" providerId="LiveId" clId="{4E642DB2-717B-4F43-A50C-D501998FEA88}" dt="2024-08-21T12:39:35.311" v="672" actId="1076"/>
          <ac:picMkLst>
            <pc:docMk/>
            <pc:sldMk cId="3835876583" sldId="293"/>
            <ac:picMk id="2" creationId="{897346ED-AA5E-2350-5E6D-F82ABD18CFEA}"/>
          </ac:picMkLst>
        </pc:picChg>
        <pc:picChg chg="add mod">
          <ac:chgData name="Jefferson Passerini" userId="ec684a97d9b6a829" providerId="LiveId" clId="{4E642DB2-717B-4F43-A50C-D501998FEA88}" dt="2024-08-21T12:39:23.625" v="667" actId="1076"/>
          <ac:picMkLst>
            <pc:docMk/>
            <pc:sldMk cId="3835876583" sldId="293"/>
            <ac:picMk id="5" creationId="{0C6A1A3A-AB52-FFDF-BBE7-DFA1AC08C69C}"/>
          </ac:picMkLst>
        </pc:picChg>
      </pc:sldChg>
      <pc:sldChg chg="modSp add mod ord">
        <pc:chgData name="Jefferson Passerini" userId="ec684a97d9b6a829" providerId="LiveId" clId="{4E642DB2-717B-4F43-A50C-D501998FEA88}" dt="2024-08-21T12:41:19.527" v="690"/>
        <pc:sldMkLst>
          <pc:docMk/>
          <pc:sldMk cId="3578035715" sldId="294"/>
        </pc:sldMkLst>
        <pc:spChg chg="mod">
          <ac:chgData name="Jefferson Passerini" userId="ec684a97d9b6a829" providerId="LiveId" clId="{4E642DB2-717B-4F43-A50C-D501998FEA88}" dt="2024-08-21T12:41:01.420" v="686" actId="20577"/>
          <ac:spMkLst>
            <pc:docMk/>
            <pc:sldMk cId="3578035715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54.317" v="33" actId="47"/>
        <pc:sldMkLst>
          <pc:docMk/>
          <pc:sldMk cId="4018733981" sldId="294"/>
        </pc:sldMkLst>
      </pc:sldChg>
      <pc:sldChg chg="modSp add ord">
        <pc:chgData name="Jefferson Passerini" userId="ec684a97d9b6a829" providerId="LiveId" clId="{4E642DB2-717B-4F43-A50C-D501998FEA88}" dt="2024-08-21T12:45:23.953" v="720" actId="20577"/>
        <pc:sldMkLst>
          <pc:docMk/>
          <pc:sldMk cId="466280431" sldId="295"/>
        </pc:sldMkLst>
        <pc:spChg chg="mod">
          <ac:chgData name="Jefferson Passerini" userId="ec684a97d9b6a829" providerId="LiveId" clId="{4E642DB2-717B-4F43-A50C-D501998FEA88}" dt="2024-08-21T12:45:23.953" v="720" actId="20577"/>
          <ac:spMkLst>
            <pc:docMk/>
            <pc:sldMk cId="466280431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7.648" v="36" actId="47"/>
        <pc:sldMkLst>
          <pc:docMk/>
          <pc:sldMk cId="2064743227" sldId="295"/>
        </pc:sldMkLst>
      </pc:sldChg>
      <pc:sldChg chg="modSp add">
        <pc:chgData name="Jefferson Passerini" userId="ec684a97d9b6a829" providerId="LiveId" clId="{4E642DB2-717B-4F43-A50C-D501998FEA88}" dt="2024-08-21T12:45:30.361" v="727" actId="20577"/>
        <pc:sldMkLst>
          <pc:docMk/>
          <pc:sldMk cId="1027580530" sldId="296"/>
        </pc:sldMkLst>
        <pc:spChg chg="mod">
          <ac:chgData name="Jefferson Passerini" userId="ec684a97d9b6a829" providerId="LiveId" clId="{4E642DB2-717B-4F43-A50C-D501998FEA88}" dt="2024-08-21T12:45:30.361" v="727" actId="20577"/>
          <ac:spMkLst>
            <pc:docMk/>
            <pc:sldMk cId="102758053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845" v="35" actId="47"/>
        <pc:sldMkLst>
          <pc:docMk/>
          <pc:sldMk cId="1327895311" sldId="296"/>
        </pc:sldMkLst>
      </pc:sldChg>
      <pc:sldChg chg="modSp add">
        <pc:chgData name="Jefferson Passerini" userId="ec684a97d9b6a829" providerId="LiveId" clId="{4E642DB2-717B-4F43-A50C-D501998FEA88}" dt="2024-08-21T12:45:40.384" v="741" actId="20577"/>
        <pc:sldMkLst>
          <pc:docMk/>
          <pc:sldMk cId="619452697" sldId="297"/>
        </pc:sldMkLst>
        <pc:spChg chg="mod">
          <ac:chgData name="Jefferson Passerini" userId="ec684a97d9b6a829" providerId="LiveId" clId="{4E642DB2-717B-4F43-A50C-D501998FEA88}" dt="2024-08-21T12:45:40.384" v="741" actId="20577"/>
          <ac:spMkLst>
            <pc:docMk/>
            <pc:sldMk cId="619452697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044" v="34" actId="47"/>
        <pc:sldMkLst>
          <pc:docMk/>
          <pc:sldMk cId="2392581070" sldId="297"/>
        </pc:sldMkLst>
      </pc:sldChg>
      <pc:sldChg chg="modSp add mod ord">
        <pc:chgData name="Jefferson Passerini" userId="ec684a97d9b6a829" providerId="LiveId" clId="{4E642DB2-717B-4F43-A50C-D501998FEA88}" dt="2024-08-21T12:47:32.270" v="796" actId="255"/>
        <pc:sldMkLst>
          <pc:docMk/>
          <pc:sldMk cId="1938676965" sldId="298"/>
        </pc:sldMkLst>
        <pc:spChg chg="mod">
          <ac:chgData name="Jefferson Passerini" userId="ec684a97d9b6a829" providerId="LiveId" clId="{4E642DB2-717B-4F43-A50C-D501998FEA88}" dt="2024-08-21T12:47:32.270" v="796" actId="255"/>
          <ac:spMkLst>
            <pc:docMk/>
            <pc:sldMk cId="1938676965" sldId="298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47.431" v="27" actId="47"/>
        <pc:sldMkLst>
          <pc:docMk/>
          <pc:sldMk cId="3157883851" sldId="298"/>
        </pc:sldMkLst>
      </pc:sldChg>
      <pc:sldChg chg="del">
        <pc:chgData name="Jefferson Passerini" userId="ec684a97d9b6a829" providerId="LiveId" clId="{4E642DB2-717B-4F43-A50C-D501998FEA88}" dt="2024-08-21T12:21:38.685" v="18" actId="47"/>
        <pc:sldMkLst>
          <pc:docMk/>
          <pc:sldMk cId="921456888" sldId="299"/>
        </pc:sldMkLst>
      </pc:sldChg>
      <pc:sldChg chg="modSp add mod">
        <pc:chgData name="Jefferson Passerini" userId="ec684a97d9b6a829" providerId="LiveId" clId="{4E642DB2-717B-4F43-A50C-D501998FEA88}" dt="2024-08-21T12:49:20" v="838" actId="20577"/>
        <pc:sldMkLst>
          <pc:docMk/>
          <pc:sldMk cId="3361440829" sldId="299"/>
        </pc:sldMkLst>
        <pc:spChg chg="mod">
          <ac:chgData name="Jefferson Passerini" userId="ec684a97d9b6a829" providerId="LiveId" clId="{4E642DB2-717B-4F43-A50C-D501998FEA88}" dt="2024-08-21T12:49:20" v="838" actId="20577"/>
          <ac:spMkLst>
            <pc:docMk/>
            <pc:sldMk cId="3361440829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37.916" v="17" actId="47"/>
        <pc:sldMkLst>
          <pc:docMk/>
          <pc:sldMk cId="1000197930" sldId="300"/>
        </pc:sldMkLst>
      </pc:sldChg>
      <pc:sldChg chg="addSp modSp add mod ord">
        <pc:chgData name="Jefferson Passerini" userId="ec684a97d9b6a829" providerId="LiveId" clId="{4E642DB2-717B-4F43-A50C-D501998FEA88}" dt="2024-08-21T14:05:54.964" v="1043" actId="1076"/>
        <pc:sldMkLst>
          <pc:docMk/>
          <pc:sldMk cId="4211298744" sldId="300"/>
        </pc:sldMkLst>
        <pc:spChg chg="add mod">
          <ac:chgData name="Jefferson Passerini" userId="ec684a97d9b6a829" providerId="LiveId" clId="{4E642DB2-717B-4F43-A50C-D501998FEA88}" dt="2024-08-21T12:50:12.391" v="850" actId="27636"/>
          <ac:spMkLst>
            <pc:docMk/>
            <pc:sldMk cId="4211298744" sldId="300"/>
            <ac:spMk id="2" creationId="{A7AAB46E-22D4-E66B-FF12-EB2403EC11E0}"/>
          </ac:spMkLst>
        </pc:spChg>
        <pc:spChg chg="mod">
          <ac:chgData name="Jefferson Passerini" userId="ec684a97d9b6a829" providerId="LiveId" clId="{4E642DB2-717B-4F43-A50C-D501998FEA88}" dt="2024-08-21T14:04:28.926" v="1029" actId="6549"/>
          <ac:spMkLst>
            <pc:docMk/>
            <pc:sldMk cId="4211298744" sldId="300"/>
            <ac:spMk id="3" creationId="{212081E4-07F6-C689-2ACC-B6CADD634983}"/>
          </ac:spMkLst>
        </pc:spChg>
        <pc:spChg chg="add mod">
          <ac:chgData name="Jefferson Passerini" userId="ec684a97d9b6a829" providerId="LiveId" clId="{4E642DB2-717B-4F43-A50C-D501998FEA88}" dt="2024-08-21T14:04:57.576" v="1036" actId="14100"/>
          <ac:spMkLst>
            <pc:docMk/>
            <pc:sldMk cId="4211298744" sldId="300"/>
            <ac:spMk id="5" creationId="{048A254C-0BC6-1215-5892-A3D9B90F65E3}"/>
          </ac:spMkLst>
        </pc:spChg>
        <pc:spChg chg="add mod">
          <ac:chgData name="Jefferson Passerini" userId="ec684a97d9b6a829" providerId="LiveId" clId="{4E642DB2-717B-4F43-A50C-D501998FEA88}" dt="2024-08-21T14:05:36.747" v="1041" actId="14100"/>
          <ac:spMkLst>
            <pc:docMk/>
            <pc:sldMk cId="4211298744" sldId="300"/>
            <ac:spMk id="8" creationId="{F5F495EC-2A5A-E570-90A7-86BECFEDB394}"/>
          </ac:spMkLst>
        </pc:spChg>
        <pc:picChg chg="add mod">
          <ac:chgData name="Jefferson Passerini" userId="ec684a97d9b6a829" providerId="LiveId" clId="{4E642DB2-717B-4F43-A50C-D501998FEA88}" dt="2024-08-21T14:05:27.896" v="1038" actId="1076"/>
          <ac:picMkLst>
            <pc:docMk/>
            <pc:sldMk cId="4211298744" sldId="300"/>
            <ac:picMk id="7" creationId="{51E07B1D-6B71-D6AC-949E-FBA4F9B48804}"/>
          </ac:picMkLst>
        </pc:picChg>
        <pc:picChg chg="mod">
          <ac:chgData name="Jefferson Passerini" userId="ec684a97d9b6a829" providerId="LiveId" clId="{4E642DB2-717B-4F43-A50C-D501998FEA88}" dt="2024-08-21T14:04:32.178" v="1030" actId="1076"/>
          <ac:picMkLst>
            <pc:docMk/>
            <pc:sldMk cId="4211298744" sldId="300"/>
            <ac:picMk id="10" creationId="{4598F201-5EB8-1857-7275-FEFA0FE7822C}"/>
          </ac:picMkLst>
        </pc:picChg>
        <pc:picChg chg="add mod">
          <ac:chgData name="Jefferson Passerini" userId="ec684a97d9b6a829" providerId="LiveId" clId="{4E642DB2-717B-4F43-A50C-D501998FEA88}" dt="2024-08-21T14:05:54.964" v="1043" actId="1076"/>
          <ac:picMkLst>
            <pc:docMk/>
            <pc:sldMk cId="4211298744" sldId="300"/>
            <ac:picMk id="11" creationId="{1009AE61-6733-E3D3-4B2E-B64E22B4B1DA}"/>
          </ac:picMkLst>
        </pc:picChg>
      </pc:sldChg>
      <pc:sldChg chg="addSp delSp modSp add mod">
        <pc:chgData name="Jefferson Passerini" userId="ec684a97d9b6a829" providerId="LiveId" clId="{4E642DB2-717B-4F43-A50C-D501998FEA88}" dt="2024-08-21T16:27:14.528" v="1185" actId="1076"/>
        <pc:sldMkLst>
          <pc:docMk/>
          <pc:sldMk cId="62111205" sldId="301"/>
        </pc:sldMkLst>
        <pc:spChg chg="mod">
          <ac:chgData name="Jefferson Passerini" userId="ec684a97d9b6a829" providerId="LiveId" clId="{4E642DB2-717B-4F43-A50C-D501998FEA88}" dt="2024-08-21T14:10:59.580" v="1136" actId="6549"/>
          <ac:spMkLst>
            <pc:docMk/>
            <pc:sldMk cId="62111205" sldId="301"/>
            <ac:spMk id="3" creationId="{212081E4-07F6-C689-2ACC-B6CADD634983}"/>
          </ac:spMkLst>
        </pc:spChg>
        <pc:picChg chg="add mod modCrop">
          <ac:chgData name="Jefferson Passerini" userId="ec684a97d9b6a829" providerId="LiveId" clId="{4E642DB2-717B-4F43-A50C-D501998FEA88}" dt="2024-08-21T16:27:14.528" v="1185" actId="1076"/>
          <ac:picMkLst>
            <pc:docMk/>
            <pc:sldMk cId="62111205" sldId="301"/>
            <ac:picMk id="6" creationId="{BE550948-73CF-E361-8CA8-0014471D3BDF}"/>
          </ac:picMkLst>
        </pc:picChg>
        <pc:picChg chg="add mod">
          <ac:chgData name="Jefferson Passerini" userId="ec684a97d9b6a829" providerId="LiveId" clId="{4E642DB2-717B-4F43-A50C-D501998FEA88}" dt="2024-08-21T16:27:11.636" v="1184" actId="1076"/>
          <ac:picMkLst>
            <pc:docMk/>
            <pc:sldMk cId="62111205" sldId="301"/>
            <ac:picMk id="8" creationId="{EE23CAB0-892B-A1FD-FA84-5AE389E28ECA}"/>
          </ac:picMkLst>
        </pc:picChg>
        <pc:picChg chg="del">
          <ac:chgData name="Jefferson Passerini" userId="ec684a97d9b6a829" providerId="LiveId" clId="{4E642DB2-717B-4F43-A50C-D501998FEA88}" dt="2024-08-21T14:02:23.390" v="861" actId="478"/>
          <ac:picMkLst>
            <pc:docMk/>
            <pc:sldMk cId="62111205" sldId="301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36.780" v="16" actId="47"/>
        <pc:sldMkLst>
          <pc:docMk/>
          <pc:sldMk cId="249990205" sldId="301"/>
        </pc:sldMkLst>
      </pc:sldChg>
      <pc:sldChg chg="addSp delSp modSp add mod">
        <pc:chgData name="Jefferson Passerini" userId="ec684a97d9b6a829" providerId="LiveId" clId="{4E642DB2-717B-4F43-A50C-D501998FEA88}" dt="2024-08-21T14:08:28.396" v="1105" actId="167"/>
        <pc:sldMkLst>
          <pc:docMk/>
          <pc:sldMk cId="1188976495" sldId="302"/>
        </pc:sldMkLst>
        <pc:spChg chg="mod">
          <ac:chgData name="Jefferson Passerini" userId="ec684a97d9b6a829" providerId="LiveId" clId="{4E642DB2-717B-4F43-A50C-D501998FEA88}" dt="2024-08-21T14:06:16.869" v="1080" actId="6549"/>
          <ac:spMkLst>
            <pc:docMk/>
            <pc:sldMk cId="1188976495" sldId="302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6:25.263" v="1083" actId="14100"/>
          <ac:spMkLst>
            <pc:docMk/>
            <pc:sldMk cId="1188976495" sldId="302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8:16.580" v="1102" actId="1076"/>
          <ac:spMkLst>
            <pc:docMk/>
            <pc:sldMk cId="1188976495" sldId="302"/>
            <ac:spMk id="8" creationId="{F5F495EC-2A5A-E570-90A7-86BECFEDB394}"/>
          </ac:spMkLst>
        </pc:spChg>
        <pc:grpChg chg="add mod ord">
          <ac:chgData name="Jefferson Passerini" userId="ec684a97d9b6a829" providerId="LiveId" clId="{4E642DB2-717B-4F43-A50C-D501998FEA88}" dt="2024-08-21T14:08:28.396" v="1105" actId="167"/>
          <ac:grpSpMkLst>
            <pc:docMk/>
            <pc:sldMk cId="1188976495" sldId="302"/>
            <ac:grpSpMk id="14" creationId="{5DDC1242-DD14-2D1A-90BA-ECB91A1E77B6}"/>
          </ac:grpSpMkLst>
        </pc:grpChg>
        <pc:picChg chg="mod">
          <ac:chgData name="Jefferson Passerini" userId="ec684a97d9b6a829" providerId="LiveId" clId="{4E642DB2-717B-4F43-A50C-D501998FEA88}" dt="2024-08-21T14:08:16.580" v="1102" actId="1076"/>
          <ac:picMkLst>
            <pc:docMk/>
            <pc:sldMk cId="1188976495" sldId="302"/>
            <ac:picMk id="7" creationId="{51E07B1D-6B71-D6AC-949E-FBA4F9B48804}"/>
          </ac:picMkLst>
        </pc:picChg>
        <pc:picChg chg="add mod">
          <ac:chgData name="Jefferson Passerini" userId="ec684a97d9b6a829" providerId="LiveId" clId="{4E642DB2-717B-4F43-A50C-D501998FEA88}" dt="2024-08-21T14:08:08.308" v="1099" actId="164"/>
          <ac:picMkLst>
            <pc:docMk/>
            <pc:sldMk cId="1188976495" sldId="302"/>
            <ac:picMk id="9" creationId="{C9544078-7480-FE05-9619-6238DD471075}"/>
          </ac:picMkLst>
        </pc:picChg>
        <pc:picChg chg="del">
          <ac:chgData name="Jefferson Passerini" userId="ec684a97d9b6a829" providerId="LiveId" clId="{4E642DB2-717B-4F43-A50C-D501998FEA88}" dt="2024-08-21T14:06:19.356" v="1081" actId="478"/>
          <ac:picMkLst>
            <pc:docMk/>
            <pc:sldMk cId="1188976495" sldId="302"/>
            <ac:picMk id="11" creationId="{1009AE61-6733-E3D3-4B2E-B64E22B4B1DA}"/>
          </ac:picMkLst>
        </pc:picChg>
        <pc:picChg chg="add mod ord">
          <ac:chgData name="Jefferson Passerini" userId="ec684a97d9b6a829" providerId="LiveId" clId="{4E642DB2-717B-4F43-A50C-D501998FEA88}" dt="2024-08-21T14:08:24.074" v="1104" actId="167"/>
          <ac:picMkLst>
            <pc:docMk/>
            <pc:sldMk cId="1188976495" sldId="302"/>
            <ac:picMk id="13" creationId="{D787EEFE-06B7-6C47-1D00-0B75729805E9}"/>
          </ac:picMkLst>
        </pc:picChg>
      </pc:sldChg>
      <pc:sldChg chg="del">
        <pc:chgData name="Jefferson Passerini" userId="ec684a97d9b6a829" providerId="LiveId" clId="{4E642DB2-717B-4F43-A50C-D501998FEA88}" dt="2024-08-21T12:21:35.382" v="15" actId="47"/>
        <pc:sldMkLst>
          <pc:docMk/>
          <pc:sldMk cId="2410767089" sldId="302"/>
        </pc:sldMkLst>
      </pc:sldChg>
      <pc:sldChg chg="del">
        <pc:chgData name="Jefferson Passerini" userId="ec684a97d9b6a829" providerId="LiveId" clId="{4E642DB2-717B-4F43-A50C-D501998FEA88}" dt="2024-08-21T12:21:46.380" v="26" actId="47"/>
        <pc:sldMkLst>
          <pc:docMk/>
          <pc:sldMk cId="1234245302" sldId="303"/>
        </pc:sldMkLst>
      </pc:sldChg>
      <pc:sldChg chg="addSp delSp modSp add mod">
        <pc:chgData name="Jefferson Passerini" userId="ec684a97d9b6a829" providerId="LiveId" clId="{4E642DB2-717B-4F43-A50C-D501998FEA88}" dt="2024-08-21T14:11:19.250" v="1163" actId="20577"/>
        <pc:sldMkLst>
          <pc:docMk/>
          <pc:sldMk cId="2836738579" sldId="303"/>
        </pc:sldMkLst>
        <pc:spChg chg="mod">
          <ac:chgData name="Jefferson Passerini" userId="ec684a97d9b6a829" providerId="LiveId" clId="{4E642DB2-717B-4F43-A50C-D501998FEA88}" dt="2024-08-21T14:11:19.250" v="1163" actId="20577"/>
          <ac:spMkLst>
            <pc:docMk/>
            <pc:sldMk cId="2836738579" sldId="303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8:50.688" v="1110" actId="14100"/>
          <ac:spMkLst>
            <pc:docMk/>
            <pc:sldMk cId="2836738579" sldId="303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9:00.914" v="1118" actId="1036"/>
          <ac:spMkLst>
            <pc:docMk/>
            <pc:sldMk cId="2836738579" sldId="303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08:52.658" v="1111" actId="478"/>
          <ac:grpSpMkLst>
            <pc:docMk/>
            <pc:sldMk cId="2836738579" sldId="303"/>
            <ac:grpSpMk id="14" creationId="{5DDC1242-DD14-2D1A-90BA-ECB91A1E77B6}"/>
          </ac:grpSpMkLst>
        </pc:grpChg>
        <pc:grpChg chg="add mod ord">
          <ac:chgData name="Jefferson Passerini" userId="ec684a97d9b6a829" providerId="LiveId" clId="{4E642DB2-717B-4F43-A50C-D501998FEA88}" dt="2024-08-21T14:10:06.680" v="1126" actId="167"/>
          <ac:grpSpMkLst>
            <pc:docMk/>
            <pc:sldMk cId="2836738579" sldId="303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1" creationId="{679B1D29-B7DF-3AB4-0B00-185CDD528613}"/>
          </ac:picMkLst>
        </pc:pic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5" creationId="{9A866294-6EA9-982D-594F-CF5B4714E699}"/>
          </ac:picMkLst>
        </pc:picChg>
      </pc:sldChg>
      <pc:sldChg chg="del">
        <pc:chgData name="Jefferson Passerini" userId="ec684a97d9b6a829" providerId="LiveId" clId="{4E642DB2-717B-4F43-A50C-D501998FEA88}" dt="2024-08-21T12:21:45.700" v="25" actId="47"/>
        <pc:sldMkLst>
          <pc:docMk/>
          <pc:sldMk cId="537077854" sldId="304"/>
        </pc:sldMkLst>
      </pc:sldChg>
      <pc:sldChg chg="addSp delSp modSp add mod">
        <pc:chgData name="Jefferson Passerini" userId="ec684a97d9b6a829" providerId="LiveId" clId="{4E642DB2-717B-4F43-A50C-D501998FEA88}" dt="2024-08-21T14:11:27.961" v="1181" actId="20577"/>
        <pc:sldMkLst>
          <pc:docMk/>
          <pc:sldMk cId="4206375053" sldId="304"/>
        </pc:sldMkLst>
        <pc:spChg chg="mod">
          <ac:chgData name="Jefferson Passerini" userId="ec684a97d9b6a829" providerId="LiveId" clId="{4E642DB2-717B-4F43-A50C-D501998FEA88}" dt="2024-08-21T14:11:27.961" v="1181" actId="20577"/>
          <ac:spMkLst>
            <pc:docMk/>
            <pc:sldMk cId="4206375053" sldId="304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10:24.046" v="1130" actId="14100"/>
          <ac:spMkLst>
            <pc:docMk/>
            <pc:sldMk cId="4206375053" sldId="304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10:37.384" v="1133" actId="14100"/>
          <ac:spMkLst>
            <pc:docMk/>
            <pc:sldMk cId="4206375053" sldId="304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10:31.369" v="1131" actId="478"/>
          <ac:grpSpMkLst>
            <pc:docMk/>
            <pc:sldMk cId="4206375053" sldId="304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10:52.514" v="1135" actId="1076"/>
          <ac:picMkLst>
            <pc:docMk/>
            <pc:sldMk cId="4206375053" sldId="304"/>
            <ac:picMk id="9" creationId="{E1AC7BAF-6396-D7AE-AEE7-7263892A9757}"/>
          </ac:picMkLst>
        </pc:picChg>
      </pc:sldChg>
      <pc:sldChg chg="del">
        <pc:chgData name="Jefferson Passerini" userId="ec684a97d9b6a829" providerId="LiveId" clId="{4E642DB2-717B-4F43-A50C-D501998FEA88}" dt="2024-08-21T12:21:45.220" v="24" actId="47"/>
        <pc:sldMkLst>
          <pc:docMk/>
          <pc:sldMk cId="662031841" sldId="305"/>
        </pc:sldMkLst>
      </pc:sldChg>
      <pc:sldChg chg="del">
        <pc:chgData name="Jefferson Passerini" userId="ec684a97d9b6a829" providerId="LiveId" clId="{4E642DB2-717B-4F43-A50C-D501998FEA88}" dt="2024-08-21T12:21:44.564" v="23" actId="47"/>
        <pc:sldMkLst>
          <pc:docMk/>
          <pc:sldMk cId="917933702" sldId="306"/>
        </pc:sldMkLst>
      </pc:sldChg>
      <pc:sldChg chg="del">
        <pc:chgData name="Jefferson Passerini" userId="ec684a97d9b6a829" providerId="LiveId" clId="{4E642DB2-717B-4F43-A50C-D501998FEA88}" dt="2024-08-21T12:21:44.117" v="22" actId="47"/>
        <pc:sldMkLst>
          <pc:docMk/>
          <pc:sldMk cId="1866037543" sldId="307"/>
        </pc:sldMkLst>
      </pc:sldChg>
      <pc:sldChg chg="del">
        <pc:chgData name="Jefferson Passerini" userId="ec684a97d9b6a829" providerId="LiveId" clId="{4E642DB2-717B-4F43-A50C-D501998FEA88}" dt="2024-08-21T12:21:43.356" v="21" actId="47"/>
        <pc:sldMkLst>
          <pc:docMk/>
          <pc:sldMk cId="3911222565" sldId="308"/>
        </pc:sldMkLst>
      </pc:sldChg>
      <pc:sldChg chg="del">
        <pc:chgData name="Jefferson Passerini" userId="ec684a97d9b6a829" providerId="LiveId" clId="{4E642DB2-717B-4F43-A50C-D501998FEA88}" dt="2024-08-21T12:21:42.356" v="19" actId="47"/>
        <pc:sldMkLst>
          <pc:docMk/>
          <pc:sldMk cId="313260873" sldId="309"/>
        </pc:sldMkLst>
      </pc:sldChg>
      <pc:sldChg chg="del">
        <pc:chgData name="Jefferson Passerini" userId="ec684a97d9b6a829" providerId="LiveId" clId="{4E642DB2-717B-4F43-A50C-D501998FEA88}" dt="2024-08-21T12:21:42.828" v="20" actId="47"/>
        <pc:sldMkLst>
          <pc:docMk/>
          <pc:sldMk cId="3333393032" sldId="310"/>
        </pc:sldMkLst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11/09/2024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4620584" cy="321841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861882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2000" dirty="0"/>
              <a:t>Padrões de Projeto Comportamental III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Prof. Me Jefferson Passerini</a:t>
            </a: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913BB6C-DB2B-3235-8254-174DDA37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algn="ctr"/>
            <a:r>
              <a:rPr lang="pt-BR" sz="3200" dirty="0"/>
              <a:t>O padrão </a:t>
            </a:r>
            <a:r>
              <a:rPr lang="pt-BR" sz="3200" b="1" i="1" u="sng" dirty="0"/>
              <a:t>Memento</a:t>
            </a:r>
            <a:r>
              <a:rPr lang="pt-BR" sz="3200" dirty="0"/>
              <a:t> permite capturar e externalizar um estado interno de um objeto sem violar o encapsulamento, deste modo, o objeto pode ser restaurado no futuro para este estado capturado.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Aplicabilidade (Quando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Quando uma captura instantânea (</a:t>
            </a:r>
            <a:r>
              <a:rPr lang="pt-BR" sz="1800" b="0" i="1" u="none" strike="noStrike" baseline="0" dirty="0" err="1">
                <a:latin typeface="CourierNew-Italic"/>
              </a:rPr>
              <a:t>screenshot</a:t>
            </a:r>
            <a:r>
              <a:rPr lang="pt-BR" sz="1800" b="0" i="0" u="none" strike="noStrike" baseline="0" dirty="0">
                <a:latin typeface="CourierNew"/>
              </a:rPr>
              <a:t>), total ou parcial, do estado de um objeto deve ser salva para que no futuro tal objeto possa ser restaurado para este estado salvo.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Quando se deseja evitar uma interface direta para obtenção do estado atual do objeto, de modo que ela exponha os detalhes de sua implementação e quebre o encapsulamento.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77707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6166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Memento: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armazena o estado interno do objeto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. Ele pode armazenar muito ou pouco do estado interno do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, isso varia conforme as necessidades e critérios do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Protege seu estado contra acessos feitos por objetos que não sejam o objeto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. 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têm efetivamente duas interfaces. O </a:t>
            </a:r>
            <a:r>
              <a:rPr lang="pt-BR" sz="1800" b="1" i="0" u="none" strike="noStrike" baseline="0" dirty="0">
                <a:latin typeface="CourierNew-Bold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vê uma interface mínima do </a:t>
            </a:r>
            <a:r>
              <a:rPr lang="pt-BR" sz="1800" b="1" i="1" u="none" strike="noStrike" baseline="0" dirty="0">
                <a:latin typeface="CourierNew-BoldItalic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. Ele só pode passar 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para outros objetos. 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, por outro lado, vê uma interface ampla, que permite acessar todos os dados necessários para restaurar seu estado anterior. Idealmente, somente o </a:t>
            </a:r>
            <a:r>
              <a:rPr lang="pt-BR" sz="1800" b="1" i="0" u="none" strike="noStrike" baseline="0" dirty="0">
                <a:latin typeface="CourierNew-Bold"/>
              </a:rPr>
              <a:t>Originador </a:t>
            </a:r>
            <a:r>
              <a:rPr lang="pt-BR" sz="1800" b="0" i="0" u="none" strike="noStrike" baseline="0" dirty="0">
                <a:latin typeface="CourierNew"/>
              </a:rPr>
              <a:t>que produziu 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teria permissão para acessar o estado interno dele.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É uma prática comum fazer 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imutável passando todos os dados por meio do construtor.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CEAC4E-C307-EE33-CB82-68FB67C3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83" y="4521723"/>
            <a:ext cx="660174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2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6166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Originador: </a:t>
            </a:r>
            <a:r>
              <a:rPr lang="pt-BR" sz="1800" b="0" i="0" u="none" strike="noStrike" baseline="0" dirty="0">
                <a:latin typeface="CourierNew"/>
              </a:rPr>
              <a:t>Cria um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que contém um </a:t>
            </a:r>
            <a:r>
              <a:rPr lang="pt-BR" sz="1800" b="0" i="0" u="none" strike="noStrike" baseline="0" dirty="0" err="1">
                <a:latin typeface="CourierNew"/>
              </a:rPr>
              <a:t>screenshot</a:t>
            </a:r>
            <a:r>
              <a:rPr lang="pt-BR" sz="1800" b="0" i="0" u="none" strike="noStrike" baseline="0" dirty="0">
                <a:latin typeface="CourierNew"/>
              </a:rPr>
              <a:t> de seu estado interno atual. Utiliza o </a:t>
            </a:r>
            <a:r>
              <a:rPr lang="pt-BR" sz="1800" b="1" i="1" u="none" strike="noStrike" baseline="0" dirty="0">
                <a:latin typeface="CourierNew-Bold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para restaurar seu estado interno.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Cuidador: </a:t>
            </a:r>
            <a:r>
              <a:rPr lang="pt-BR" sz="1800" b="0" i="0" u="none" strike="noStrike" baseline="0" dirty="0">
                <a:latin typeface="CourierNew"/>
              </a:rPr>
              <a:t>É responsável pela custódia do </a:t>
            </a:r>
            <a:r>
              <a:rPr lang="pt-BR" sz="1800" b="1" i="1" u="none" strike="noStrike" baseline="0" dirty="0">
                <a:latin typeface="CourierNew-BoldItalic"/>
              </a:rPr>
              <a:t>Memento</a:t>
            </a:r>
            <a:r>
              <a:rPr lang="pt-BR" sz="1800" b="1" i="0" u="none" strike="noStrike" baseline="0" dirty="0">
                <a:latin typeface="CourierNew-Bold"/>
              </a:rPr>
              <a:t>, </a:t>
            </a:r>
            <a:r>
              <a:rPr lang="pt-BR" sz="1800" b="0" i="0" u="none" strike="noStrike" baseline="0" dirty="0">
                <a:latin typeface="CourierNew"/>
              </a:rPr>
              <a:t>ele nunca consulta ou manipula o conteúdo interno de um </a:t>
            </a:r>
            <a:r>
              <a:rPr lang="pt-BR" sz="1800" b="1" i="1" u="none" strike="noStrike" baseline="0" dirty="0">
                <a:latin typeface="CourierNew-BoldItalic"/>
              </a:rPr>
              <a:t>Memento</a:t>
            </a:r>
            <a:r>
              <a:rPr lang="pt-BR" sz="1800" b="1" i="0" u="none" strike="noStrike" baseline="0" dirty="0">
                <a:latin typeface="CourierNew-Bold"/>
              </a:rPr>
              <a:t>. </a:t>
            </a:r>
            <a:r>
              <a:rPr lang="pt-BR" sz="1800" b="0" i="0" u="none" strike="noStrike" baseline="0" dirty="0">
                <a:latin typeface="CourierNew"/>
              </a:rPr>
              <a:t>O </a:t>
            </a:r>
            <a:r>
              <a:rPr lang="pt-BR" sz="1800" b="1" i="0" u="none" strike="noStrike" baseline="0" dirty="0">
                <a:latin typeface="CourierNew-Bold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pode também manter registros do histórico do </a:t>
            </a:r>
            <a:r>
              <a:rPr lang="pt-BR" sz="1800" b="1" i="0" u="none" strike="noStrike" baseline="0" dirty="0">
                <a:latin typeface="CourierNew-Bold"/>
              </a:rPr>
              <a:t>Originador </a:t>
            </a:r>
            <a:r>
              <a:rPr lang="pt-BR" sz="1800" b="0" i="0" u="none" strike="noStrike" baseline="0" dirty="0">
                <a:latin typeface="CourierNew"/>
              </a:rPr>
              <a:t>armazenando os </a:t>
            </a:r>
            <a:r>
              <a:rPr lang="pt-BR" sz="1800" b="1" i="1" u="none" strike="noStrike" baseline="0" dirty="0">
                <a:latin typeface="CourierNew-BoldItalic"/>
              </a:rPr>
              <a:t>Mementos </a:t>
            </a:r>
            <a:r>
              <a:rPr lang="pt-BR" sz="1800" b="0" i="0" u="none" strike="noStrike" baseline="0" dirty="0">
                <a:latin typeface="CourierNew"/>
              </a:rPr>
              <a:t>em um pilha e os recuperando de maneira apropriada para restaurar o </a:t>
            </a:r>
            <a:r>
              <a:rPr lang="pt-BR" sz="1800" b="1" i="0" u="none" strike="noStrike" baseline="0" dirty="0">
                <a:latin typeface="CourierNew-Bold"/>
              </a:rPr>
              <a:t>Originador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CEAC4E-C307-EE33-CB82-68FB67C3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83" y="3705574"/>
            <a:ext cx="660174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6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61668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Às vezes é necessário registrar o estado interno de um objeto. Isso é necessário ao implementar pontos de verificação (</a:t>
            </a:r>
            <a:r>
              <a:rPr lang="pt-BR" sz="1800" b="0" i="1" u="none" strike="noStrike" baseline="0" dirty="0">
                <a:latin typeface="CourierNew-Italic"/>
              </a:rPr>
              <a:t>checkpoints</a:t>
            </a:r>
            <a:r>
              <a:rPr lang="pt-BR" sz="1800" b="0" i="0" u="none" strike="noStrike" baseline="0" dirty="0">
                <a:latin typeface="CourierNew"/>
              </a:rPr>
              <a:t>) que possibilitam operações de retroceder (conhecidas pelo atalho de teclado Ctrl + Z) e operações para recuperação de erros ocorridos após a criação do </a:t>
            </a:r>
            <a:r>
              <a:rPr lang="pt-BR" sz="1800" b="0" i="1" u="none" strike="noStrike" baseline="0" dirty="0">
                <a:latin typeface="CourierNew-Italic"/>
              </a:rPr>
              <a:t>checkpoint. 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Tais informações devem ser armazenadas em algum lugar, de modo que seja possível restaurar objetos aos seus estados prévios. 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Em programação orientada a objetos é muito comum a criação de atributos privados, que são inacessíveis de fora do objeto, isso impossibilita que tais atributos sejam salvos externamente, e os expor violaria o encapsulamento, uma vez que tal exposição pode comprometer a confiabilidade e a extensibilidade da classe em questão.</a:t>
            </a:r>
          </a:p>
          <a:p>
            <a:pPr algn="l"/>
            <a:endParaRPr lang="pt-BR" sz="1800" dirty="0">
              <a:latin typeface="CourierNew"/>
            </a:endParaRPr>
          </a:p>
          <a:p>
            <a:r>
              <a:rPr lang="pt-BR" sz="1800" dirty="0">
                <a:latin typeface="CourierNew"/>
              </a:rPr>
              <a:t>A situação descrita acima poderia ser resolvida com o padrão Memento. Um Memento é um objeto que armazena um checkpoint do estado de um objeto, este objeto é chamado de Originador. Sempre que for necessário restaurar o estado interno de um Originador um Memento será utilizado para isso. Podemos dizer que um Memento é uma recordação do estado de um objeto originador no passado.</a:t>
            </a:r>
          </a:p>
          <a:p>
            <a:pPr algn="l"/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33357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1750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Na imagem podemos identificar que cada mudança no objeto Originador gera um </a:t>
            </a:r>
            <a:r>
              <a:rPr lang="pt-BR" sz="1800" b="0" i="1" u="none" strike="noStrike" baseline="0" dirty="0">
                <a:latin typeface="CourierNew-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que poderá ser utilizado no futuro para restaurar o estado do Originador.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46837E-5C35-A32E-6734-30F7013C3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687" y="2673065"/>
            <a:ext cx="785922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0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32511"/>
            <a:ext cx="6421252" cy="60633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r>
              <a:rPr lang="pt-BR" sz="1800" b="0" i="0" u="none" strike="noStrike" baseline="0" dirty="0">
                <a:latin typeface="CourierNew"/>
              </a:rPr>
              <a:t>A implementação de um </a:t>
            </a:r>
            <a:r>
              <a:rPr lang="pt-BR" sz="1800" b="0" i="1" u="none" strike="noStrike" baseline="0" dirty="0">
                <a:latin typeface="CourierNew-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exige duas interfaces: Uma ampla, para os Originadores, e uma mínima, para outros objetos.</a:t>
            </a:r>
            <a:endParaRPr lang="pt-BR" sz="1800" b="1" i="0" u="none" strike="noStrike" baseline="0" dirty="0">
              <a:latin typeface="CourierNew-Bold"/>
            </a:endParaRPr>
          </a:p>
          <a:p>
            <a:pPr algn="l"/>
            <a:endParaRPr lang="pt-BR" sz="1800" b="1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 implementação clássica baseada em classes aninhadas requer a utilização de classes ninhadas</a:t>
            </a:r>
            <a:r>
              <a:rPr lang="pt-BR" sz="1800" b="0" i="0" u="none" strike="noStrike" baseline="0" dirty="0">
                <a:latin typeface="CourierNew"/>
              </a:rPr>
              <a:t>, ou seja, classes dentro de classes. Tal recurso está dispon</a:t>
            </a:r>
            <a:r>
              <a:rPr lang="pt-BR" sz="1800" dirty="0">
                <a:latin typeface="CourierNew"/>
              </a:rPr>
              <a:t>ível em linguagens de programação mais populares do mercado, tais como Java, C++ ou C#.</a:t>
            </a:r>
          </a:p>
          <a:p>
            <a:pPr algn="l"/>
            <a:endParaRPr lang="pt-BR" sz="1800" b="1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Isso permite que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Originador </a:t>
            </a:r>
            <a:r>
              <a:rPr lang="pt-BR" sz="1800" b="0" i="0" u="none" strike="noStrike" baseline="0" dirty="0">
                <a:latin typeface="CourierNew"/>
              </a:rPr>
              <a:t>acesse os campos e métodos da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, mesmo que eles tenham sido declarados privados, ou seja, possui uma interface ampla de acesso ao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. Já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</a:t>
            </a:r>
            <a:r>
              <a:rPr lang="pt-BR" sz="1800" b="0" i="0" u="none" strike="noStrike" baseline="0" dirty="0">
                <a:latin typeface="CourierNew"/>
              </a:rPr>
              <a:t>, que aqui representa qualquer classe externa, tem um acesso muito limitado ao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(Interface mínima). Deste modo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pode armazenar os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Mementos</a:t>
            </a:r>
            <a:r>
              <a:rPr lang="pt-BR" sz="1800" b="0" i="0" u="none" strike="noStrike" baseline="0" dirty="0">
                <a:latin typeface="CourierNew"/>
              </a:rPr>
              <a:t>, mas não pode alterar seus estados.</a:t>
            </a:r>
            <a:endParaRPr lang="pt-BR" sz="1400" b="1" dirty="0">
              <a:latin typeface="CourierNew"/>
            </a:endParaRPr>
          </a:p>
          <a:p>
            <a:pPr lvl="1"/>
            <a:endParaRPr lang="pt-BR" sz="14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673515-B4CB-0CFB-8CAE-9B38B0FC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819" y="3605837"/>
            <a:ext cx="3554598" cy="24350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4006234-A710-F9E3-021F-82D955E57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319" y="965844"/>
            <a:ext cx="4420217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73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7"/>
            <a:ext cx="11144250" cy="4734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2400" dirty="0">
                <a:latin typeface="CourierNew"/>
              </a:rPr>
              <a:t>A abordagem clássica não é a mais adequada para esse design </a:t>
            </a:r>
            <a:r>
              <a:rPr lang="pt-BR" sz="2400" dirty="0" err="1">
                <a:latin typeface="CourierNew"/>
              </a:rPr>
              <a:t>pattern</a:t>
            </a:r>
            <a:r>
              <a:rPr lang="pt-BR" sz="2400" dirty="0">
                <a:latin typeface="CourierNew"/>
              </a:rPr>
              <a:t> pois não garante que os objetos não tenham acesso aos recursos do memento criado pelo originador.</a:t>
            </a:r>
          </a:p>
          <a:p>
            <a:pPr algn="l"/>
            <a:endParaRPr lang="pt-BR" sz="2400" b="0" i="0" u="none" strike="noStrike" baseline="0" dirty="0">
              <a:latin typeface="CourierNew"/>
            </a:endParaRP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Existem duas maneiras de implementar o Memento:</a:t>
            </a:r>
          </a:p>
          <a:p>
            <a:pPr lvl="1"/>
            <a:r>
              <a:rPr lang="pt-BR" b="1" dirty="0">
                <a:latin typeface="CourierNew"/>
              </a:rPr>
              <a:t>Implementação baseada em uma interface intermediária</a:t>
            </a:r>
          </a:p>
          <a:p>
            <a:pPr lvl="1"/>
            <a:r>
              <a:rPr lang="pt-BR" b="1" dirty="0">
                <a:latin typeface="CourierNew"/>
              </a:rPr>
              <a:t>Implementação com encapsulamento mais restritivo</a:t>
            </a:r>
          </a:p>
          <a:p>
            <a:pPr lvl="1"/>
            <a:endParaRPr lang="pt-BR" sz="14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401628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7"/>
            <a:ext cx="11144250" cy="6063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endParaRPr lang="pt-BR" sz="1800" b="1" i="0" u="none" strike="noStrike" baseline="0" dirty="0">
              <a:latin typeface="CourierNew-Bold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Iremos escrever os códigos para duas formas diferentes de implementação do padrão </a:t>
            </a:r>
            <a:r>
              <a:rPr lang="pt-BR" sz="1800" b="0" i="1" u="none" strike="noStrike" baseline="0" dirty="0">
                <a:latin typeface="CourierNew-Italic"/>
              </a:rPr>
              <a:t>Memento </a:t>
            </a:r>
            <a:r>
              <a:rPr lang="pt-BR" sz="1800" b="0" i="0" u="none" strike="noStrike" baseline="0" dirty="0">
                <a:latin typeface="CourierNew"/>
              </a:rPr>
              <a:t>que serão descritas a seguir. Considere que precisamos manter salvas as modificações feitas em uma caixa de texto.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Tal caixa de texto possui os seguintes atributos:</a:t>
            </a:r>
          </a:p>
          <a:p>
            <a:pPr lvl="1"/>
            <a:r>
              <a:rPr lang="pt-BR" sz="18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pt-BR" sz="1800" b="0" i="0" u="none" strike="noStrike" baseline="0" dirty="0">
                <a:latin typeface="CourierNew"/>
              </a:rPr>
              <a:t>: Posição no eixo vertical de um plano bidimensional;</a:t>
            </a:r>
          </a:p>
          <a:p>
            <a:pPr lvl="1"/>
            <a:r>
              <a:rPr lang="pt-BR" sz="1800" b="0" i="0" u="none" strike="noStrike" baseline="0" dirty="0">
                <a:latin typeface="Consolas" panose="020B0609020204030204" pitchFamily="49" charset="0"/>
              </a:rPr>
              <a:t>y</a:t>
            </a:r>
            <a:r>
              <a:rPr lang="pt-BR" sz="1800" b="0" i="0" u="none" strike="noStrike" baseline="0" dirty="0">
                <a:latin typeface="CourierNew"/>
              </a:rPr>
              <a:t>: Posição no eixo horizontal de um plano bidimensional;</a:t>
            </a:r>
          </a:p>
          <a:p>
            <a:pPr lvl="1"/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</a:t>
            </a:r>
            <a:r>
              <a:rPr lang="pt-BR" sz="1800" b="0" i="0" u="none" strike="noStrike" baseline="0" dirty="0">
                <a:latin typeface="CourierNew"/>
              </a:rPr>
              <a:t>: Texto da caixa de texto;</a:t>
            </a:r>
          </a:p>
          <a:p>
            <a:pPr lvl="1"/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fontFamily</a:t>
            </a:r>
            <a:r>
              <a:rPr lang="pt-BR" sz="1800" b="0" i="0" u="none" strike="noStrike" baseline="0" dirty="0">
                <a:latin typeface="CourierNew"/>
              </a:rPr>
              <a:t>: Fonte utilizada no texto;</a:t>
            </a:r>
          </a:p>
          <a:p>
            <a:pPr lvl="1"/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fontSize</a:t>
            </a:r>
            <a:r>
              <a:rPr lang="pt-BR" sz="1800" b="0" i="0" u="none" strike="noStrike" baseline="0" dirty="0">
                <a:latin typeface="CourierNew"/>
              </a:rPr>
              <a:t>: Tamanho da fonte do texto;</a:t>
            </a:r>
          </a:p>
          <a:p>
            <a:pPr lvl="1"/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textAlign</a:t>
            </a:r>
            <a:r>
              <a:rPr lang="pt-BR" sz="1800" b="0" i="0" u="none" strike="noStrike" baseline="0" dirty="0">
                <a:latin typeface="CourierNew"/>
              </a:rPr>
              <a:t>: Alinhamento do texto;</a:t>
            </a:r>
          </a:p>
          <a:p>
            <a:pPr lvl="1"/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fontWeight</a:t>
            </a:r>
            <a:r>
              <a:rPr lang="pt-BR" sz="1800" b="0" i="0" u="none" strike="noStrike" baseline="0" dirty="0">
                <a:latin typeface="CourierNew"/>
              </a:rPr>
              <a:t>: Indica se o texto deve estar em negrito ou não.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307069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5843596" cy="321841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Memento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Baseada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interface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intermediária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861882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2000" dirty="0"/>
              <a:t>Padrões de Projeto Comportamental III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Prof. Me Jefferson Passerini</a:t>
            </a: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913BB6C-DB2B-3235-8254-174DDA37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439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7"/>
            <a:ext cx="11144250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Implementação baseada em uma interface intermediária: </a:t>
            </a:r>
            <a:r>
              <a:rPr lang="pt-BR" sz="1800" b="0" i="0" u="none" strike="noStrike" baseline="0" dirty="0">
                <a:latin typeface="CourierNew"/>
              </a:rPr>
              <a:t>Algumas linguagens de programação também muito populares como PHP ou Javascript não possuem suporte a classes aninhadas. Na ausência de tal recurso, pode se estabelecer uma convenção para que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Cuidadores </a:t>
            </a:r>
            <a:r>
              <a:rPr lang="pt-BR" sz="1800" b="0" i="0" u="none" strike="noStrike" baseline="0" dirty="0">
                <a:latin typeface="CourierNew"/>
              </a:rPr>
              <a:t>ou qualquer outra classe externa utilizem uma interface intermediária que limita o acesso ao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dirty="0">
                <a:latin typeface="CourierNew"/>
              </a:rPr>
              <a:t>Abaixo o modelo geral.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baseada em interface intermediária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B9013DE-2E87-DAFD-F952-A20067632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239" y="2880030"/>
            <a:ext cx="7725853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3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2" y="699794"/>
            <a:ext cx="5745088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Nesta implementação não existem classes aninhadas.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consome uma interface ampla fornecida pela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enquanto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</a:t>
            </a:r>
            <a:r>
              <a:rPr lang="pt-BR" sz="1800" b="0" i="0" u="none" strike="noStrike" baseline="0" dirty="0">
                <a:latin typeface="CourierNew"/>
              </a:rPr>
              <a:t>, que aqui representa qualquer classe externa, tem um acesso muito limitado ao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(Interface mínima) que se dá pela interface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Repare que 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possui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restaurar() </a:t>
            </a:r>
            <a:r>
              <a:rPr lang="pt-BR" sz="1800" b="0" i="0" u="none" strike="noStrike" baseline="0" dirty="0">
                <a:latin typeface="CourierNew"/>
              </a:rPr>
              <a:t>que restaura o estado do objeto originador a partir de um objeto do tipo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, por </a:t>
            </a:r>
            <a:r>
              <a:rPr lang="pt-BR" sz="1800" b="0" i="0" u="none" strike="noStrike" baseline="0" dirty="0" err="1">
                <a:latin typeface="CourierNew"/>
              </a:rPr>
              <a:t>essemotivo</a:t>
            </a:r>
            <a:r>
              <a:rPr lang="pt-BR" sz="1800" b="0" i="0" u="none" strike="noStrike" baseline="0" dirty="0">
                <a:latin typeface="CourierNew"/>
              </a:rPr>
              <a:t>,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precisa de uma referência ao objeto 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para ser capaz de restaurá-lo.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baseada em interface intermediária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8661AF-F95D-7FA0-6C69-0977EB51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976" y="699794"/>
            <a:ext cx="6149787" cy="577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9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58661AF-F95D-7FA0-6C69-0977EB51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976" y="699794"/>
            <a:ext cx="6149787" cy="577969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1" y="699794"/>
            <a:ext cx="6461081" cy="6063315"/>
          </a:xfrm>
        </p:spPr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A utilização de uma interface intermediária é uma convenção, portanto, não há garantias que uma classe externa não possa acessar 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TextBoxMemento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) </a:t>
            </a:r>
            <a:r>
              <a:rPr lang="pt-BR" sz="1800" b="0" i="0" u="none" strike="noStrike" baseline="0" dirty="0">
                <a:latin typeface="CourierNew"/>
              </a:rPr>
              <a:t>diretamente ignorando a interface intermediária.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Repare que nessa forma de implementação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Historico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) </a:t>
            </a:r>
            <a:r>
              <a:rPr lang="pt-BR" sz="1800" b="0" i="0" u="none" strike="noStrike" baseline="0" dirty="0">
                <a:latin typeface="CourierNew"/>
              </a:rPr>
              <a:t>depende de um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)</a:t>
            </a:r>
            <a:r>
              <a:rPr lang="pt-BR" sz="1800" b="0" i="0" u="none" strike="noStrike" baseline="0" dirty="0">
                <a:latin typeface="CourierNew"/>
              </a:rPr>
              <a:t>, deste modo um mesmo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não é capaz de gerenciar os estados de mais de um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Também é importante citar que dependendo da forma que um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for implementado, pode ser que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seja capaz de acessar ou até mesmo modificar 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através dos métodos definidos pela interface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. Para fechar essa brecha podemos restringir ainda mais o encapsulamento criando mais uma interface, agora para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Originador.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baseada em interface intermediária</a:t>
            </a:r>
          </a:p>
        </p:txBody>
      </p:sp>
    </p:spTree>
    <p:extLst>
      <p:ext uri="{BB962C8B-B14F-4D97-AF65-F5344CB8AC3E}">
        <p14:creationId xmlns:p14="http://schemas.microsoft.com/office/powerpoint/2010/main" val="6661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5843596" cy="321841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Memento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encapsulamento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restritivo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861882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2000" dirty="0"/>
              <a:t>Padrões de Projeto Comportamental III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Prof. Me Jefferson Passerini</a:t>
            </a: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913BB6C-DB2B-3235-8254-174DDA37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599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7"/>
            <a:ext cx="11144250" cy="6063315"/>
          </a:xfrm>
        </p:spPr>
        <p:txBody>
          <a:bodyPr>
            <a:normAutofit/>
          </a:bodyPr>
          <a:lstStyle/>
          <a:p>
            <a:pPr algn="l"/>
            <a:r>
              <a:rPr lang="pt-BR" sz="1800" b="1" i="0" u="none" strike="noStrike" baseline="0" dirty="0">
                <a:latin typeface="CourierNew-Bold"/>
              </a:rPr>
              <a:t>Implementação com encapsulamento mais restritivo: </a:t>
            </a:r>
            <a:r>
              <a:rPr lang="pt-BR" sz="1800" b="0" i="0" u="none" strike="noStrike" baseline="0" dirty="0">
                <a:latin typeface="CourierNew"/>
              </a:rPr>
              <a:t>Nesse tipo de implementação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deixa de ser dependente 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urierNew"/>
              </a:rPr>
              <a:t>. Antes tal dependência era necessária, pois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restaurar() </a:t>
            </a:r>
            <a:r>
              <a:rPr lang="pt-BR" sz="1800" b="0" i="0" u="none" strike="noStrike" baseline="0" dirty="0">
                <a:latin typeface="CourierNew"/>
              </a:rPr>
              <a:t>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era utilizado pelo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desfazer() </a:t>
            </a:r>
            <a:r>
              <a:rPr lang="pt-BR" sz="1800" b="0" i="0" u="none" strike="noStrike" baseline="0" dirty="0">
                <a:latin typeface="CourierNew"/>
              </a:rPr>
              <a:t>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Veja no diagrama a seguir que agora cada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mantém referência ao objeto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o gerou, assim,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restaurar() </a:t>
            </a:r>
            <a:r>
              <a:rPr lang="pt-BR" sz="1800" b="0" i="0" u="none" strike="noStrike" baseline="0" dirty="0">
                <a:latin typeface="CourierNew"/>
              </a:rPr>
              <a:t>sai 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vai para 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urierNew"/>
              </a:rPr>
              <a:t>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TextBoxMemento</a:t>
            </a:r>
            <a:r>
              <a:rPr lang="pt-BR" sz="1800" b="0" i="0" u="none" strike="noStrike" baseline="0" dirty="0">
                <a:latin typeface="CourierNew"/>
              </a:rPr>
              <a:t>). As informações necessárias (estados) já estarão disponíveis dentro 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ele sabe qual objeto deve ser restaurado, isso dispensa a necessidade dos métodos de recuperação de estados na interface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, antes representados por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getEstado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</a:t>
            </a:r>
            <a:r>
              <a:rPr lang="pt-BR" sz="1800" b="0" i="1" u="none" strike="noStrike" baseline="0" dirty="0">
                <a:latin typeface="CourierNew-Italic"/>
              </a:rPr>
              <a:t>.</a:t>
            </a:r>
            <a:endParaRPr lang="pt-BR" sz="1800" b="0" i="0" u="none" strike="noStrike" baseline="0" dirty="0">
              <a:latin typeface="Consolas" panose="020B0609020204030204" pitchFamily="49" charset="0"/>
            </a:endParaRPr>
          </a:p>
          <a:p>
            <a:pPr algn="l"/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A936B8-6F63-9980-6080-579FEADF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70" y="3653814"/>
            <a:ext cx="769727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054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7"/>
            <a:ext cx="11144250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De forma resumida, cada objeto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tem dentro dele o estado salvo 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urierNew"/>
              </a:rPr>
              <a:t>, e é capaz de restaurar tal estado no objeto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pois ele o conhece.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A936B8-6F63-9980-6080-579FEADF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24" y="2006169"/>
            <a:ext cx="769727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0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Trazendo o diagrama padrão da implementação para o exemplo proposto na aula.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03" y="715687"/>
            <a:ext cx="7359178" cy="528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24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Crie seu </a:t>
            </a:r>
            <a:r>
              <a:rPr lang="pt-BR" sz="1800" b="1" i="0" u="none" strike="noStrike" baseline="0" dirty="0">
                <a:latin typeface="CourierNew"/>
              </a:rPr>
              <a:t>projeto </a:t>
            </a:r>
            <a:r>
              <a:rPr lang="pt-BR" sz="1800" b="1" i="0" u="none" strike="noStrike" baseline="0" dirty="0" err="1">
                <a:latin typeface="CourierNew"/>
              </a:rPr>
              <a:t>MementoSolucao</a:t>
            </a:r>
            <a:r>
              <a:rPr lang="pt-BR" sz="1800" b="1" i="0" u="none" strike="noStrike" baseline="0" dirty="0">
                <a:latin typeface="CourierNew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1" i="1" u="none" strike="noStrike" baseline="0" dirty="0">
                <a:latin typeface="CourierNew"/>
              </a:rPr>
              <a:t>implemente a interface: </a:t>
            </a:r>
            <a:r>
              <a:rPr lang="pt-BR" sz="1800" b="1" i="1" u="none" strike="noStrike" baseline="0" dirty="0" err="1">
                <a:latin typeface="CourierNew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3BF1E28-59C7-0D56-1A7B-9C7D2744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56" y="1062338"/>
            <a:ext cx="3867690" cy="142894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47F6DE-2F1B-C2DB-19A3-C8BEB5FD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198" y="4360416"/>
            <a:ext cx="2172003" cy="210531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1431985" y="3429000"/>
            <a:ext cx="1749213" cy="513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518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Implemente a classe </a:t>
            </a:r>
            <a:r>
              <a:rPr lang="pt-BR" sz="1800" b="1" i="0" u="none" strike="noStrike" baseline="0" dirty="0" err="1">
                <a:latin typeface="CourierNew"/>
              </a:rPr>
              <a:t>TextBoxMemento</a:t>
            </a:r>
            <a:r>
              <a:rPr lang="pt-BR" sz="1800" b="1" i="0" u="none" strike="noStrike" baseline="0" dirty="0">
                <a:latin typeface="CourierNew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implementa a interface </a:t>
            </a:r>
            <a:r>
              <a:rPr lang="pt-BR" sz="1800" b="0" i="0" u="none" strike="noStrike" baseline="0" dirty="0" err="1">
                <a:latin typeface="CourierNew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Observe que a classe </a:t>
            </a:r>
            <a:r>
              <a:rPr lang="pt-BR" sz="1800" b="1" i="0" u="none" strike="noStrike" baseline="0" dirty="0" err="1">
                <a:latin typeface="CourierNew"/>
              </a:rPr>
              <a:t>TextBox</a:t>
            </a:r>
            <a:r>
              <a:rPr lang="pt-BR" sz="1800" b="1" i="0" u="none" strike="noStrike" baseline="0" dirty="0">
                <a:latin typeface="CourierNew"/>
              </a:rPr>
              <a:t> ainda estará com erro pois não foi implementada ainda.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1526874" y="4130600"/>
            <a:ext cx="1570010" cy="1726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3B9A8E-D22A-B3D4-9728-A7E57CD8D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84" y="4130600"/>
            <a:ext cx="2048161" cy="199100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13A4F3A-A166-9F13-9016-26BD1F256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938" y="786165"/>
            <a:ext cx="5848069" cy="590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66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Implemente a classe </a:t>
            </a:r>
            <a:r>
              <a:rPr lang="pt-BR" sz="1800" b="1" i="0" u="none" strike="noStrike" baseline="0" dirty="0" err="1">
                <a:latin typeface="CourierNew"/>
              </a:rPr>
              <a:t>TextBoxMemento</a:t>
            </a:r>
            <a:r>
              <a:rPr lang="pt-BR" sz="1800" b="1" i="0" u="none" strike="noStrike" baseline="0" dirty="0">
                <a:latin typeface="CourierNew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implementa a interface </a:t>
            </a:r>
            <a:r>
              <a:rPr lang="pt-BR" sz="1800" b="0" i="0" u="none" strike="noStrike" baseline="0" dirty="0" err="1">
                <a:latin typeface="CourierNew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Observe que a classe </a:t>
            </a:r>
            <a:r>
              <a:rPr lang="pt-BR" sz="1800" b="1" i="0" u="none" strike="noStrike" baseline="0" dirty="0" err="1">
                <a:latin typeface="CourierNew"/>
              </a:rPr>
              <a:t>TextBox</a:t>
            </a:r>
            <a:r>
              <a:rPr lang="pt-BR" sz="1800" b="1" i="0" u="none" strike="noStrike" baseline="0" dirty="0">
                <a:latin typeface="CourierNew"/>
              </a:rPr>
              <a:t> ainda estará com erro pois não foi implementada ainda.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1526874" y="4130600"/>
            <a:ext cx="1570010" cy="1726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3B9A8E-D22A-B3D4-9728-A7E57CD8D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84" y="4130600"/>
            <a:ext cx="2048161" cy="19910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7454EC-DD1A-5B84-3D68-D6624D06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282" y="717657"/>
            <a:ext cx="7030350" cy="244774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F71E17E-DF62-1F81-108D-1EB9359DBF0A}"/>
              </a:ext>
            </a:extLst>
          </p:cNvPr>
          <p:cNvSpPr txBox="1">
            <a:spLocks/>
          </p:cNvSpPr>
          <p:nvPr/>
        </p:nvSpPr>
        <p:spPr>
          <a:xfrm>
            <a:off x="5145045" y="3192201"/>
            <a:ext cx="6922336" cy="368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Mesmo que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(Originador) seja recebido por parâmetro no construtor 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TextBoxMemento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urierNew"/>
              </a:rPr>
              <a:t>), ainda é necessário passar os demais atributos para o construtor. Todos eles são privados na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ela não fornece os </a:t>
            </a:r>
            <a:r>
              <a:rPr lang="pt-BR" sz="1800" b="0" i="1" u="none" strike="noStrike" baseline="0" dirty="0" err="1">
                <a:latin typeface="CourierNew-Italic"/>
              </a:rPr>
              <a:t>getters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para que tais atributos sejam acessados de fora dela, portanto, a classe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TextBoxMemento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não seria capaz de extrair tais informações 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TextBox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recebido em seu construtor.</a:t>
            </a:r>
            <a:endParaRPr lang="pt-BR" sz="1800" b="1" dirty="0">
              <a:latin typeface="CourierNew"/>
            </a:endParaRPr>
          </a:p>
        </p:txBody>
      </p:sp>
    </p:spTree>
    <p:extLst>
      <p:ext uri="{BB962C8B-B14F-4D97-AF65-F5344CB8AC3E}">
        <p14:creationId xmlns:p14="http://schemas.microsoft.com/office/powerpoint/2010/main" val="2017387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Agora vejamos os código referente ao Originador.</a:t>
            </a:r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Implemente a interface </a:t>
            </a:r>
            <a:r>
              <a:rPr lang="pt-BR" sz="1800" b="1" i="0" u="none" strike="noStrike" baseline="0" dirty="0" err="1">
                <a:latin typeface="CourierNew"/>
              </a:rPr>
              <a:t>OriginadorInterface</a:t>
            </a:r>
            <a:r>
              <a:rPr lang="pt-BR" sz="1800" b="1" i="0" u="none" strike="noStrike" baseline="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69010" y="3453426"/>
            <a:ext cx="1293964" cy="557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B8A134-F8D2-DE85-5BA3-95086190C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602" y="922820"/>
            <a:ext cx="4552908" cy="206191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C108BC-4CDD-EBA0-573C-C28BE591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372" y="4216993"/>
            <a:ext cx="2133898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38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Agora vejamos os código referente ao Originador.</a:t>
            </a:r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Implemente a classe </a:t>
            </a:r>
            <a:r>
              <a:rPr lang="pt-BR" sz="1800" b="1" i="0" u="none" strike="noStrike" baseline="0" dirty="0" err="1">
                <a:latin typeface="CourierNew"/>
              </a:rPr>
              <a:t>TextBox</a:t>
            </a:r>
            <a:r>
              <a:rPr lang="pt-BR" sz="1800" b="1" i="0" u="none" strike="noStrike" baseline="0" dirty="0">
                <a:latin typeface="CourierNew"/>
              </a:rPr>
              <a:t> que implementa a interface </a:t>
            </a:r>
            <a:r>
              <a:rPr lang="pt-BR" sz="1800" b="1" i="0" u="none" strike="noStrike" baseline="0" dirty="0" err="1">
                <a:latin typeface="CourierNew"/>
              </a:rPr>
              <a:t>OriginadorInterface</a:t>
            </a:r>
            <a:r>
              <a:rPr lang="pt-BR" sz="1800" b="1" i="0" u="none" strike="noStrike" baseline="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86368" y="4178174"/>
            <a:ext cx="1293964" cy="2437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6C0326-AB6A-D277-2E03-0C7E1807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695" y="632236"/>
            <a:ext cx="5856905" cy="60633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E9EFB9-AE3A-8A61-8A2C-0EEF0B73C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562" y="4147935"/>
            <a:ext cx="210531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25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Agora vejamos os código referente ao Originador.</a:t>
            </a:r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Implemente a classe </a:t>
            </a:r>
            <a:r>
              <a:rPr lang="pt-BR" sz="1800" b="1" i="0" u="none" strike="noStrike" baseline="0" dirty="0" err="1">
                <a:latin typeface="CourierNew"/>
              </a:rPr>
              <a:t>TextBox</a:t>
            </a:r>
            <a:r>
              <a:rPr lang="pt-BR" sz="1800" b="1" i="0" u="none" strike="noStrike" baseline="0" dirty="0">
                <a:latin typeface="CourierNew"/>
              </a:rPr>
              <a:t> que implementa a interface </a:t>
            </a:r>
            <a:r>
              <a:rPr lang="pt-BR" sz="1800" b="1" i="0" u="none" strike="noStrike" baseline="0" dirty="0" err="1">
                <a:latin typeface="CourierNew"/>
              </a:rPr>
              <a:t>OriginadorInterface</a:t>
            </a:r>
            <a:r>
              <a:rPr lang="pt-BR" sz="1800" b="1" i="0" u="none" strike="noStrike" baseline="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86368" y="4178174"/>
            <a:ext cx="1293964" cy="2437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134EE6-D54A-E260-011C-49985359B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777" y="699676"/>
            <a:ext cx="7826223" cy="234544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FD0BAEB-B5CF-A6DB-2D1C-A21F2F864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160" y="4137856"/>
            <a:ext cx="2105319" cy="2467319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F291271D-7290-D565-EE0C-B87EE1D33490}"/>
              </a:ext>
            </a:extLst>
          </p:cNvPr>
          <p:cNvSpPr txBox="1">
            <a:spLocks/>
          </p:cNvSpPr>
          <p:nvPr/>
        </p:nvSpPr>
        <p:spPr>
          <a:xfrm>
            <a:off x="5319478" y="2846718"/>
            <a:ext cx="6786153" cy="3935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Como explicado anteriormente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restaurar() </a:t>
            </a:r>
            <a:r>
              <a:rPr lang="pt-BR" sz="1800" b="0" i="0" u="none" strike="noStrike" baseline="0" dirty="0">
                <a:latin typeface="CourierNew"/>
              </a:rPr>
              <a:t>está na interface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urierNew"/>
              </a:rPr>
              <a:t>, deste modo, cada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MementoConcreto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sabe como restaurar o objeto que o criou, pois mantém um referência a ele.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Sendo assim,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Cuidador </a:t>
            </a:r>
            <a:r>
              <a:rPr lang="pt-BR" sz="1800" b="0" i="0" u="none" strike="noStrike" baseline="0" dirty="0">
                <a:latin typeface="CourierNew"/>
              </a:rPr>
              <a:t>pode agora gerenciar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MementosConcretos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distintos vindos de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Originadores </a:t>
            </a:r>
            <a:r>
              <a:rPr lang="pt-BR" sz="1800" b="0" i="0" u="none" strike="noStrike" baseline="0" dirty="0">
                <a:latin typeface="CourierNew"/>
              </a:rPr>
              <a:t>distintos de forma totalmente independente, baseando-se apenas nas interfaces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MementoInterface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OriginadorInterface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possuem os métodos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restaurar()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Salvar() </a:t>
            </a:r>
            <a:r>
              <a:rPr lang="pt-BR" sz="1800" b="0" i="0" u="none" strike="noStrike" baseline="0" dirty="0">
                <a:latin typeface="CourierNew"/>
              </a:rPr>
              <a:t>respectivamente.</a:t>
            </a:r>
            <a:endParaRPr lang="pt-BR" sz="1800" dirty="0">
              <a:latin typeface="CourierNew"/>
            </a:endParaRPr>
          </a:p>
        </p:txBody>
      </p:sp>
    </p:spTree>
    <p:extLst>
      <p:ext uri="{BB962C8B-B14F-4D97-AF65-F5344CB8AC3E}">
        <p14:creationId xmlns:p14="http://schemas.microsoft.com/office/powerpoint/2010/main" val="1982594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Agora implemente o Historio (cuidador) nesta implementação.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3286768" y="3250816"/>
            <a:ext cx="1699300" cy="838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6B41CC-8FBC-222A-F96B-76031BAC9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907" y="722608"/>
            <a:ext cx="6818967" cy="59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42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6"/>
            <a:ext cx="4621835" cy="6063315"/>
          </a:xfrm>
        </p:spPr>
        <p:txBody>
          <a:bodyPr>
            <a:normAutofit/>
          </a:bodyPr>
          <a:lstStyle/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Agora implemente o Historio (cuidador) nesta implementação.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884E8D-983F-1016-C5C1-0AE824C7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3260895"/>
            <a:ext cx="4899700" cy="352092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8553236-CF8C-0C0E-1B0B-443328716A3C}"/>
              </a:ext>
            </a:extLst>
          </p:cNvPr>
          <p:cNvSpPr/>
          <p:nvPr/>
        </p:nvSpPr>
        <p:spPr>
          <a:xfrm>
            <a:off x="3286768" y="3250816"/>
            <a:ext cx="1699300" cy="838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99F363C-83CE-7553-B645-F5FEBFF68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325" y="850404"/>
            <a:ext cx="6882056" cy="248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70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8" y="632237"/>
            <a:ext cx="4621835" cy="369332"/>
          </a:xfrm>
        </p:spPr>
        <p:txBody>
          <a:bodyPr>
            <a:normAutofit/>
          </a:bodyPr>
          <a:lstStyle/>
          <a:p>
            <a:pPr algn="l"/>
            <a:r>
              <a:rPr lang="pt-BR" sz="1800" b="1" i="0" u="none" strike="noStrike" baseline="0" dirty="0">
                <a:latin typeface="CourierNew"/>
              </a:rPr>
              <a:t>Vamos ao teste!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2F4883-F495-39F3-A2E9-9636D63F104F}"/>
              </a:ext>
            </a:extLst>
          </p:cNvPr>
          <p:cNvSpPr txBox="1"/>
          <p:nvPr/>
        </p:nvSpPr>
        <p:spPr>
          <a:xfrm>
            <a:off x="854015" y="252825"/>
            <a:ext cx="514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Implementação com encapsulamento mais restritivo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DCE1FB-BA14-6F9C-381E-2126CBB1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3" y="1049764"/>
            <a:ext cx="5311299" cy="555541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CAE3EA4-5B86-48F2-6C76-1E22B63D4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708" y="2508072"/>
            <a:ext cx="575390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95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4620584" cy="321841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Memento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encapsulamento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restritivo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861882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2000" dirty="0"/>
              <a:t>Padrões de Projeto Comportamental III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Prof. Me Jefferson Passerini</a:t>
            </a: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913BB6C-DB2B-3235-8254-174DDA37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746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3" name="Rectangle 24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4620584" cy="321841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Memento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861882"/>
            <a:ext cx="4620584" cy="775494"/>
          </a:xfrm>
        </p:spPr>
        <p:txBody>
          <a:bodyPr>
            <a:noAutofit/>
          </a:bodyPr>
          <a:lstStyle/>
          <a:p>
            <a:pPr algn="l"/>
            <a:r>
              <a:rPr lang="pt-BR" sz="2000" dirty="0"/>
              <a:t>Padrões de Projeto Comportamental III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Prof. Me Jefferson Passerini</a:t>
            </a: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913BB6C-DB2B-3235-8254-174DDA37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6085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6166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O Memento preserva o encapsulamento evitando a exposição de informações que somente um originador deveria gerenciar, mas que, contudo, devem ser armazenadas nele.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Em outras metodologias de preservação de encapsulamento, o objeto </a:t>
            </a:r>
            <a:r>
              <a:rPr lang="pt-BR" sz="1800" dirty="0" err="1">
                <a:latin typeface="CourierNew"/>
              </a:rPr>
              <a:t>Originator</a:t>
            </a:r>
            <a:r>
              <a:rPr lang="pt-BR" sz="1800" dirty="0">
                <a:latin typeface="CourierNew"/>
              </a:rPr>
              <a:t> mantém as versões do estado interno que os clientes solicitaram. Isso coloca toda a carga de gerenciamento de armazenamento no </a:t>
            </a:r>
            <a:r>
              <a:rPr lang="pt-BR" sz="1800" dirty="0" err="1">
                <a:latin typeface="CourierNew"/>
              </a:rPr>
              <a:t>Originator</a:t>
            </a:r>
            <a:r>
              <a:rPr lang="pt-BR" sz="1800" dirty="0">
                <a:latin typeface="CourierNew"/>
              </a:rPr>
              <a:t>. O fato de os clientes gerenciarem o estado que solicitam simplifica o Originador e impede que os clientes notifiquem os originadores quando terminarem.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Usar Mementos pode ser custoso. Mementos podem sofrer uma sobrecarga considerável se o Originador precisar copiar grandes quantidades de informações para armazenar no Memento ou se os clientes criarem e retornarem Mementos ao originador com muita frequência. A menos que encapsular e restaurar o estado do Originador seja barato, o padrão pode não ser apropriado.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3402522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11144250" cy="6166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Definindo interfaces estreitas e amplas. Em algumas </a:t>
            </a:r>
            <a:r>
              <a:rPr lang="pt-BR" sz="1800" b="0" i="0" u="none" strike="noStrike" baseline="0" dirty="0" err="1">
                <a:latin typeface="CourierNew"/>
              </a:rPr>
              <a:t>liguagens</a:t>
            </a:r>
            <a:r>
              <a:rPr lang="pt-BR" sz="1800" b="0" i="0" u="none" strike="noStrike" baseline="0" dirty="0">
                <a:latin typeface="CourierNew"/>
              </a:rPr>
              <a:t>, pode ser difícil garantir que apenas o originador possa acessar o estado do </a:t>
            </a:r>
            <a:r>
              <a:rPr lang="pt-BR" sz="1800" b="0" i="1" u="none" strike="noStrike" baseline="0" dirty="0">
                <a:latin typeface="CourierNew-Italic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Um Cuidador é responsável por excluir os </a:t>
            </a:r>
            <a:r>
              <a:rPr lang="pt-BR" sz="1800" b="0" i="1" u="none" strike="noStrike" baseline="0" dirty="0">
                <a:latin typeface="CourierNew-Italic"/>
              </a:rPr>
              <a:t>Mementos </a:t>
            </a:r>
            <a:r>
              <a:rPr lang="pt-BR" sz="1800" b="0" i="0" u="none" strike="noStrike" baseline="0" dirty="0">
                <a:latin typeface="CourierNew"/>
              </a:rPr>
              <a:t>os quais ele tem custódia. No entanto, o cuidador não tem </a:t>
            </a:r>
            <a:r>
              <a:rPr lang="pt-BR" sz="1800" b="0" i="0" u="none" strike="noStrike" baseline="0" dirty="0" err="1">
                <a:latin typeface="CourierNew"/>
              </a:rPr>
              <a:t>idéia</a:t>
            </a:r>
            <a:r>
              <a:rPr lang="pt-BR" sz="1800" b="0" i="0" u="none" strike="noStrike" baseline="0" dirty="0">
                <a:latin typeface="CourierNew"/>
              </a:rPr>
              <a:t> do volume ocupado pelo estado do </a:t>
            </a:r>
            <a:r>
              <a:rPr lang="pt-BR" sz="1800" b="0" i="1" u="none" strike="noStrike" baseline="0" dirty="0">
                <a:latin typeface="CourierNew-Italic"/>
              </a:rPr>
              <a:t>memento</a:t>
            </a:r>
            <a:r>
              <a:rPr lang="pt-BR" sz="1800" b="0" i="0" u="none" strike="noStrike" baseline="0" dirty="0">
                <a:latin typeface="CourierNew"/>
              </a:rPr>
              <a:t>. Portanto, um Cuidador de peso leve pode se tornar custoso ao armazenar muitos </a:t>
            </a:r>
            <a:r>
              <a:rPr lang="pt-BR" sz="1800" b="0" i="1" u="none" strike="noStrike" baseline="0" dirty="0">
                <a:latin typeface="CourierNew-Italic"/>
              </a:rPr>
              <a:t>mementos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80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Memento</a:t>
            </a:r>
          </a:p>
        </p:txBody>
      </p:sp>
    </p:spTree>
    <p:extLst>
      <p:ext uri="{BB962C8B-B14F-4D97-AF65-F5344CB8AC3E}">
        <p14:creationId xmlns:p14="http://schemas.microsoft.com/office/powerpoint/2010/main" val="1050698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4668</TotalTime>
  <Words>2104</Words>
  <Application>Microsoft Office PowerPoint</Application>
  <PresentationFormat>Widescreen</PresentationFormat>
  <Paragraphs>173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Consolas</vt:lpstr>
      <vt:lpstr>CourierNew</vt:lpstr>
      <vt:lpstr>CourierNew-Bold</vt:lpstr>
      <vt:lpstr>CourierNew-BoldItalic</vt:lpstr>
      <vt:lpstr>CourierNew-Italic</vt:lpstr>
      <vt:lpstr>Tema do Office 2013 - 2022</vt:lpstr>
      <vt:lpstr>Memento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Memento Baseada em uma interface intermediária</vt:lpstr>
      <vt:lpstr>Apresentação do PowerPoint</vt:lpstr>
      <vt:lpstr>Apresentação do PowerPoint</vt:lpstr>
      <vt:lpstr>Apresentação do PowerPoint</vt:lpstr>
      <vt:lpstr>Memento com encapsulamento mais restritivo – Implementação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Memento com encapsulamento mais restritivo – Implementação Java</vt:lpstr>
      <vt:lpstr>Memento Consequências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2024-09-11T19:37:29Z</dcterms:modified>
</cp:coreProperties>
</file>