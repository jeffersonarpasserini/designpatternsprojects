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0" r:id="rId1"/>
  </p:sldMasterIdLst>
  <p:notesMasterIdLst>
    <p:notesMasterId r:id="rId27"/>
  </p:notesMasterIdLst>
  <p:sldIdLst>
    <p:sldId id="256" r:id="rId2"/>
    <p:sldId id="287" r:id="rId3"/>
    <p:sldId id="288" r:id="rId4"/>
    <p:sldId id="295" r:id="rId5"/>
    <p:sldId id="296" r:id="rId6"/>
    <p:sldId id="297" r:id="rId7"/>
    <p:sldId id="294" r:id="rId8"/>
    <p:sldId id="289" r:id="rId9"/>
    <p:sldId id="290" r:id="rId10"/>
    <p:sldId id="291" r:id="rId11"/>
    <p:sldId id="292" r:id="rId12"/>
    <p:sldId id="293" r:id="rId13"/>
    <p:sldId id="298" r:id="rId14"/>
    <p:sldId id="303" r:id="rId15"/>
    <p:sldId id="304" r:id="rId16"/>
    <p:sldId id="305" r:id="rId17"/>
    <p:sldId id="306" r:id="rId18"/>
    <p:sldId id="307" r:id="rId19"/>
    <p:sldId id="308" r:id="rId20"/>
    <p:sldId id="310" r:id="rId21"/>
    <p:sldId id="309" r:id="rId22"/>
    <p:sldId id="299" r:id="rId23"/>
    <p:sldId id="300" r:id="rId24"/>
    <p:sldId id="301" r:id="rId25"/>
    <p:sldId id="302"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D036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E4740C-C01E-423C-B89A-17ABC0EA52B4}" v="80" dt="2024-08-20T14:33:14.573"/>
  </p1510:revLst>
</p1510:revInfo>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42" autoAdjust="0"/>
    <p:restoredTop sz="94660"/>
  </p:normalViewPr>
  <p:slideViewPr>
    <p:cSldViewPr snapToGrid="0">
      <p:cViewPr varScale="1">
        <p:scale>
          <a:sx n="82" d="100"/>
          <a:sy n="82" d="100"/>
        </p:scale>
        <p:origin x="485"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fferson Passerini" userId="ec684a97d9b6a829" providerId="LiveId" clId="{CEE6F636-5A19-4483-9CE4-D6BCF625583A}"/>
    <pc:docChg chg="undo custSel addSld delSld modSld">
      <pc:chgData name="Jefferson Passerini" userId="ec684a97d9b6a829" providerId="LiveId" clId="{CEE6F636-5A19-4483-9CE4-D6BCF625583A}" dt="2024-04-22T01:59:44.294" v="782" actId="20577"/>
      <pc:docMkLst>
        <pc:docMk/>
      </pc:docMkLst>
      <pc:sldChg chg="modSp add del mod">
        <pc:chgData name="Jefferson Passerini" userId="ec684a97d9b6a829" providerId="LiveId" clId="{CEE6F636-5A19-4483-9CE4-D6BCF625583A}" dt="2024-04-22T01:26:59.328" v="270" actId="20577"/>
        <pc:sldMkLst>
          <pc:docMk/>
          <pc:sldMk cId="1879529569" sldId="287"/>
        </pc:sldMkLst>
        <pc:spChg chg="mod">
          <ac:chgData name="Jefferson Passerini" userId="ec684a97d9b6a829" providerId="LiveId" clId="{CEE6F636-5A19-4483-9CE4-D6BCF625583A}" dt="2024-04-22T01:26:59.328" v="270" actId="20577"/>
          <ac:spMkLst>
            <pc:docMk/>
            <pc:sldMk cId="1879529569" sldId="287"/>
            <ac:spMk id="3" creationId="{212081E4-07F6-C689-2ACC-B6CADD634983}"/>
          </ac:spMkLst>
        </pc:spChg>
        <pc:spChg chg="mod">
          <ac:chgData name="Jefferson Passerini" userId="ec684a97d9b6a829" providerId="LiveId" clId="{CEE6F636-5A19-4483-9CE4-D6BCF625583A}" dt="2024-04-22T01:25:34.415" v="54" actId="20577"/>
          <ac:spMkLst>
            <pc:docMk/>
            <pc:sldMk cId="1879529569" sldId="287"/>
            <ac:spMk id="4" creationId="{5EA05B02-D80D-3624-D3E0-6EB75542A97B}"/>
          </ac:spMkLst>
        </pc:spChg>
      </pc:sldChg>
      <pc:sldChg chg="modSp add del mod">
        <pc:chgData name="Jefferson Passerini" userId="ec684a97d9b6a829" providerId="LiveId" clId="{CEE6F636-5A19-4483-9CE4-D6BCF625583A}" dt="2024-04-22T01:28:10.588" v="274" actId="2890"/>
        <pc:sldMkLst>
          <pc:docMk/>
          <pc:sldMk cId="2532094957" sldId="288"/>
        </pc:sldMkLst>
        <pc:spChg chg="mod">
          <ac:chgData name="Jefferson Passerini" userId="ec684a97d9b6a829" providerId="LiveId" clId="{CEE6F636-5A19-4483-9CE4-D6BCF625583A}" dt="2024-04-22T01:28:10.104" v="273" actId="14100"/>
          <ac:spMkLst>
            <pc:docMk/>
            <pc:sldMk cId="2532094957" sldId="288"/>
            <ac:spMk id="4" creationId="{5EA05B02-D80D-3624-D3E0-6EB75542A97B}"/>
          </ac:spMkLst>
        </pc:spChg>
      </pc:sldChg>
      <pc:sldChg chg="del">
        <pc:chgData name="Jefferson Passerini" userId="ec684a97d9b6a829" providerId="LiveId" clId="{CEE6F636-5A19-4483-9CE4-D6BCF625583A}" dt="2024-04-22T01:25:14.786" v="0" actId="47"/>
        <pc:sldMkLst>
          <pc:docMk/>
          <pc:sldMk cId="2820963238" sldId="288"/>
        </pc:sldMkLst>
      </pc:sldChg>
      <pc:sldChg chg="addSp delSp modSp add mod">
        <pc:chgData name="Jefferson Passerini" userId="ec684a97d9b6a829" providerId="LiveId" clId="{CEE6F636-5A19-4483-9CE4-D6BCF625583A}" dt="2024-04-22T01:59:44.294" v="782" actId="20577"/>
        <pc:sldMkLst>
          <pc:docMk/>
          <pc:sldMk cId="3363249029" sldId="288"/>
        </pc:sldMkLst>
        <pc:spChg chg="mod">
          <ac:chgData name="Jefferson Passerini" userId="ec684a97d9b6a829" providerId="LiveId" clId="{CEE6F636-5A19-4483-9CE4-D6BCF625583A}" dt="2024-04-22T01:59:44.294" v="782" actId="20577"/>
          <ac:spMkLst>
            <pc:docMk/>
            <pc:sldMk cId="3363249029" sldId="288"/>
            <ac:spMk id="3" creationId="{212081E4-07F6-C689-2ACC-B6CADD634983}"/>
          </ac:spMkLst>
        </pc:spChg>
        <pc:graphicFrameChg chg="add del mod">
          <ac:chgData name="Jefferson Passerini" userId="ec684a97d9b6a829" providerId="LiveId" clId="{CEE6F636-5A19-4483-9CE4-D6BCF625583A}" dt="2024-04-22T01:28:48.574" v="308" actId="478"/>
          <ac:graphicFrameMkLst>
            <pc:docMk/>
            <pc:sldMk cId="3363249029" sldId="288"/>
            <ac:graphicFrameMk id="2" creationId="{6DBAE066-8913-A4CA-3973-C446C5487FD5}"/>
          </ac:graphicFrameMkLst>
        </pc:graphicFrameChg>
      </pc:sldChg>
      <pc:sldChg chg="del">
        <pc:chgData name="Jefferson Passerini" userId="ec684a97d9b6a829" providerId="LiveId" clId="{CEE6F636-5A19-4483-9CE4-D6BCF625583A}" dt="2024-04-22T01:25:15.080" v="1" actId="47"/>
        <pc:sldMkLst>
          <pc:docMk/>
          <pc:sldMk cId="229874183" sldId="289"/>
        </pc:sldMkLst>
      </pc:sldChg>
      <pc:sldChg chg="del">
        <pc:chgData name="Jefferson Passerini" userId="ec684a97d9b6a829" providerId="LiveId" clId="{CEE6F636-5A19-4483-9CE4-D6BCF625583A}" dt="2024-04-22T01:25:15.352" v="2" actId="47"/>
        <pc:sldMkLst>
          <pc:docMk/>
          <pc:sldMk cId="5637846" sldId="290"/>
        </pc:sldMkLst>
      </pc:sldChg>
      <pc:sldChg chg="del">
        <pc:chgData name="Jefferson Passerini" userId="ec684a97d9b6a829" providerId="LiveId" clId="{CEE6F636-5A19-4483-9CE4-D6BCF625583A}" dt="2024-04-22T01:25:15.616" v="3" actId="47"/>
        <pc:sldMkLst>
          <pc:docMk/>
          <pc:sldMk cId="4294518467" sldId="291"/>
        </pc:sldMkLst>
      </pc:sldChg>
      <pc:sldChg chg="del">
        <pc:chgData name="Jefferson Passerini" userId="ec684a97d9b6a829" providerId="LiveId" clId="{CEE6F636-5A19-4483-9CE4-D6BCF625583A}" dt="2024-04-22T01:25:15.898" v="4" actId="47"/>
        <pc:sldMkLst>
          <pc:docMk/>
          <pc:sldMk cId="1538659001" sldId="292"/>
        </pc:sldMkLst>
      </pc:sldChg>
      <pc:sldChg chg="del">
        <pc:chgData name="Jefferson Passerini" userId="ec684a97d9b6a829" providerId="LiveId" clId="{CEE6F636-5A19-4483-9CE4-D6BCF625583A}" dt="2024-04-22T01:25:16.114" v="5" actId="47"/>
        <pc:sldMkLst>
          <pc:docMk/>
          <pc:sldMk cId="2984469269" sldId="293"/>
        </pc:sldMkLst>
      </pc:sldChg>
      <pc:sldChg chg="del">
        <pc:chgData name="Jefferson Passerini" userId="ec684a97d9b6a829" providerId="LiveId" clId="{CEE6F636-5A19-4483-9CE4-D6BCF625583A}" dt="2024-04-22T01:25:16.339" v="6" actId="47"/>
        <pc:sldMkLst>
          <pc:docMk/>
          <pc:sldMk cId="1316130772" sldId="294"/>
        </pc:sldMkLst>
      </pc:sldChg>
      <pc:sldChg chg="del">
        <pc:chgData name="Jefferson Passerini" userId="ec684a97d9b6a829" providerId="LiveId" clId="{CEE6F636-5A19-4483-9CE4-D6BCF625583A}" dt="2024-04-22T01:25:16.595" v="7" actId="47"/>
        <pc:sldMkLst>
          <pc:docMk/>
          <pc:sldMk cId="979282057" sldId="295"/>
        </pc:sldMkLst>
      </pc:sldChg>
      <pc:sldChg chg="del">
        <pc:chgData name="Jefferson Passerini" userId="ec684a97d9b6a829" providerId="LiveId" clId="{CEE6F636-5A19-4483-9CE4-D6BCF625583A}" dt="2024-04-22T01:25:16.827" v="8" actId="47"/>
        <pc:sldMkLst>
          <pc:docMk/>
          <pc:sldMk cId="1610955786" sldId="296"/>
        </pc:sldMkLst>
      </pc:sldChg>
      <pc:sldChg chg="del">
        <pc:chgData name="Jefferson Passerini" userId="ec684a97d9b6a829" providerId="LiveId" clId="{CEE6F636-5A19-4483-9CE4-D6BCF625583A}" dt="2024-04-22T01:25:17.051" v="9" actId="47"/>
        <pc:sldMkLst>
          <pc:docMk/>
          <pc:sldMk cId="2985046621" sldId="297"/>
        </pc:sldMkLst>
      </pc:sldChg>
      <pc:sldChg chg="del">
        <pc:chgData name="Jefferson Passerini" userId="ec684a97d9b6a829" providerId="LiveId" clId="{CEE6F636-5A19-4483-9CE4-D6BCF625583A}" dt="2024-04-22T01:25:17.298" v="10" actId="47"/>
        <pc:sldMkLst>
          <pc:docMk/>
          <pc:sldMk cId="3329100395" sldId="298"/>
        </pc:sldMkLst>
      </pc:sldChg>
      <pc:sldChg chg="del">
        <pc:chgData name="Jefferson Passerini" userId="ec684a97d9b6a829" providerId="LiveId" clId="{CEE6F636-5A19-4483-9CE4-D6BCF625583A}" dt="2024-04-22T01:25:17.530" v="11" actId="47"/>
        <pc:sldMkLst>
          <pc:docMk/>
          <pc:sldMk cId="28890969" sldId="299"/>
        </pc:sldMkLst>
      </pc:sldChg>
      <pc:sldChg chg="del">
        <pc:chgData name="Jefferson Passerini" userId="ec684a97d9b6a829" providerId="LiveId" clId="{CEE6F636-5A19-4483-9CE4-D6BCF625583A}" dt="2024-04-22T01:25:17.772" v="12" actId="47"/>
        <pc:sldMkLst>
          <pc:docMk/>
          <pc:sldMk cId="2976229801" sldId="300"/>
        </pc:sldMkLst>
      </pc:sldChg>
      <pc:sldChg chg="del">
        <pc:chgData name="Jefferson Passerini" userId="ec684a97d9b6a829" providerId="LiveId" clId="{CEE6F636-5A19-4483-9CE4-D6BCF625583A}" dt="2024-04-22T01:25:18.009" v="13" actId="47"/>
        <pc:sldMkLst>
          <pc:docMk/>
          <pc:sldMk cId="3798408245" sldId="301"/>
        </pc:sldMkLst>
      </pc:sldChg>
      <pc:sldChg chg="del">
        <pc:chgData name="Jefferson Passerini" userId="ec684a97d9b6a829" providerId="LiveId" clId="{CEE6F636-5A19-4483-9CE4-D6BCF625583A}" dt="2024-04-22T01:25:18.265" v="14" actId="47"/>
        <pc:sldMkLst>
          <pc:docMk/>
          <pc:sldMk cId="387464473" sldId="302"/>
        </pc:sldMkLst>
      </pc:sldChg>
      <pc:sldChg chg="del">
        <pc:chgData name="Jefferson Passerini" userId="ec684a97d9b6a829" providerId="LiveId" clId="{CEE6F636-5A19-4483-9CE4-D6BCF625583A}" dt="2024-04-22T01:25:19.263" v="17" actId="47"/>
        <pc:sldMkLst>
          <pc:docMk/>
          <pc:sldMk cId="2578431196" sldId="303"/>
        </pc:sldMkLst>
      </pc:sldChg>
      <pc:sldChg chg="del">
        <pc:chgData name="Jefferson Passerini" userId="ec684a97d9b6a829" providerId="LiveId" clId="{CEE6F636-5A19-4483-9CE4-D6BCF625583A}" dt="2024-04-22T01:25:18.512" v="15" actId="47"/>
        <pc:sldMkLst>
          <pc:docMk/>
          <pc:sldMk cId="3348194972" sldId="304"/>
        </pc:sldMkLst>
      </pc:sldChg>
      <pc:sldChg chg="del">
        <pc:chgData name="Jefferson Passerini" userId="ec684a97d9b6a829" providerId="LiveId" clId="{CEE6F636-5A19-4483-9CE4-D6BCF625583A}" dt="2024-04-22T01:25:18.777" v="16" actId="47"/>
        <pc:sldMkLst>
          <pc:docMk/>
          <pc:sldMk cId="3215831553" sldId="305"/>
        </pc:sldMkLst>
      </pc:sldChg>
      <pc:sldChg chg="del">
        <pc:chgData name="Jefferson Passerini" userId="ec684a97d9b6a829" providerId="LiveId" clId="{CEE6F636-5A19-4483-9CE4-D6BCF625583A}" dt="2024-04-22T01:25:21.842" v="27" actId="47"/>
        <pc:sldMkLst>
          <pc:docMk/>
          <pc:sldMk cId="622242583" sldId="306"/>
        </pc:sldMkLst>
      </pc:sldChg>
      <pc:sldChg chg="del">
        <pc:chgData name="Jefferson Passerini" userId="ec684a97d9b6a829" providerId="LiveId" clId="{CEE6F636-5A19-4483-9CE4-D6BCF625583A}" dt="2024-04-22T01:25:19.521" v="18" actId="47"/>
        <pc:sldMkLst>
          <pc:docMk/>
          <pc:sldMk cId="3771002676" sldId="307"/>
        </pc:sldMkLst>
      </pc:sldChg>
      <pc:sldChg chg="del">
        <pc:chgData name="Jefferson Passerini" userId="ec684a97d9b6a829" providerId="LiveId" clId="{CEE6F636-5A19-4483-9CE4-D6BCF625583A}" dt="2024-04-22T01:25:19.737" v="19" actId="47"/>
        <pc:sldMkLst>
          <pc:docMk/>
          <pc:sldMk cId="2124014285" sldId="308"/>
        </pc:sldMkLst>
      </pc:sldChg>
      <pc:sldChg chg="del">
        <pc:chgData name="Jefferson Passerini" userId="ec684a97d9b6a829" providerId="LiveId" clId="{CEE6F636-5A19-4483-9CE4-D6BCF625583A}" dt="2024-04-22T01:25:19.945" v="20" actId="47"/>
        <pc:sldMkLst>
          <pc:docMk/>
          <pc:sldMk cId="2384361358" sldId="309"/>
        </pc:sldMkLst>
      </pc:sldChg>
      <pc:sldChg chg="del">
        <pc:chgData name="Jefferson Passerini" userId="ec684a97d9b6a829" providerId="LiveId" clId="{CEE6F636-5A19-4483-9CE4-D6BCF625583A}" dt="2024-04-22T01:25:20.184" v="21" actId="47"/>
        <pc:sldMkLst>
          <pc:docMk/>
          <pc:sldMk cId="697114383" sldId="310"/>
        </pc:sldMkLst>
      </pc:sldChg>
      <pc:sldChg chg="del">
        <pc:chgData name="Jefferson Passerini" userId="ec684a97d9b6a829" providerId="LiveId" clId="{CEE6F636-5A19-4483-9CE4-D6BCF625583A}" dt="2024-04-22T01:25:20.417" v="22" actId="47"/>
        <pc:sldMkLst>
          <pc:docMk/>
          <pc:sldMk cId="2877719028" sldId="311"/>
        </pc:sldMkLst>
      </pc:sldChg>
      <pc:sldChg chg="del">
        <pc:chgData name="Jefferson Passerini" userId="ec684a97d9b6a829" providerId="LiveId" clId="{CEE6F636-5A19-4483-9CE4-D6BCF625583A}" dt="2024-04-22T01:25:20.640" v="23" actId="47"/>
        <pc:sldMkLst>
          <pc:docMk/>
          <pc:sldMk cId="3559713515" sldId="312"/>
        </pc:sldMkLst>
      </pc:sldChg>
      <pc:sldChg chg="del">
        <pc:chgData name="Jefferson Passerini" userId="ec684a97d9b6a829" providerId="LiveId" clId="{CEE6F636-5A19-4483-9CE4-D6BCF625583A}" dt="2024-04-22T01:25:20.888" v="24" actId="47"/>
        <pc:sldMkLst>
          <pc:docMk/>
          <pc:sldMk cId="3335204688" sldId="313"/>
        </pc:sldMkLst>
      </pc:sldChg>
      <pc:sldChg chg="del">
        <pc:chgData name="Jefferson Passerini" userId="ec684a97d9b6a829" providerId="LiveId" clId="{CEE6F636-5A19-4483-9CE4-D6BCF625583A}" dt="2024-04-22T01:25:21.137" v="25" actId="47"/>
        <pc:sldMkLst>
          <pc:docMk/>
          <pc:sldMk cId="1122787613" sldId="314"/>
        </pc:sldMkLst>
      </pc:sldChg>
      <pc:sldChg chg="del">
        <pc:chgData name="Jefferson Passerini" userId="ec684a97d9b6a829" providerId="LiveId" clId="{CEE6F636-5A19-4483-9CE4-D6BCF625583A}" dt="2024-04-22T01:25:21.415" v="26" actId="47"/>
        <pc:sldMkLst>
          <pc:docMk/>
          <pc:sldMk cId="3785920978" sldId="315"/>
        </pc:sldMkLst>
      </pc:sldChg>
      <pc:sldChg chg="del">
        <pc:chgData name="Jefferson Passerini" userId="ec684a97d9b6a829" providerId="LiveId" clId="{CEE6F636-5A19-4483-9CE4-D6BCF625583A}" dt="2024-04-22T01:25:22.168" v="28" actId="47"/>
        <pc:sldMkLst>
          <pc:docMk/>
          <pc:sldMk cId="820543175" sldId="316"/>
        </pc:sldMkLst>
      </pc:sldChg>
      <pc:sldChg chg="del">
        <pc:chgData name="Jefferson Passerini" userId="ec684a97d9b6a829" providerId="LiveId" clId="{CEE6F636-5A19-4483-9CE4-D6BCF625583A}" dt="2024-04-22T01:25:22.409" v="29" actId="47"/>
        <pc:sldMkLst>
          <pc:docMk/>
          <pc:sldMk cId="316481923" sldId="317"/>
        </pc:sldMkLst>
      </pc:sldChg>
      <pc:sldChg chg="del">
        <pc:chgData name="Jefferson Passerini" userId="ec684a97d9b6a829" providerId="LiveId" clId="{CEE6F636-5A19-4483-9CE4-D6BCF625583A}" dt="2024-04-22T01:25:22.634" v="30" actId="47"/>
        <pc:sldMkLst>
          <pc:docMk/>
          <pc:sldMk cId="195450161" sldId="318"/>
        </pc:sldMkLst>
      </pc:sldChg>
      <pc:sldChg chg="del">
        <pc:chgData name="Jefferson Passerini" userId="ec684a97d9b6a829" providerId="LiveId" clId="{CEE6F636-5A19-4483-9CE4-D6BCF625583A}" dt="2024-04-22T01:25:22.873" v="31" actId="47"/>
        <pc:sldMkLst>
          <pc:docMk/>
          <pc:sldMk cId="2486094153" sldId="319"/>
        </pc:sldMkLst>
      </pc:sldChg>
      <pc:sldChg chg="del">
        <pc:chgData name="Jefferson Passerini" userId="ec684a97d9b6a829" providerId="LiveId" clId="{CEE6F636-5A19-4483-9CE4-D6BCF625583A}" dt="2024-04-22T01:25:23.096" v="32" actId="47"/>
        <pc:sldMkLst>
          <pc:docMk/>
          <pc:sldMk cId="3690888793" sldId="320"/>
        </pc:sldMkLst>
      </pc:sldChg>
      <pc:sldChg chg="del">
        <pc:chgData name="Jefferson Passerini" userId="ec684a97d9b6a829" providerId="LiveId" clId="{CEE6F636-5A19-4483-9CE4-D6BCF625583A}" dt="2024-04-22T01:25:23.312" v="33" actId="47"/>
        <pc:sldMkLst>
          <pc:docMk/>
          <pc:sldMk cId="2242749303" sldId="321"/>
        </pc:sldMkLst>
      </pc:sldChg>
      <pc:sldChg chg="del">
        <pc:chgData name="Jefferson Passerini" userId="ec684a97d9b6a829" providerId="LiveId" clId="{CEE6F636-5A19-4483-9CE4-D6BCF625583A}" dt="2024-04-22T01:25:23.552" v="34" actId="47"/>
        <pc:sldMkLst>
          <pc:docMk/>
          <pc:sldMk cId="868859778" sldId="322"/>
        </pc:sldMkLst>
      </pc:sldChg>
      <pc:sldChg chg="del">
        <pc:chgData name="Jefferson Passerini" userId="ec684a97d9b6a829" providerId="LiveId" clId="{CEE6F636-5A19-4483-9CE4-D6BCF625583A}" dt="2024-04-22T01:25:23.758" v="35" actId="47"/>
        <pc:sldMkLst>
          <pc:docMk/>
          <pc:sldMk cId="3271141545" sldId="323"/>
        </pc:sldMkLst>
      </pc:sldChg>
      <pc:sldChg chg="del">
        <pc:chgData name="Jefferson Passerini" userId="ec684a97d9b6a829" providerId="LiveId" clId="{CEE6F636-5A19-4483-9CE4-D6BCF625583A}" dt="2024-04-22T01:25:23.984" v="36" actId="47"/>
        <pc:sldMkLst>
          <pc:docMk/>
          <pc:sldMk cId="196917162" sldId="324"/>
        </pc:sldMkLst>
      </pc:sldChg>
      <pc:sldChg chg="del">
        <pc:chgData name="Jefferson Passerini" userId="ec684a97d9b6a829" providerId="LiveId" clId="{CEE6F636-5A19-4483-9CE4-D6BCF625583A}" dt="2024-04-22T01:25:24.192" v="37" actId="47"/>
        <pc:sldMkLst>
          <pc:docMk/>
          <pc:sldMk cId="3815242128" sldId="325"/>
        </pc:sldMkLst>
      </pc:sldChg>
    </pc:docChg>
  </pc:docChgLst>
  <pc:docChgLst>
    <pc:chgData name="Jefferson Passerini" userId="ec684a97d9b6a829" providerId="LiveId" clId="{1A04D41B-A9BE-41B4-8656-DAF7AD5A257C}"/>
    <pc:docChg chg="custSel addSld delSld modSld sldOrd">
      <pc:chgData name="Jefferson Passerini" userId="ec684a97d9b6a829" providerId="LiveId" clId="{1A04D41B-A9BE-41B4-8656-DAF7AD5A257C}" dt="2024-03-21T17:12:07.111" v="546" actId="1076"/>
      <pc:docMkLst>
        <pc:docMk/>
      </pc:docMkLst>
      <pc:sldChg chg="modSp mod">
        <pc:chgData name="Jefferson Passerini" userId="ec684a97d9b6a829" providerId="LiveId" clId="{1A04D41B-A9BE-41B4-8656-DAF7AD5A257C}" dt="2024-03-21T16:50:23.203" v="408" actId="20577"/>
        <pc:sldMkLst>
          <pc:docMk/>
          <pc:sldMk cId="1572291123" sldId="297"/>
        </pc:sldMkLst>
        <pc:spChg chg="mod">
          <ac:chgData name="Jefferson Passerini" userId="ec684a97d9b6a829" providerId="LiveId" clId="{1A04D41B-A9BE-41B4-8656-DAF7AD5A257C}" dt="2024-03-21T16:50:23.203" v="408" actId="20577"/>
          <ac:spMkLst>
            <pc:docMk/>
            <pc:sldMk cId="1572291123" sldId="297"/>
            <ac:spMk id="3" creationId="{212081E4-07F6-C689-2ACC-B6CADD634983}"/>
          </ac:spMkLst>
        </pc:spChg>
      </pc:sldChg>
      <pc:sldChg chg="addSp delSp modSp add mod ord">
        <pc:chgData name="Jefferson Passerini" userId="ec684a97d9b6a829" providerId="LiveId" clId="{1A04D41B-A9BE-41B4-8656-DAF7AD5A257C}" dt="2024-03-21T16:41:07.621" v="85" actId="1076"/>
        <pc:sldMkLst>
          <pc:docMk/>
          <pc:sldMk cId="3877001045" sldId="305"/>
        </pc:sldMkLst>
        <pc:spChg chg="mod">
          <ac:chgData name="Jefferson Passerini" userId="ec684a97d9b6a829" providerId="LiveId" clId="{1A04D41B-A9BE-41B4-8656-DAF7AD5A257C}" dt="2024-03-21T16:39:47.201" v="36" actId="14100"/>
          <ac:spMkLst>
            <pc:docMk/>
            <pc:sldMk cId="3877001045" sldId="305"/>
            <ac:spMk id="6" creationId="{16D88F2F-6F25-EFA5-6552-3D1FB9E76C1E}"/>
          </ac:spMkLst>
        </pc:spChg>
        <pc:spChg chg="del">
          <ac:chgData name="Jefferson Passerini" userId="ec684a97d9b6a829" providerId="LiveId" clId="{1A04D41B-A9BE-41B4-8656-DAF7AD5A257C}" dt="2024-03-21T16:40:19.470" v="80" actId="478"/>
          <ac:spMkLst>
            <pc:docMk/>
            <pc:sldMk cId="3877001045" sldId="305"/>
            <ac:spMk id="16" creationId="{A8B06D72-E57C-D6F3-7B81-4403CED3F6F7}"/>
          </ac:spMkLst>
        </pc:spChg>
        <pc:picChg chg="del">
          <ac:chgData name="Jefferson Passerini" userId="ec684a97d9b6a829" providerId="LiveId" clId="{1A04D41B-A9BE-41B4-8656-DAF7AD5A257C}" dt="2024-03-21T16:40:13.812" v="78" actId="478"/>
          <ac:picMkLst>
            <pc:docMk/>
            <pc:sldMk cId="3877001045" sldId="305"/>
            <ac:picMk id="2" creationId="{6E92311B-DAD9-439C-E1C1-72E6B1032A56}"/>
          </ac:picMkLst>
        </pc:picChg>
        <pc:picChg chg="add mod">
          <ac:chgData name="Jefferson Passerini" userId="ec684a97d9b6a829" providerId="LiveId" clId="{1A04D41B-A9BE-41B4-8656-DAF7AD5A257C}" dt="2024-03-21T16:40:48.027" v="83" actId="1076"/>
          <ac:picMkLst>
            <pc:docMk/>
            <pc:sldMk cId="3877001045" sldId="305"/>
            <ac:picMk id="5" creationId="{A076F292-C63F-D0C7-76A0-7CB8A16B77B4}"/>
          </ac:picMkLst>
        </pc:picChg>
        <pc:picChg chg="add mod">
          <ac:chgData name="Jefferson Passerini" userId="ec684a97d9b6a829" providerId="LiveId" clId="{1A04D41B-A9BE-41B4-8656-DAF7AD5A257C}" dt="2024-03-21T16:41:07.621" v="85" actId="1076"/>
          <ac:picMkLst>
            <pc:docMk/>
            <pc:sldMk cId="3877001045" sldId="305"/>
            <ac:picMk id="8" creationId="{76DEE3B7-910D-4DD0-E12D-2C9AE58689F4}"/>
          </ac:picMkLst>
        </pc:picChg>
        <pc:picChg chg="del">
          <ac:chgData name="Jefferson Passerini" userId="ec684a97d9b6a829" providerId="LiveId" clId="{1A04D41B-A9BE-41B4-8656-DAF7AD5A257C}" dt="2024-03-21T16:40:20.439" v="81" actId="478"/>
          <ac:picMkLst>
            <pc:docMk/>
            <pc:sldMk cId="3877001045" sldId="305"/>
            <ac:picMk id="9" creationId="{8E79E2AF-1C05-CA8D-4935-F0CE140B5579}"/>
          </ac:picMkLst>
        </pc:picChg>
        <pc:picChg chg="del">
          <ac:chgData name="Jefferson Passerini" userId="ec684a97d9b6a829" providerId="LiveId" clId="{1A04D41B-A9BE-41B4-8656-DAF7AD5A257C}" dt="2024-03-21T16:40:15.110" v="79" actId="478"/>
          <ac:picMkLst>
            <pc:docMk/>
            <pc:sldMk cId="3877001045" sldId="305"/>
            <ac:picMk id="11" creationId="{48FDF301-4B7C-5794-9A07-9288134FD328}"/>
          </ac:picMkLst>
        </pc:picChg>
      </pc:sldChg>
      <pc:sldChg chg="modSp add mod ord">
        <pc:chgData name="Jefferson Passerini" userId="ec684a97d9b6a829" providerId="LiveId" clId="{1A04D41B-A9BE-41B4-8656-DAF7AD5A257C}" dt="2024-03-21T16:40:08.125" v="77" actId="14100"/>
        <pc:sldMkLst>
          <pc:docMk/>
          <pc:sldMk cId="4036473807" sldId="306"/>
        </pc:sldMkLst>
        <pc:spChg chg="mod">
          <ac:chgData name="Jefferson Passerini" userId="ec684a97d9b6a829" providerId="LiveId" clId="{1A04D41B-A9BE-41B4-8656-DAF7AD5A257C}" dt="2024-03-21T16:40:08.125" v="77" actId="14100"/>
          <ac:spMkLst>
            <pc:docMk/>
            <pc:sldMk cId="4036473807" sldId="306"/>
            <ac:spMk id="6" creationId="{16D88F2F-6F25-EFA5-6552-3D1FB9E76C1E}"/>
          </ac:spMkLst>
        </pc:spChg>
      </pc:sldChg>
      <pc:sldChg chg="addSp delSp modSp add mod">
        <pc:chgData name="Jefferson Passerini" userId="ec684a97d9b6a829" providerId="LiveId" clId="{1A04D41B-A9BE-41B4-8656-DAF7AD5A257C}" dt="2024-03-21T16:42:05.784" v="92" actId="1076"/>
        <pc:sldMkLst>
          <pc:docMk/>
          <pc:sldMk cId="2365482107" sldId="307"/>
        </pc:sldMkLst>
        <pc:picChg chg="add mod">
          <ac:chgData name="Jefferson Passerini" userId="ec684a97d9b6a829" providerId="LiveId" clId="{1A04D41B-A9BE-41B4-8656-DAF7AD5A257C}" dt="2024-03-21T16:42:05.784" v="92" actId="1076"/>
          <ac:picMkLst>
            <pc:docMk/>
            <pc:sldMk cId="2365482107" sldId="307"/>
            <ac:picMk id="3" creationId="{6A739D01-A77C-A552-F67F-10E53980A376}"/>
          </ac:picMkLst>
        </pc:picChg>
        <pc:picChg chg="del">
          <ac:chgData name="Jefferson Passerini" userId="ec684a97d9b6a829" providerId="LiveId" clId="{1A04D41B-A9BE-41B4-8656-DAF7AD5A257C}" dt="2024-03-21T16:41:24.170" v="89" actId="478"/>
          <ac:picMkLst>
            <pc:docMk/>
            <pc:sldMk cId="2365482107" sldId="307"/>
            <ac:picMk id="8" creationId="{76DEE3B7-910D-4DD0-E12D-2C9AE58689F4}"/>
          </ac:picMkLst>
        </pc:picChg>
      </pc:sldChg>
      <pc:sldChg chg="add del">
        <pc:chgData name="Jefferson Passerini" userId="ec684a97d9b6a829" providerId="LiveId" clId="{1A04D41B-A9BE-41B4-8656-DAF7AD5A257C}" dt="2024-03-21T16:41:16.200" v="87" actId="47"/>
        <pc:sldMkLst>
          <pc:docMk/>
          <pc:sldMk cId="3223415547" sldId="307"/>
        </pc:sldMkLst>
      </pc:sldChg>
      <pc:sldChg chg="addSp delSp modSp add mod">
        <pc:chgData name="Jefferson Passerini" userId="ec684a97d9b6a829" providerId="LiveId" clId="{1A04D41B-A9BE-41B4-8656-DAF7AD5A257C}" dt="2024-03-21T16:43:02.960" v="99" actId="1076"/>
        <pc:sldMkLst>
          <pc:docMk/>
          <pc:sldMk cId="3969855783" sldId="308"/>
        </pc:sldMkLst>
        <pc:picChg chg="del">
          <ac:chgData name="Jefferson Passerini" userId="ec684a97d9b6a829" providerId="LiveId" clId="{1A04D41B-A9BE-41B4-8656-DAF7AD5A257C}" dt="2024-03-21T16:42:12.700" v="94" actId="478"/>
          <ac:picMkLst>
            <pc:docMk/>
            <pc:sldMk cId="3969855783" sldId="308"/>
            <ac:picMk id="3" creationId="{6A739D01-A77C-A552-F67F-10E53980A376}"/>
          </ac:picMkLst>
        </pc:picChg>
        <pc:picChg chg="del">
          <ac:chgData name="Jefferson Passerini" userId="ec684a97d9b6a829" providerId="LiveId" clId="{1A04D41B-A9BE-41B4-8656-DAF7AD5A257C}" dt="2024-03-21T16:42:40.785" v="97" actId="478"/>
          <ac:picMkLst>
            <pc:docMk/>
            <pc:sldMk cId="3969855783" sldId="308"/>
            <ac:picMk id="5" creationId="{A076F292-C63F-D0C7-76A0-7CB8A16B77B4}"/>
          </ac:picMkLst>
        </pc:picChg>
        <pc:picChg chg="add mod">
          <ac:chgData name="Jefferson Passerini" userId="ec684a97d9b6a829" providerId="LiveId" clId="{1A04D41B-A9BE-41B4-8656-DAF7AD5A257C}" dt="2024-03-21T16:42:38.259" v="96" actId="1076"/>
          <ac:picMkLst>
            <pc:docMk/>
            <pc:sldMk cId="3969855783" sldId="308"/>
            <ac:picMk id="7" creationId="{48672F94-482C-3FC3-6C5C-3FEAD3D80061}"/>
          </ac:picMkLst>
        </pc:picChg>
        <pc:picChg chg="add mod">
          <ac:chgData name="Jefferson Passerini" userId="ec684a97d9b6a829" providerId="LiveId" clId="{1A04D41B-A9BE-41B4-8656-DAF7AD5A257C}" dt="2024-03-21T16:43:02.960" v="99" actId="1076"/>
          <ac:picMkLst>
            <pc:docMk/>
            <pc:sldMk cId="3969855783" sldId="308"/>
            <ac:picMk id="9" creationId="{484EEEA4-8487-12E8-F431-C294B66A901E}"/>
          </ac:picMkLst>
        </pc:picChg>
      </pc:sldChg>
      <pc:sldChg chg="addSp delSp modSp add mod ord">
        <pc:chgData name="Jefferson Passerini" userId="ec684a97d9b6a829" providerId="LiveId" clId="{1A04D41B-A9BE-41B4-8656-DAF7AD5A257C}" dt="2024-03-21T16:44:04.444" v="116" actId="1035"/>
        <pc:sldMkLst>
          <pc:docMk/>
          <pc:sldMk cId="184367122" sldId="309"/>
        </pc:sldMkLst>
        <pc:picChg chg="del">
          <ac:chgData name="Jefferson Passerini" userId="ec684a97d9b6a829" providerId="LiveId" clId="{1A04D41B-A9BE-41B4-8656-DAF7AD5A257C}" dt="2024-03-21T16:43:15.054" v="103" actId="478"/>
          <ac:picMkLst>
            <pc:docMk/>
            <pc:sldMk cId="184367122" sldId="309"/>
            <ac:picMk id="3" creationId="{6A739D01-A77C-A552-F67F-10E53980A376}"/>
          </ac:picMkLst>
        </pc:picChg>
        <pc:picChg chg="add mod">
          <ac:chgData name="Jefferson Passerini" userId="ec684a97d9b6a829" providerId="LiveId" clId="{1A04D41B-A9BE-41B4-8656-DAF7AD5A257C}" dt="2024-03-21T16:44:04.444" v="116" actId="1035"/>
          <ac:picMkLst>
            <pc:docMk/>
            <pc:sldMk cId="184367122" sldId="309"/>
            <ac:picMk id="7" creationId="{6209254F-684D-590B-61CE-CEECEFBA0C54}"/>
          </ac:picMkLst>
        </pc:picChg>
      </pc:sldChg>
      <pc:sldChg chg="addSp delSp modSp add mod">
        <pc:chgData name="Jefferson Passerini" userId="ec684a97d9b6a829" providerId="LiveId" clId="{1A04D41B-A9BE-41B4-8656-DAF7AD5A257C}" dt="2024-03-21T16:45:28.563" v="121" actId="1076"/>
        <pc:sldMkLst>
          <pc:docMk/>
          <pc:sldMk cId="3423178199" sldId="310"/>
        </pc:sldMkLst>
        <pc:picChg chg="add mod">
          <ac:chgData name="Jefferson Passerini" userId="ec684a97d9b6a829" providerId="LiveId" clId="{1A04D41B-A9BE-41B4-8656-DAF7AD5A257C}" dt="2024-03-21T16:45:28.563" v="121" actId="1076"/>
          <ac:picMkLst>
            <pc:docMk/>
            <pc:sldMk cId="3423178199" sldId="310"/>
            <ac:picMk id="3" creationId="{47C43BC8-CAA2-DA76-61AE-9556C03DEA1E}"/>
          </ac:picMkLst>
        </pc:picChg>
        <pc:picChg chg="del">
          <ac:chgData name="Jefferson Passerini" userId="ec684a97d9b6a829" providerId="LiveId" clId="{1A04D41B-A9BE-41B4-8656-DAF7AD5A257C}" dt="2024-03-21T16:44:13.105" v="118" actId="478"/>
          <ac:picMkLst>
            <pc:docMk/>
            <pc:sldMk cId="3423178199" sldId="310"/>
            <ac:picMk id="7" creationId="{6209254F-684D-590B-61CE-CEECEFBA0C54}"/>
          </ac:picMkLst>
        </pc:picChg>
      </pc:sldChg>
      <pc:sldChg chg="addSp delSp modSp add mod">
        <pc:chgData name="Jefferson Passerini" userId="ec684a97d9b6a829" providerId="LiveId" clId="{1A04D41B-A9BE-41B4-8656-DAF7AD5A257C}" dt="2024-03-21T16:46:46.723" v="126" actId="1076"/>
        <pc:sldMkLst>
          <pc:docMk/>
          <pc:sldMk cId="3976152965" sldId="311"/>
        </pc:sldMkLst>
        <pc:picChg chg="del">
          <ac:chgData name="Jefferson Passerini" userId="ec684a97d9b6a829" providerId="LiveId" clId="{1A04D41B-A9BE-41B4-8656-DAF7AD5A257C}" dt="2024-03-21T16:45:37.322" v="123" actId="478"/>
          <ac:picMkLst>
            <pc:docMk/>
            <pc:sldMk cId="3976152965" sldId="311"/>
            <ac:picMk id="3" creationId="{47C43BC8-CAA2-DA76-61AE-9556C03DEA1E}"/>
          </ac:picMkLst>
        </pc:picChg>
        <pc:picChg chg="add mod">
          <ac:chgData name="Jefferson Passerini" userId="ec684a97d9b6a829" providerId="LiveId" clId="{1A04D41B-A9BE-41B4-8656-DAF7AD5A257C}" dt="2024-03-21T16:46:46.723" v="126" actId="1076"/>
          <ac:picMkLst>
            <pc:docMk/>
            <pc:sldMk cId="3976152965" sldId="311"/>
            <ac:picMk id="7" creationId="{BD933A90-F02D-FB56-678C-92E7F5658C66}"/>
          </ac:picMkLst>
        </pc:picChg>
      </pc:sldChg>
      <pc:sldChg chg="addSp delSp modSp add mod">
        <pc:chgData name="Jefferson Passerini" userId="ec684a97d9b6a829" providerId="LiveId" clId="{1A04D41B-A9BE-41B4-8656-DAF7AD5A257C}" dt="2024-03-21T16:47:41.615" v="131" actId="1076"/>
        <pc:sldMkLst>
          <pc:docMk/>
          <pc:sldMk cId="1059700921" sldId="312"/>
        </pc:sldMkLst>
        <pc:picChg chg="add mod">
          <ac:chgData name="Jefferson Passerini" userId="ec684a97d9b6a829" providerId="LiveId" clId="{1A04D41B-A9BE-41B4-8656-DAF7AD5A257C}" dt="2024-03-21T16:47:41.615" v="131" actId="1076"/>
          <ac:picMkLst>
            <pc:docMk/>
            <pc:sldMk cId="1059700921" sldId="312"/>
            <ac:picMk id="3" creationId="{22675E9C-658A-4A2E-DFFE-B0327ED5F4C8}"/>
          </ac:picMkLst>
        </pc:picChg>
        <pc:picChg chg="del">
          <ac:chgData name="Jefferson Passerini" userId="ec684a97d9b6a829" providerId="LiveId" clId="{1A04D41B-A9BE-41B4-8656-DAF7AD5A257C}" dt="2024-03-21T16:46:56.475" v="128" actId="478"/>
          <ac:picMkLst>
            <pc:docMk/>
            <pc:sldMk cId="1059700921" sldId="312"/>
            <ac:picMk id="7" creationId="{BD933A90-F02D-FB56-678C-92E7F5658C66}"/>
          </ac:picMkLst>
        </pc:picChg>
      </pc:sldChg>
      <pc:sldChg chg="addSp delSp modSp add mod">
        <pc:chgData name="Jefferson Passerini" userId="ec684a97d9b6a829" providerId="LiveId" clId="{1A04D41B-A9BE-41B4-8656-DAF7AD5A257C}" dt="2024-03-21T16:48:45.230" v="139" actId="1076"/>
        <pc:sldMkLst>
          <pc:docMk/>
          <pc:sldMk cId="1164132330" sldId="313"/>
        </pc:sldMkLst>
        <pc:picChg chg="del">
          <ac:chgData name="Jefferson Passerini" userId="ec684a97d9b6a829" providerId="LiveId" clId="{1A04D41B-A9BE-41B4-8656-DAF7AD5A257C}" dt="2024-03-21T16:47:49.547" v="133" actId="478"/>
          <ac:picMkLst>
            <pc:docMk/>
            <pc:sldMk cId="1164132330" sldId="313"/>
            <ac:picMk id="3" creationId="{22675E9C-658A-4A2E-DFFE-B0327ED5F4C8}"/>
          </ac:picMkLst>
        </pc:picChg>
        <pc:picChg chg="add mod">
          <ac:chgData name="Jefferson Passerini" userId="ec684a97d9b6a829" providerId="LiveId" clId="{1A04D41B-A9BE-41B4-8656-DAF7AD5A257C}" dt="2024-03-21T16:48:12.268" v="135" actId="1076"/>
          <ac:picMkLst>
            <pc:docMk/>
            <pc:sldMk cId="1164132330" sldId="313"/>
            <ac:picMk id="7" creationId="{DD65782E-4AF0-6205-82BC-914FC4CA5126}"/>
          </ac:picMkLst>
        </pc:picChg>
        <pc:picChg chg="add mod">
          <ac:chgData name="Jefferson Passerini" userId="ec684a97d9b6a829" providerId="LiveId" clId="{1A04D41B-A9BE-41B4-8656-DAF7AD5A257C}" dt="2024-03-21T16:48:45.230" v="139" actId="1076"/>
          <ac:picMkLst>
            <pc:docMk/>
            <pc:sldMk cId="1164132330" sldId="313"/>
            <ac:picMk id="9" creationId="{26E4EC8D-3CF0-20F9-1A1A-051DF4E7460B}"/>
          </ac:picMkLst>
        </pc:picChg>
      </pc:sldChg>
      <pc:sldChg chg="addSp modSp add mod">
        <pc:chgData name="Jefferson Passerini" userId="ec684a97d9b6a829" providerId="LiveId" clId="{1A04D41B-A9BE-41B4-8656-DAF7AD5A257C}" dt="2024-03-21T16:52:52.294" v="509" actId="20577"/>
        <pc:sldMkLst>
          <pc:docMk/>
          <pc:sldMk cId="742354239" sldId="314"/>
        </pc:sldMkLst>
        <pc:spChg chg="mod">
          <ac:chgData name="Jefferson Passerini" userId="ec684a97d9b6a829" providerId="LiveId" clId="{1A04D41B-A9BE-41B4-8656-DAF7AD5A257C}" dt="2024-03-21T16:52:52.294" v="509" actId="20577"/>
          <ac:spMkLst>
            <pc:docMk/>
            <pc:sldMk cId="742354239" sldId="314"/>
            <ac:spMk id="3" creationId="{212081E4-07F6-C689-2ACC-B6CADD634983}"/>
          </ac:spMkLst>
        </pc:spChg>
        <pc:picChg chg="add mod">
          <ac:chgData name="Jefferson Passerini" userId="ec684a97d9b6a829" providerId="LiveId" clId="{1A04D41B-A9BE-41B4-8656-DAF7AD5A257C}" dt="2024-03-21T16:52:24.990" v="413" actId="1076"/>
          <ac:picMkLst>
            <pc:docMk/>
            <pc:sldMk cId="742354239" sldId="314"/>
            <ac:picMk id="5" creationId="{F0C7AAB9-D24E-B3A9-89F5-2472C66C460C}"/>
          </ac:picMkLst>
        </pc:picChg>
      </pc:sldChg>
      <pc:sldChg chg="modSp add ord">
        <pc:chgData name="Jefferson Passerini" userId="ec684a97d9b6a829" providerId="LiveId" clId="{1A04D41B-A9BE-41B4-8656-DAF7AD5A257C}" dt="2024-03-21T16:53:51.876" v="514" actId="20577"/>
        <pc:sldMkLst>
          <pc:docMk/>
          <pc:sldMk cId="1146416026" sldId="315"/>
        </pc:sldMkLst>
        <pc:spChg chg="mod">
          <ac:chgData name="Jefferson Passerini" userId="ec684a97d9b6a829" providerId="LiveId" clId="{1A04D41B-A9BE-41B4-8656-DAF7AD5A257C}" dt="2024-03-21T16:53:51.876" v="514" actId="20577"/>
          <ac:spMkLst>
            <pc:docMk/>
            <pc:sldMk cId="1146416026" sldId="315"/>
            <ac:spMk id="2" creationId="{2E243026-E16F-9CDD-AE56-CF691B008A41}"/>
          </ac:spMkLst>
        </pc:spChg>
      </pc:sldChg>
      <pc:sldChg chg="modSp add ord">
        <pc:chgData name="Jefferson Passerini" userId="ec684a97d9b6a829" providerId="LiveId" clId="{1A04D41B-A9BE-41B4-8656-DAF7AD5A257C}" dt="2024-03-21T16:54:07.284" v="519" actId="20577"/>
        <pc:sldMkLst>
          <pc:docMk/>
          <pc:sldMk cId="3138280479" sldId="316"/>
        </pc:sldMkLst>
        <pc:spChg chg="mod">
          <ac:chgData name="Jefferson Passerini" userId="ec684a97d9b6a829" providerId="LiveId" clId="{1A04D41B-A9BE-41B4-8656-DAF7AD5A257C}" dt="2024-03-21T16:54:07.284" v="519" actId="20577"/>
          <ac:spMkLst>
            <pc:docMk/>
            <pc:sldMk cId="3138280479" sldId="316"/>
            <ac:spMk id="2" creationId="{2E243026-E16F-9CDD-AE56-CF691B008A41}"/>
          </ac:spMkLst>
        </pc:spChg>
      </pc:sldChg>
      <pc:sldChg chg="addSp delSp modSp mod">
        <pc:chgData name="Jefferson Passerini" userId="ec684a97d9b6a829" providerId="LiveId" clId="{1A04D41B-A9BE-41B4-8656-DAF7AD5A257C}" dt="2024-03-21T17:09:02.473" v="525" actId="1076"/>
        <pc:sldMkLst>
          <pc:docMk/>
          <pc:sldMk cId="3223805706" sldId="317"/>
        </pc:sldMkLst>
        <pc:picChg chg="add mod">
          <ac:chgData name="Jefferson Passerini" userId="ec684a97d9b6a829" providerId="LiveId" clId="{1A04D41B-A9BE-41B4-8656-DAF7AD5A257C}" dt="2024-03-21T17:08:42.236" v="522" actId="1076"/>
          <ac:picMkLst>
            <pc:docMk/>
            <pc:sldMk cId="3223805706" sldId="317"/>
            <ac:picMk id="3" creationId="{B165705B-D811-8A30-98D8-2B7FC7D15AE3}"/>
          </ac:picMkLst>
        </pc:picChg>
        <pc:picChg chg="del">
          <ac:chgData name="Jefferson Passerini" userId="ec684a97d9b6a829" providerId="LiveId" clId="{1A04D41B-A9BE-41B4-8656-DAF7AD5A257C}" dt="2024-03-21T17:08:44.980" v="523" actId="478"/>
          <ac:picMkLst>
            <pc:docMk/>
            <pc:sldMk cId="3223805706" sldId="317"/>
            <ac:picMk id="5" creationId="{A076F292-C63F-D0C7-76A0-7CB8A16B77B4}"/>
          </ac:picMkLst>
        </pc:picChg>
        <pc:picChg chg="del">
          <ac:chgData name="Jefferson Passerini" userId="ec684a97d9b6a829" providerId="LiveId" clId="{1A04D41B-A9BE-41B4-8656-DAF7AD5A257C}" dt="2024-03-21T17:08:37.890" v="520" actId="478"/>
          <ac:picMkLst>
            <pc:docMk/>
            <pc:sldMk cId="3223805706" sldId="317"/>
            <ac:picMk id="8" creationId="{76DEE3B7-910D-4DD0-E12D-2C9AE58689F4}"/>
          </ac:picMkLst>
        </pc:picChg>
        <pc:picChg chg="add mod">
          <ac:chgData name="Jefferson Passerini" userId="ec684a97d9b6a829" providerId="LiveId" clId="{1A04D41B-A9BE-41B4-8656-DAF7AD5A257C}" dt="2024-03-21T17:09:02.473" v="525" actId="1076"/>
          <ac:picMkLst>
            <pc:docMk/>
            <pc:sldMk cId="3223805706" sldId="317"/>
            <ac:picMk id="9" creationId="{1AC71556-F73D-F04A-F409-A141FA7C96FD}"/>
          </ac:picMkLst>
        </pc:picChg>
      </pc:sldChg>
      <pc:sldChg chg="addSp delSp modSp mod">
        <pc:chgData name="Jefferson Passerini" userId="ec684a97d9b6a829" providerId="LiveId" clId="{1A04D41B-A9BE-41B4-8656-DAF7AD5A257C}" dt="2024-03-21T17:11:46.817" v="544" actId="1076"/>
        <pc:sldMkLst>
          <pc:docMk/>
          <pc:sldMk cId="1252704191" sldId="318"/>
        </pc:sldMkLst>
        <pc:picChg chg="add mod">
          <ac:chgData name="Jefferson Passerini" userId="ec684a97d9b6a829" providerId="LiveId" clId="{1A04D41B-A9BE-41B4-8656-DAF7AD5A257C}" dt="2024-03-21T17:09:08.703" v="527"/>
          <ac:picMkLst>
            <pc:docMk/>
            <pc:sldMk cId="1252704191" sldId="318"/>
            <ac:picMk id="2" creationId="{68A49032-0459-C43D-57D2-BEC6F5F14281}"/>
          </ac:picMkLst>
        </pc:picChg>
        <pc:picChg chg="del">
          <ac:chgData name="Jefferson Passerini" userId="ec684a97d9b6a829" providerId="LiveId" clId="{1A04D41B-A9BE-41B4-8656-DAF7AD5A257C}" dt="2024-03-21T17:09:58.732" v="539" actId="478"/>
          <ac:picMkLst>
            <pc:docMk/>
            <pc:sldMk cId="1252704191" sldId="318"/>
            <ac:picMk id="3" creationId="{6A739D01-A77C-A552-F67F-10E53980A376}"/>
          </ac:picMkLst>
        </pc:picChg>
        <pc:picChg chg="del">
          <ac:chgData name="Jefferson Passerini" userId="ec684a97d9b6a829" providerId="LiveId" clId="{1A04D41B-A9BE-41B4-8656-DAF7AD5A257C}" dt="2024-03-21T17:09:07.665" v="526" actId="478"/>
          <ac:picMkLst>
            <pc:docMk/>
            <pc:sldMk cId="1252704191" sldId="318"/>
            <ac:picMk id="5" creationId="{A076F292-C63F-D0C7-76A0-7CB8A16B77B4}"/>
          </ac:picMkLst>
        </pc:picChg>
        <pc:picChg chg="add mod">
          <ac:chgData name="Jefferson Passerini" userId="ec684a97d9b6a829" providerId="LiveId" clId="{1A04D41B-A9BE-41B4-8656-DAF7AD5A257C}" dt="2024-03-21T17:11:46.817" v="544" actId="1076"/>
          <ac:picMkLst>
            <pc:docMk/>
            <pc:sldMk cId="1252704191" sldId="318"/>
            <ac:picMk id="8" creationId="{8358468E-3843-19E6-55FC-69F127780125}"/>
          </ac:picMkLst>
        </pc:picChg>
      </pc:sldChg>
      <pc:sldChg chg="addSp delSp modSp mod">
        <pc:chgData name="Jefferson Passerini" userId="ec684a97d9b6a829" providerId="LiveId" clId="{1A04D41B-A9BE-41B4-8656-DAF7AD5A257C}" dt="2024-03-21T17:12:07.111" v="546" actId="1076"/>
        <pc:sldMkLst>
          <pc:docMk/>
          <pc:sldMk cId="3762498758" sldId="319"/>
        </pc:sldMkLst>
        <pc:picChg chg="add mod">
          <ac:chgData name="Jefferson Passerini" userId="ec684a97d9b6a829" providerId="LiveId" clId="{1A04D41B-A9BE-41B4-8656-DAF7AD5A257C}" dt="2024-03-21T17:09:11.738" v="528"/>
          <ac:picMkLst>
            <pc:docMk/>
            <pc:sldMk cId="3762498758" sldId="319"/>
            <ac:picMk id="2" creationId="{62FD6A52-C4EC-6B37-787A-1792E034A7B2}"/>
          </ac:picMkLst>
        </pc:picChg>
        <pc:picChg chg="add mod">
          <ac:chgData name="Jefferson Passerini" userId="ec684a97d9b6a829" providerId="LiveId" clId="{1A04D41B-A9BE-41B4-8656-DAF7AD5A257C}" dt="2024-03-21T17:12:07.111" v="546" actId="1076"/>
          <ac:picMkLst>
            <pc:docMk/>
            <pc:sldMk cId="3762498758" sldId="319"/>
            <ac:picMk id="5" creationId="{E8C02669-168F-4402-EC96-2C76BAA2C9E9}"/>
          </ac:picMkLst>
        </pc:picChg>
        <pc:picChg chg="del">
          <ac:chgData name="Jefferson Passerini" userId="ec684a97d9b6a829" providerId="LiveId" clId="{1A04D41B-A9BE-41B4-8656-DAF7AD5A257C}" dt="2024-03-21T17:10:02.748" v="540" actId="478"/>
          <ac:picMkLst>
            <pc:docMk/>
            <pc:sldMk cId="3762498758" sldId="319"/>
            <ac:picMk id="7" creationId="{48672F94-482C-3FC3-6C5C-3FEAD3D80061}"/>
          </ac:picMkLst>
        </pc:picChg>
        <pc:picChg chg="del">
          <ac:chgData name="Jefferson Passerini" userId="ec684a97d9b6a829" providerId="LiveId" clId="{1A04D41B-A9BE-41B4-8656-DAF7AD5A257C}" dt="2024-03-21T17:10:05.546" v="541" actId="478"/>
          <ac:picMkLst>
            <pc:docMk/>
            <pc:sldMk cId="3762498758" sldId="319"/>
            <ac:picMk id="9" creationId="{484EEEA4-8487-12E8-F431-C294B66A901E}"/>
          </ac:picMkLst>
        </pc:picChg>
      </pc:sldChg>
      <pc:sldChg chg="addSp delSp modSp mod">
        <pc:chgData name="Jefferson Passerini" userId="ec684a97d9b6a829" providerId="LiveId" clId="{1A04D41B-A9BE-41B4-8656-DAF7AD5A257C}" dt="2024-03-21T17:09:17.053" v="530"/>
        <pc:sldMkLst>
          <pc:docMk/>
          <pc:sldMk cId="3452871164" sldId="320"/>
        </pc:sldMkLst>
        <pc:picChg chg="add mod">
          <ac:chgData name="Jefferson Passerini" userId="ec684a97d9b6a829" providerId="LiveId" clId="{1A04D41B-A9BE-41B4-8656-DAF7AD5A257C}" dt="2024-03-21T17:09:17.053" v="530"/>
          <ac:picMkLst>
            <pc:docMk/>
            <pc:sldMk cId="3452871164" sldId="320"/>
            <ac:picMk id="2" creationId="{8D3222E7-FB81-7542-B8F9-1AB2C4614DC1}"/>
          </ac:picMkLst>
        </pc:picChg>
        <pc:picChg chg="del">
          <ac:chgData name="Jefferson Passerini" userId="ec684a97d9b6a829" providerId="LiveId" clId="{1A04D41B-A9BE-41B4-8656-DAF7AD5A257C}" dt="2024-03-21T17:09:16" v="529" actId="478"/>
          <ac:picMkLst>
            <pc:docMk/>
            <pc:sldMk cId="3452871164" sldId="320"/>
            <ac:picMk id="5" creationId="{A076F292-C63F-D0C7-76A0-7CB8A16B77B4}"/>
          </ac:picMkLst>
        </pc:picChg>
      </pc:sldChg>
      <pc:sldChg chg="addSp delSp modSp mod">
        <pc:chgData name="Jefferson Passerini" userId="ec684a97d9b6a829" providerId="LiveId" clId="{1A04D41B-A9BE-41B4-8656-DAF7AD5A257C}" dt="2024-03-21T17:09:22.133" v="532"/>
        <pc:sldMkLst>
          <pc:docMk/>
          <pc:sldMk cId="4012342914" sldId="321"/>
        </pc:sldMkLst>
        <pc:picChg chg="add mod">
          <ac:chgData name="Jefferson Passerini" userId="ec684a97d9b6a829" providerId="LiveId" clId="{1A04D41B-A9BE-41B4-8656-DAF7AD5A257C}" dt="2024-03-21T17:09:22.133" v="532"/>
          <ac:picMkLst>
            <pc:docMk/>
            <pc:sldMk cId="4012342914" sldId="321"/>
            <ac:picMk id="2" creationId="{A870F1CF-E423-65D5-C438-22D2EF1F709F}"/>
          </ac:picMkLst>
        </pc:picChg>
        <pc:picChg chg="del">
          <ac:chgData name="Jefferson Passerini" userId="ec684a97d9b6a829" providerId="LiveId" clId="{1A04D41B-A9BE-41B4-8656-DAF7AD5A257C}" dt="2024-03-21T17:09:21.009" v="531" actId="478"/>
          <ac:picMkLst>
            <pc:docMk/>
            <pc:sldMk cId="4012342914" sldId="321"/>
            <ac:picMk id="5" creationId="{A076F292-C63F-D0C7-76A0-7CB8A16B77B4}"/>
          </ac:picMkLst>
        </pc:picChg>
      </pc:sldChg>
      <pc:sldChg chg="addSp delSp modSp mod">
        <pc:chgData name="Jefferson Passerini" userId="ec684a97d9b6a829" providerId="LiveId" clId="{1A04D41B-A9BE-41B4-8656-DAF7AD5A257C}" dt="2024-03-21T17:09:30.087" v="534"/>
        <pc:sldMkLst>
          <pc:docMk/>
          <pc:sldMk cId="1595083778" sldId="322"/>
        </pc:sldMkLst>
        <pc:picChg chg="add mod">
          <ac:chgData name="Jefferson Passerini" userId="ec684a97d9b6a829" providerId="LiveId" clId="{1A04D41B-A9BE-41B4-8656-DAF7AD5A257C}" dt="2024-03-21T17:09:30.087" v="534"/>
          <ac:picMkLst>
            <pc:docMk/>
            <pc:sldMk cId="1595083778" sldId="322"/>
            <ac:picMk id="2" creationId="{A9EC4917-C84E-CE1D-DD0E-8D4CA364F7A4}"/>
          </ac:picMkLst>
        </pc:picChg>
        <pc:picChg chg="del">
          <ac:chgData name="Jefferson Passerini" userId="ec684a97d9b6a829" providerId="LiveId" clId="{1A04D41B-A9BE-41B4-8656-DAF7AD5A257C}" dt="2024-03-21T17:09:29.040" v="533" actId="478"/>
          <ac:picMkLst>
            <pc:docMk/>
            <pc:sldMk cId="1595083778" sldId="322"/>
            <ac:picMk id="5" creationId="{A076F292-C63F-D0C7-76A0-7CB8A16B77B4}"/>
          </ac:picMkLst>
        </pc:picChg>
      </pc:sldChg>
      <pc:sldChg chg="addSp delSp modSp mod">
        <pc:chgData name="Jefferson Passerini" userId="ec684a97d9b6a829" providerId="LiveId" clId="{1A04D41B-A9BE-41B4-8656-DAF7AD5A257C}" dt="2024-03-21T17:09:37.041" v="536"/>
        <pc:sldMkLst>
          <pc:docMk/>
          <pc:sldMk cId="4186016689" sldId="323"/>
        </pc:sldMkLst>
        <pc:picChg chg="add mod">
          <ac:chgData name="Jefferson Passerini" userId="ec684a97d9b6a829" providerId="LiveId" clId="{1A04D41B-A9BE-41B4-8656-DAF7AD5A257C}" dt="2024-03-21T17:09:37.041" v="536"/>
          <ac:picMkLst>
            <pc:docMk/>
            <pc:sldMk cId="4186016689" sldId="323"/>
            <ac:picMk id="2" creationId="{06C0E8F8-7CBB-E9DC-9625-7546628CCED2}"/>
          </ac:picMkLst>
        </pc:picChg>
        <pc:picChg chg="del">
          <ac:chgData name="Jefferson Passerini" userId="ec684a97d9b6a829" providerId="LiveId" clId="{1A04D41B-A9BE-41B4-8656-DAF7AD5A257C}" dt="2024-03-21T17:09:35.884" v="535" actId="478"/>
          <ac:picMkLst>
            <pc:docMk/>
            <pc:sldMk cId="4186016689" sldId="323"/>
            <ac:picMk id="5" creationId="{A076F292-C63F-D0C7-76A0-7CB8A16B77B4}"/>
          </ac:picMkLst>
        </pc:picChg>
      </pc:sldChg>
      <pc:sldChg chg="addSp delSp modSp mod">
        <pc:chgData name="Jefferson Passerini" userId="ec684a97d9b6a829" providerId="LiveId" clId="{1A04D41B-A9BE-41B4-8656-DAF7AD5A257C}" dt="2024-03-21T17:09:46.229" v="538"/>
        <pc:sldMkLst>
          <pc:docMk/>
          <pc:sldMk cId="1055853781" sldId="324"/>
        </pc:sldMkLst>
        <pc:picChg chg="add mod">
          <ac:chgData name="Jefferson Passerini" userId="ec684a97d9b6a829" providerId="LiveId" clId="{1A04D41B-A9BE-41B4-8656-DAF7AD5A257C}" dt="2024-03-21T17:09:46.229" v="538"/>
          <ac:picMkLst>
            <pc:docMk/>
            <pc:sldMk cId="1055853781" sldId="324"/>
            <ac:picMk id="2" creationId="{170A0277-CEC4-E2D1-5E96-141BF21B15C9}"/>
          </ac:picMkLst>
        </pc:picChg>
        <pc:picChg chg="del">
          <ac:chgData name="Jefferson Passerini" userId="ec684a97d9b6a829" providerId="LiveId" clId="{1A04D41B-A9BE-41B4-8656-DAF7AD5A257C}" dt="2024-03-21T17:09:45.167" v="537" actId="478"/>
          <ac:picMkLst>
            <pc:docMk/>
            <pc:sldMk cId="1055853781" sldId="324"/>
            <ac:picMk id="5" creationId="{A076F292-C63F-D0C7-76A0-7CB8A16B77B4}"/>
          </ac:picMkLst>
        </pc:picChg>
      </pc:sldChg>
    </pc:docChg>
  </pc:docChgLst>
  <pc:docChgLst>
    <pc:chgData name="Jefferson Passerini" userId="ec684a97d9b6a829" providerId="LiveId" clId="{B05A74E9-432A-4747-9B01-14BD338F7F4D}"/>
    <pc:docChg chg="custSel addSld modSld sldOrd">
      <pc:chgData name="Jefferson Passerini" userId="ec684a97d9b6a829" providerId="LiveId" clId="{B05A74E9-432A-4747-9B01-14BD338F7F4D}" dt="2024-03-20T19:43:22.776" v="12" actId="1076"/>
      <pc:docMkLst>
        <pc:docMk/>
      </pc:docMkLst>
      <pc:sldChg chg="delSp modSp mod ord">
        <pc:chgData name="Jefferson Passerini" userId="ec684a97d9b6a829" providerId="LiveId" clId="{B05A74E9-432A-4747-9B01-14BD338F7F4D}" dt="2024-03-20T19:43:22.776" v="12" actId="1076"/>
        <pc:sldMkLst>
          <pc:docMk/>
          <pc:sldMk cId="3283323133" sldId="303"/>
        </pc:sldMkLst>
        <pc:spChg chg="mod">
          <ac:chgData name="Jefferson Passerini" userId="ec684a97d9b6a829" providerId="LiveId" clId="{B05A74E9-432A-4747-9B01-14BD338F7F4D}" dt="2024-03-20T19:43:22.776" v="12" actId="1076"/>
          <ac:spMkLst>
            <pc:docMk/>
            <pc:sldMk cId="3283323133" sldId="303"/>
            <ac:spMk id="3" creationId="{212081E4-07F6-C689-2ACC-B6CADD634983}"/>
          </ac:spMkLst>
        </pc:spChg>
        <pc:picChg chg="del">
          <ac:chgData name="Jefferson Passerini" userId="ec684a97d9b6a829" providerId="LiveId" clId="{B05A74E9-432A-4747-9B01-14BD338F7F4D}" dt="2024-03-20T19:43:08.850" v="3" actId="478"/>
          <ac:picMkLst>
            <pc:docMk/>
            <pc:sldMk cId="3283323133" sldId="303"/>
            <ac:picMk id="5" creationId="{3B725020-F619-CCF9-0452-618A9C3D79EB}"/>
          </ac:picMkLst>
        </pc:picChg>
      </pc:sldChg>
      <pc:sldChg chg="add">
        <pc:chgData name="Jefferson Passerini" userId="ec684a97d9b6a829" providerId="LiveId" clId="{B05A74E9-432A-4747-9B01-14BD338F7F4D}" dt="2024-03-20T19:42:43.912" v="0" actId="2890"/>
        <pc:sldMkLst>
          <pc:docMk/>
          <pc:sldMk cId="2905817537" sldId="315"/>
        </pc:sldMkLst>
      </pc:sldChg>
    </pc:docChg>
  </pc:docChgLst>
  <pc:docChgLst>
    <pc:chgData name="Jefferson Passerini" userId="ec684a97d9b6a829" providerId="LiveId" clId="{A8110D1F-C56A-4476-9ED0-A221E67626C0}"/>
    <pc:docChg chg="custSel addSld delSld modSld">
      <pc:chgData name="Jefferson Passerini" userId="ec684a97d9b6a829" providerId="LiveId" clId="{A8110D1F-C56A-4476-9ED0-A221E67626C0}" dt="2024-04-10T16:31:33.256" v="1043" actId="20577"/>
      <pc:docMkLst>
        <pc:docMk/>
      </pc:docMkLst>
      <pc:sldChg chg="addSp delSp modSp mod modAnim">
        <pc:chgData name="Jefferson Passerini" userId="ec684a97d9b6a829" providerId="LiveId" clId="{A8110D1F-C56A-4476-9ED0-A221E67626C0}" dt="2024-04-10T16:18:31.381" v="20" actId="26606"/>
        <pc:sldMkLst>
          <pc:docMk/>
          <pc:sldMk cId="3568309152" sldId="256"/>
        </pc:sldMkLst>
        <pc:spChg chg="mod">
          <ac:chgData name="Jefferson Passerini" userId="ec684a97d9b6a829" providerId="LiveId" clId="{A8110D1F-C56A-4476-9ED0-A221E67626C0}" dt="2024-04-10T16:18:31.381" v="20" actId="26606"/>
          <ac:spMkLst>
            <pc:docMk/>
            <pc:sldMk cId="3568309152" sldId="256"/>
            <ac:spMk id="2" creationId="{2E243026-E16F-9CDD-AE56-CF691B008A41}"/>
          </ac:spMkLst>
        </pc:spChg>
        <pc:spChg chg="mod">
          <ac:chgData name="Jefferson Passerini" userId="ec684a97d9b6a829" providerId="LiveId" clId="{A8110D1F-C56A-4476-9ED0-A221E67626C0}" dt="2024-04-10T16:18:31.381" v="20" actId="26606"/>
          <ac:spMkLst>
            <pc:docMk/>
            <pc:sldMk cId="3568309152" sldId="256"/>
            <ac:spMk id="3" creationId="{A782A01C-CDB4-BEF0-9F78-DD3F68C87023}"/>
          </ac:spMkLst>
        </pc:spChg>
        <pc:spChg chg="del">
          <ac:chgData name="Jefferson Passerini" userId="ec684a97d9b6a829" providerId="LiveId" clId="{A8110D1F-C56A-4476-9ED0-A221E67626C0}" dt="2024-04-10T16:18:31.381" v="20" actId="26606"/>
          <ac:spMkLst>
            <pc:docMk/>
            <pc:sldMk cId="3568309152" sldId="256"/>
            <ac:spMk id="104" creationId="{E91DC736-0EF8-4F87-9146-EBF1D2EE4D3D}"/>
          </ac:spMkLst>
        </pc:spChg>
        <pc:spChg chg="del">
          <ac:chgData name="Jefferson Passerini" userId="ec684a97d9b6a829" providerId="LiveId" clId="{A8110D1F-C56A-4476-9ED0-A221E67626C0}" dt="2024-04-10T16:18:31.381" v="20" actId="26606"/>
          <ac:spMkLst>
            <pc:docMk/>
            <pc:sldMk cId="3568309152" sldId="256"/>
            <ac:spMk id="106" creationId="{097CD68E-23E3-4007-8847-CD0944C4F7BE}"/>
          </ac:spMkLst>
        </pc:spChg>
        <pc:spChg chg="del">
          <ac:chgData name="Jefferson Passerini" userId="ec684a97d9b6a829" providerId="LiveId" clId="{A8110D1F-C56A-4476-9ED0-A221E67626C0}" dt="2024-04-10T16:18:31.381" v="20" actId="26606"/>
          <ac:spMkLst>
            <pc:docMk/>
            <pc:sldMk cId="3568309152" sldId="256"/>
            <ac:spMk id="108" creationId="{AF2F604E-43BE-4DC3-B983-E071523364F8}"/>
          </ac:spMkLst>
        </pc:spChg>
        <pc:spChg chg="del">
          <ac:chgData name="Jefferson Passerini" userId="ec684a97d9b6a829" providerId="LiveId" clId="{A8110D1F-C56A-4476-9ED0-A221E67626C0}" dt="2024-04-10T16:18:31.381" v="20" actId="26606"/>
          <ac:spMkLst>
            <pc:docMk/>
            <pc:sldMk cId="3568309152" sldId="256"/>
            <ac:spMk id="110" creationId="{08C9B587-E65E-4B52-B37C-ABEBB6E87928}"/>
          </ac:spMkLst>
        </pc:spChg>
        <pc:spChg chg="add">
          <ac:chgData name="Jefferson Passerini" userId="ec684a97d9b6a829" providerId="LiveId" clId="{A8110D1F-C56A-4476-9ED0-A221E67626C0}" dt="2024-04-10T16:18:31.381" v="20" actId="26606"/>
          <ac:spMkLst>
            <pc:docMk/>
            <pc:sldMk cId="3568309152" sldId="256"/>
            <ac:spMk id="115" creationId="{0671A8AE-40A1-4631-A6B8-581AFF065482}"/>
          </ac:spMkLst>
        </pc:spChg>
        <pc:spChg chg="add">
          <ac:chgData name="Jefferson Passerini" userId="ec684a97d9b6a829" providerId="LiveId" clId="{A8110D1F-C56A-4476-9ED0-A221E67626C0}" dt="2024-04-10T16:18:31.381" v="20" actId="26606"/>
          <ac:spMkLst>
            <pc:docMk/>
            <pc:sldMk cId="3568309152" sldId="256"/>
            <ac:spMk id="117" creationId="{AB58EF07-17C2-48CF-ABB0-EEF1F17CB8F0}"/>
          </ac:spMkLst>
        </pc:spChg>
        <pc:spChg chg="add">
          <ac:chgData name="Jefferson Passerini" userId="ec684a97d9b6a829" providerId="LiveId" clId="{A8110D1F-C56A-4476-9ED0-A221E67626C0}" dt="2024-04-10T16:18:31.381" v="20" actId="26606"/>
          <ac:spMkLst>
            <pc:docMk/>
            <pc:sldMk cId="3568309152" sldId="256"/>
            <ac:spMk id="119" creationId="{AF2F604E-43BE-4DC3-B983-E071523364F8}"/>
          </ac:spMkLst>
        </pc:spChg>
        <pc:spChg chg="add">
          <ac:chgData name="Jefferson Passerini" userId="ec684a97d9b6a829" providerId="LiveId" clId="{A8110D1F-C56A-4476-9ED0-A221E67626C0}" dt="2024-04-10T16:18:31.381" v="20" actId="26606"/>
          <ac:spMkLst>
            <pc:docMk/>
            <pc:sldMk cId="3568309152" sldId="256"/>
            <ac:spMk id="121" creationId="{08C9B587-E65E-4B52-B37C-ABEBB6E87928}"/>
          </ac:spMkLst>
        </pc:spChg>
        <pc:picChg chg="add mod ord">
          <ac:chgData name="Jefferson Passerini" userId="ec684a97d9b6a829" providerId="LiveId" clId="{A8110D1F-C56A-4476-9ED0-A221E67626C0}" dt="2024-04-10T16:18:31.381" v="20" actId="26606"/>
          <ac:picMkLst>
            <pc:docMk/>
            <pc:sldMk cId="3568309152" sldId="256"/>
            <ac:picMk id="5" creationId="{DFBD80F6-AE02-EB17-E133-E43FE5294113}"/>
          </ac:picMkLst>
        </pc:picChg>
        <pc:picChg chg="del">
          <ac:chgData name="Jefferson Passerini" userId="ec684a97d9b6a829" providerId="LiveId" clId="{A8110D1F-C56A-4476-9ED0-A221E67626C0}" dt="2024-04-10T16:18:02.857" v="16" actId="478"/>
          <ac:picMkLst>
            <pc:docMk/>
            <pc:sldMk cId="3568309152" sldId="256"/>
            <ac:picMk id="6" creationId="{69DA8472-7E3F-2254-D8D7-742CBD470254}"/>
          </ac:picMkLst>
        </pc:picChg>
      </pc:sldChg>
      <pc:sldChg chg="modSp mod">
        <pc:chgData name="Jefferson Passerini" userId="ec684a97d9b6a829" providerId="LiveId" clId="{A8110D1F-C56A-4476-9ED0-A221E67626C0}" dt="2024-04-10T16:26:22.107" v="310" actId="20577"/>
        <pc:sldMkLst>
          <pc:docMk/>
          <pc:sldMk cId="1879529569" sldId="287"/>
        </pc:sldMkLst>
        <pc:spChg chg="mod">
          <ac:chgData name="Jefferson Passerini" userId="ec684a97d9b6a829" providerId="LiveId" clId="{A8110D1F-C56A-4476-9ED0-A221E67626C0}" dt="2024-04-10T16:26:22.107" v="310" actId="20577"/>
          <ac:spMkLst>
            <pc:docMk/>
            <pc:sldMk cId="1879529569" sldId="287"/>
            <ac:spMk id="3" creationId="{212081E4-07F6-C689-2ACC-B6CADD634983}"/>
          </ac:spMkLst>
        </pc:spChg>
        <pc:spChg chg="mod">
          <ac:chgData name="Jefferson Passerini" userId="ec684a97d9b6a829" providerId="LiveId" clId="{A8110D1F-C56A-4476-9ED0-A221E67626C0}" dt="2024-04-10T16:19:21.325" v="96" actId="20577"/>
          <ac:spMkLst>
            <pc:docMk/>
            <pc:sldMk cId="1879529569" sldId="287"/>
            <ac:spMk id="4" creationId="{5EA05B02-D80D-3624-D3E0-6EB75542A97B}"/>
          </ac:spMkLst>
        </pc:spChg>
      </pc:sldChg>
      <pc:sldChg chg="del">
        <pc:chgData name="Jefferson Passerini" userId="ec684a97d9b6a829" providerId="LiveId" clId="{A8110D1F-C56A-4476-9ED0-A221E67626C0}" dt="2024-04-10T16:18:39.392" v="21" actId="47"/>
        <pc:sldMkLst>
          <pc:docMk/>
          <pc:sldMk cId="1674745473" sldId="288"/>
        </pc:sldMkLst>
      </pc:sldChg>
      <pc:sldChg chg="modSp add mod">
        <pc:chgData name="Jefferson Passerini" userId="ec684a97d9b6a829" providerId="LiveId" clId="{A8110D1F-C56A-4476-9ED0-A221E67626C0}" dt="2024-04-10T16:30:33.979" v="860" actId="113"/>
        <pc:sldMkLst>
          <pc:docMk/>
          <pc:sldMk cId="2820963238" sldId="288"/>
        </pc:sldMkLst>
        <pc:spChg chg="mod">
          <ac:chgData name="Jefferson Passerini" userId="ec684a97d9b6a829" providerId="LiveId" clId="{A8110D1F-C56A-4476-9ED0-A221E67626C0}" dt="2024-04-10T16:30:33.979" v="860" actId="113"/>
          <ac:spMkLst>
            <pc:docMk/>
            <pc:sldMk cId="2820963238" sldId="288"/>
            <ac:spMk id="3" creationId="{212081E4-07F6-C689-2ACC-B6CADD634983}"/>
          </ac:spMkLst>
        </pc:spChg>
      </pc:sldChg>
      <pc:sldChg chg="modSp add mod">
        <pc:chgData name="Jefferson Passerini" userId="ec684a97d9b6a829" providerId="LiveId" clId="{A8110D1F-C56A-4476-9ED0-A221E67626C0}" dt="2024-04-10T16:31:33.256" v="1043" actId="20577"/>
        <pc:sldMkLst>
          <pc:docMk/>
          <pc:sldMk cId="229874183" sldId="289"/>
        </pc:sldMkLst>
        <pc:spChg chg="mod">
          <ac:chgData name="Jefferson Passerini" userId="ec684a97d9b6a829" providerId="LiveId" clId="{A8110D1F-C56A-4476-9ED0-A221E67626C0}" dt="2024-04-10T16:31:33.256" v="1043" actId="20577"/>
          <ac:spMkLst>
            <pc:docMk/>
            <pc:sldMk cId="229874183" sldId="289"/>
            <ac:spMk id="3" creationId="{212081E4-07F6-C689-2ACC-B6CADD634983}"/>
          </ac:spMkLst>
        </pc:spChg>
      </pc:sldChg>
      <pc:sldChg chg="del">
        <pc:chgData name="Jefferson Passerini" userId="ec684a97d9b6a829" providerId="LiveId" clId="{A8110D1F-C56A-4476-9ED0-A221E67626C0}" dt="2024-04-10T16:18:39.818" v="22" actId="47"/>
        <pc:sldMkLst>
          <pc:docMk/>
          <pc:sldMk cId="4203491517" sldId="289"/>
        </pc:sldMkLst>
      </pc:sldChg>
      <pc:sldChg chg="del">
        <pc:chgData name="Jefferson Passerini" userId="ec684a97d9b6a829" providerId="LiveId" clId="{A8110D1F-C56A-4476-9ED0-A221E67626C0}" dt="2024-04-10T16:18:40.246" v="23" actId="47"/>
        <pc:sldMkLst>
          <pc:docMk/>
          <pc:sldMk cId="609538053" sldId="290"/>
        </pc:sldMkLst>
      </pc:sldChg>
      <pc:sldChg chg="del">
        <pc:chgData name="Jefferson Passerini" userId="ec684a97d9b6a829" providerId="LiveId" clId="{A8110D1F-C56A-4476-9ED0-A221E67626C0}" dt="2024-04-10T16:18:40.758" v="24" actId="47"/>
        <pc:sldMkLst>
          <pc:docMk/>
          <pc:sldMk cId="1617562970" sldId="291"/>
        </pc:sldMkLst>
      </pc:sldChg>
      <pc:sldChg chg="del">
        <pc:chgData name="Jefferson Passerini" userId="ec684a97d9b6a829" providerId="LiveId" clId="{A8110D1F-C56A-4476-9ED0-A221E67626C0}" dt="2024-04-10T16:18:41.251" v="25" actId="47"/>
        <pc:sldMkLst>
          <pc:docMk/>
          <pc:sldMk cId="3615857752" sldId="292"/>
        </pc:sldMkLst>
      </pc:sldChg>
      <pc:sldChg chg="del">
        <pc:chgData name="Jefferson Passerini" userId="ec684a97d9b6a829" providerId="LiveId" clId="{A8110D1F-C56A-4476-9ED0-A221E67626C0}" dt="2024-04-10T16:18:41.844" v="26" actId="47"/>
        <pc:sldMkLst>
          <pc:docMk/>
          <pc:sldMk cId="4170263780" sldId="293"/>
        </pc:sldMkLst>
      </pc:sldChg>
      <pc:sldChg chg="del">
        <pc:chgData name="Jefferson Passerini" userId="ec684a97d9b6a829" providerId="LiveId" clId="{A8110D1F-C56A-4476-9ED0-A221E67626C0}" dt="2024-04-10T16:18:42.120" v="27" actId="47"/>
        <pc:sldMkLst>
          <pc:docMk/>
          <pc:sldMk cId="1714572267" sldId="294"/>
        </pc:sldMkLst>
      </pc:sldChg>
      <pc:sldChg chg="del">
        <pc:chgData name="Jefferson Passerini" userId="ec684a97d9b6a829" providerId="LiveId" clId="{A8110D1F-C56A-4476-9ED0-A221E67626C0}" dt="2024-04-10T16:18:42.651" v="28" actId="47"/>
        <pc:sldMkLst>
          <pc:docMk/>
          <pc:sldMk cId="1899058648" sldId="295"/>
        </pc:sldMkLst>
      </pc:sldChg>
      <pc:sldChg chg="del">
        <pc:chgData name="Jefferson Passerini" userId="ec684a97d9b6a829" providerId="LiveId" clId="{A8110D1F-C56A-4476-9ED0-A221E67626C0}" dt="2024-04-10T16:18:50.048" v="43" actId="47"/>
        <pc:sldMkLst>
          <pc:docMk/>
          <pc:sldMk cId="2389028106" sldId="296"/>
        </pc:sldMkLst>
      </pc:sldChg>
      <pc:sldChg chg="del">
        <pc:chgData name="Jefferson Passerini" userId="ec684a97d9b6a829" providerId="LiveId" clId="{A8110D1F-C56A-4476-9ED0-A221E67626C0}" dt="2024-04-10T16:18:43.119" v="29" actId="47"/>
        <pc:sldMkLst>
          <pc:docMk/>
          <pc:sldMk cId="1074358083" sldId="297"/>
        </pc:sldMkLst>
      </pc:sldChg>
      <pc:sldChg chg="del">
        <pc:chgData name="Jefferson Passerini" userId="ec684a97d9b6a829" providerId="LiveId" clId="{A8110D1F-C56A-4476-9ED0-A221E67626C0}" dt="2024-04-10T16:18:44.418" v="32" actId="47"/>
        <pc:sldMkLst>
          <pc:docMk/>
          <pc:sldMk cId="1909983174" sldId="298"/>
        </pc:sldMkLst>
      </pc:sldChg>
      <pc:sldChg chg="del">
        <pc:chgData name="Jefferson Passerini" userId="ec684a97d9b6a829" providerId="LiveId" clId="{A8110D1F-C56A-4476-9ED0-A221E67626C0}" dt="2024-04-10T16:18:43.518" v="30" actId="47"/>
        <pc:sldMkLst>
          <pc:docMk/>
          <pc:sldMk cId="4138135758" sldId="299"/>
        </pc:sldMkLst>
      </pc:sldChg>
      <pc:sldChg chg="del">
        <pc:chgData name="Jefferson Passerini" userId="ec684a97d9b6a829" providerId="LiveId" clId="{A8110D1F-C56A-4476-9ED0-A221E67626C0}" dt="2024-04-10T16:18:44.891" v="33" actId="47"/>
        <pc:sldMkLst>
          <pc:docMk/>
          <pc:sldMk cId="3282531565" sldId="300"/>
        </pc:sldMkLst>
      </pc:sldChg>
      <pc:sldChg chg="del">
        <pc:chgData name="Jefferson Passerini" userId="ec684a97d9b6a829" providerId="LiveId" clId="{A8110D1F-C56A-4476-9ED0-A221E67626C0}" dt="2024-04-10T16:18:43.990" v="31" actId="47"/>
        <pc:sldMkLst>
          <pc:docMk/>
          <pc:sldMk cId="4243477760" sldId="301"/>
        </pc:sldMkLst>
      </pc:sldChg>
      <pc:sldChg chg="del">
        <pc:chgData name="Jefferson Passerini" userId="ec684a97d9b6a829" providerId="LiveId" clId="{A8110D1F-C56A-4476-9ED0-A221E67626C0}" dt="2024-04-10T16:18:45.754" v="35" actId="47"/>
        <pc:sldMkLst>
          <pc:docMk/>
          <pc:sldMk cId="4282933791" sldId="302"/>
        </pc:sldMkLst>
      </pc:sldChg>
      <pc:sldChg chg="del">
        <pc:chgData name="Jefferson Passerini" userId="ec684a97d9b6a829" providerId="LiveId" clId="{A8110D1F-C56A-4476-9ED0-A221E67626C0}" dt="2024-04-10T16:18:45.318" v="34" actId="47"/>
        <pc:sldMkLst>
          <pc:docMk/>
          <pc:sldMk cId="2084743815" sldId="303"/>
        </pc:sldMkLst>
      </pc:sldChg>
      <pc:sldChg chg="del">
        <pc:chgData name="Jefferson Passerini" userId="ec684a97d9b6a829" providerId="LiveId" clId="{A8110D1F-C56A-4476-9ED0-A221E67626C0}" dt="2024-04-10T16:18:46.164" v="36" actId="47"/>
        <pc:sldMkLst>
          <pc:docMk/>
          <pc:sldMk cId="2781354095" sldId="304"/>
        </pc:sldMkLst>
      </pc:sldChg>
      <pc:sldChg chg="del">
        <pc:chgData name="Jefferson Passerini" userId="ec684a97d9b6a829" providerId="LiveId" clId="{A8110D1F-C56A-4476-9ED0-A221E67626C0}" dt="2024-04-10T16:18:46.606" v="37" actId="47"/>
        <pc:sldMkLst>
          <pc:docMk/>
          <pc:sldMk cId="2920996491" sldId="305"/>
        </pc:sldMkLst>
      </pc:sldChg>
      <pc:sldChg chg="del">
        <pc:chgData name="Jefferson Passerini" userId="ec684a97d9b6a829" providerId="LiveId" clId="{A8110D1F-C56A-4476-9ED0-A221E67626C0}" dt="2024-04-10T16:18:47.041" v="38" actId="47"/>
        <pc:sldMkLst>
          <pc:docMk/>
          <pc:sldMk cId="815073194" sldId="306"/>
        </pc:sldMkLst>
      </pc:sldChg>
      <pc:sldChg chg="del">
        <pc:chgData name="Jefferson Passerini" userId="ec684a97d9b6a829" providerId="LiveId" clId="{A8110D1F-C56A-4476-9ED0-A221E67626C0}" dt="2024-04-10T16:18:47.440" v="39" actId="47"/>
        <pc:sldMkLst>
          <pc:docMk/>
          <pc:sldMk cId="3218803249" sldId="307"/>
        </pc:sldMkLst>
      </pc:sldChg>
      <pc:sldChg chg="del">
        <pc:chgData name="Jefferson Passerini" userId="ec684a97d9b6a829" providerId="LiveId" clId="{A8110D1F-C56A-4476-9ED0-A221E67626C0}" dt="2024-04-10T16:18:47.881" v="40" actId="47"/>
        <pc:sldMkLst>
          <pc:docMk/>
          <pc:sldMk cId="3891694540" sldId="308"/>
        </pc:sldMkLst>
      </pc:sldChg>
      <pc:sldChg chg="del">
        <pc:chgData name="Jefferson Passerini" userId="ec684a97d9b6a829" providerId="LiveId" clId="{A8110D1F-C56A-4476-9ED0-A221E67626C0}" dt="2024-04-10T16:18:48.813" v="41" actId="47"/>
        <pc:sldMkLst>
          <pc:docMk/>
          <pc:sldMk cId="1047556284" sldId="309"/>
        </pc:sldMkLst>
      </pc:sldChg>
      <pc:sldChg chg="del">
        <pc:chgData name="Jefferson Passerini" userId="ec684a97d9b6a829" providerId="LiveId" clId="{A8110D1F-C56A-4476-9ED0-A221E67626C0}" dt="2024-04-10T16:18:49.501" v="42" actId="47"/>
        <pc:sldMkLst>
          <pc:docMk/>
          <pc:sldMk cId="1142396243" sldId="310"/>
        </pc:sldMkLst>
      </pc:sldChg>
      <pc:sldChg chg="del">
        <pc:chgData name="Jefferson Passerini" userId="ec684a97d9b6a829" providerId="LiveId" clId="{A8110D1F-C56A-4476-9ED0-A221E67626C0}" dt="2024-04-10T16:18:52.484" v="48" actId="47"/>
        <pc:sldMkLst>
          <pc:docMk/>
          <pc:sldMk cId="1429668923" sldId="311"/>
        </pc:sldMkLst>
      </pc:sldChg>
      <pc:sldChg chg="del">
        <pc:chgData name="Jefferson Passerini" userId="ec684a97d9b6a829" providerId="LiveId" clId="{A8110D1F-C56A-4476-9ED0-A221E67626C0}" dt="2024-04-10T16:18:50.591" v="44" actId="47"/>
        <pc:sldMkLst>
          <pc:docMk/>
          <pc:sldMk cId="530681167" sldId="312"/>
        </pc:sldMkLst>
      </pc:sldChg>
      <pc:sldChg chg="del">
        <pc:chgData name="Jefferson Passerini" userId="ec684a97d9b6a829" providerId="LiveId" clId="{A8110D1F-C56A-4476-9ED0-A221E67626C0}" dt="2024-04-10T16:18:50.944" v="45" actId="47"/>
        <pc:sldMkLst>
          <pc:docMk/>
          <pc:sldMk cId="22609872" sldId="313"/>
        </pc:sldMkLst>
      </pc:sldChg>
      <pc:sldChg chg="del">
        <pc:chgData name="Jefferson Passerini" userId="ec684a97d9b6a829" providerId="LiveId" clId="{A8110D1F-C56A-4476-9ED0-A221E67626C0}" dt="2024-04-10T16:18:51.960" v="47" actId="47"/>
        <pc:sldMkLst>
          <pc:docMk/>
          <pc:sldMk cId="3959958002" sldId="314"/>
        </pc:sldMkLst>
      </pc:sldChg>
      <pc:sldChg chg="del">
        <pc:chgData name="Jefferson Passerini" userId="ec684a97d9b6a829" providerId="LiveId" clId="{A8110D1F-C56A-4476-9ED0-A221E67626C0}" dt="2024-04-10T16:18:51.450" v="46" actId="47"/>
        <pc:sldMkLst>
          <pc:docMk/>
          <pc:sldMk cId="3364087648" sldId="315"/>
        </pc:sldMkLst>
      </pc:sldChg>
      <pc:sldChg chg="del">
        <pc:chgData name="Jefferson Passerini" userId="ec684a97d9b6a829" providerId="LiveId" clId="{A8110D1F-C56A-4476-9ED0-A221E67626C0}" dt="2024-04-10T16:18:52.965" v="49" actId="47"/>
        <pc:sldMkLst>
          <pc:docMk/>
          <pc:sldMk cId="1317984918" sldId="316"/>
        </pc:sldMkLst>
      </pc:sldChg>
      <pc:sldChg chg="del">
        <pc:chgData name="Jefferson Passerini" userId="ec684a97d9b6a829" providerId="LiveId" clId="{A8110D1F-C56A-4476-9ED0-A221E67626C0}" dt="2024-04-10T16:18:53.579" v="50" actId="47"/>
        <pc:sldMkLst>
          <pc:docMk/>
          <pc:sldMk cId="2989884605" sldId="317"/>
        </pc:sldMkLst>
      </pc:sldChg>
      <pc:sldChg chg="del">
        <pc:chgData name="Jefferson Passerini" userId="ec684a97d9b6a829" providerId="LiveId" clId="{A8110D1F-C56A-4476-9ED0-A221E67626C0}" dt="2024-04-10T16:18:54.108" v="51" actId="47"/>
        <pc:sldMkLst>
          <pc:docMk/>
          <pc:sldMk cId="1064546200" sldId="318"/>
        </pc:sldMkLst>
      </pc:sldChg>
      <pc:sldChg chg="del">
        <pc:chgData name="Jefferson Passerini" userId="ec684a97d9b6a829" providerId="LiveId" clId="{A8110D1F-C56A-4476-9ED0-A221E67626C0}" dt="2024-04-10T16:18:54.624" v="52" actId="47"/>
        <pc:sldMkLst>
          <pc:docMk/>
          <pc:sldMk cId="3204853332" sldId="319"/>
        </pc:sldMkLst>
      </pc:sldChg>
      <pc:sldChg chg="del">
        <pc:chgData name="Jefferson Passerini" userId="ec684a97d9b6a829" providerId="LiveId" clId="{A8110D1F-C56A-4476-9ED0-A221E67626C0}" dt="2024-04-10T16:18:55.096" v="53" actId="47"/>
        <pc:sldMkLst>
          <pc:docMk/>
          <pc:sldMk cId="3403162065" sldId="320"/>
        </pc:sldMkLst>
      </pc:sldChg>
      <pc:sldChg chg="del">
        <pc:chgData name="Jefferson Passerini" userId="ec684a97d9b6a829" providerId="LiveId" clId="{A8110D1F-C56A-4476-9ED0-A221E67626C0}" dt="2024-04-10T16:18:55.952" v="54" actId="47"/>
        <pc:sldMkLst>
          <pc:docMk/>
          <pc:sldMk cId="3655215406" sldId="321"/>
        </pc:sldMkLst>
      </pc:sldChg>
      <pc:sldChg chg="del">
        <pc:chgData name="Jefferson Passerini" userId="ec684a97d9b6a829" providerId="LiveId" clId="{A8110D1F-C56A-4476-9ED0-A221E67626C0}" dt="2024-04-10T16:18:56.942" v="55" actId="47"/>
        <pc:sldMkLst>
          <pc:docMk/>
          <pc:sldMk cId="3559243362" sldId="322"/>
        </pc:sldMkLst>
      </pc:sldChg>
      <pc:sldChg chg="del">
        <pc:chgData name="Jefferson Passerini" userId="ec684a97d9b6a829" providerId="LiveId" clId="{A8110D1F-C56A-4476-9ED0-A221E67626C0}" dt="2024-04-10T16:18:57.527" v="56" actId="47"/>
        <pc:sldMkLst>
          <pc:docMk/>
          <pc:sldMk cId="2956732599" sldId="323"/>
        </pc:sldMkLst>
      </pc:sldChg>
      <pc:sldChg chg="del">
        <pc:chgData name="Jefferson Passerini" userId="ec684a97d9b6a829" providerId="LiveId" clId="{A8110D1F-C56A-4476-9ED0-A221E67626C0}" dt="2024-04-10T16:18:58.123" v="57" actId="47"/>
        <pc:sldMkLst>
          <pc:docMk/>
          <pc:sldMk cId="1967746261" sldId="324"/>
        </pc:sldMkLst>
      </pc:sldChg>
      <pc:sldChg chg="del">
        <pc:chgData name="Jefferson Passerini" userId="ec684a97d9b6a829" providerId="LiveId" clId="{A8110D1F-C56A-4476-9ED0-A221E67626C0}" dt="2024-04-10T16:18:58.625" v="58" actId="47"/>
        <pc:sldMkLst>
          <pc:docMk/>
          <pc:sldMk cId="3327465422" sldId="325"/>
        </pc:sldMkLst>
      </pc:sldChg>
      <pc:sldChg chg="del">
        <pc:chgData name="Jefferson Passerini" userId="ec684a97d9b6a829" providerId="LiveId" clId="{A8110D1F-C56A-4476-9ED0-A221E67626C0}" dt="2024-04-10T16:18:59.232" v="59" actId="47"/>
        <pc:sldMkLst>
          <pc:docMk/>
          <pc:sldMk cId="3683861715" sldId="326"/>
        </pc:sldMkLst>
      </pc:sldChg>
      <pc:sldChg chg="del">
        <pc:chgData name="Jefferson Passerini" userId="ec684a97d9b6a829" providerId="LiveId" clId="{A8110D1F-C56A-4476-9ED0-A221E67626C0}" dt="2024-04-10T16:18:59.680" v="60" actId="47"/>
        <pc:sldMkLst>
          <pc:docMk/>
          <pc:sldMk cId="1446907976" sldId="327"/>
        </pc:sldMkLst>
      </pc:sldChg>
      <pc:sldChg chg="del">
        <pc:chgData name="Jefferson Passerini" userId="ec684a97d9b6a829" providerId="LiveId" clId="{A8110D1F-C56A-4476-9ED0-A221E67626C0}" dt="2024-04-10T16:19:00.191" v="61" actId="47"/>
        <pc:sldMkLst>
          <pc:docMk/>
          <pc:sldMk cId="635458956" sldId="328"/>
        </pc:sldMkLst>
      </pc:sldChg>
      <pc:sldChg chg="del">
        <pc:chgData name="Jefferson Passerini" userId="ec684a97d9b6a829" providerId="LiveId" clId="{A8110D1F-C56A-4476-9ED0-A221E67626C0}" dt="2024-04-10T16:19:00.676" v="62" actId="47"/>
        <pc:sldMkLst>
          <pc:docMk/>
          <pc:sldMk cId="1008768862" sldId="329"/>
        </pc:sldMkLst>
      </pc:sldChg>
      <pc:sldChg chg="del">
        <pc:chgData name="Jefferson Passerini" userId="ec684a97d9b6a829" providerId="LiveId" clId="{A8110D1F-C56A-4476-9ED0-A221E67626C0}" dt="2024-04-10T16:19:01.121" v="63" actId="47"/>
        <pc:sldMkLst>
          <pc:docMk/>
          <pc:sldMk cId="687655575" sldId="330"/>
        </pc:sldMkLst>
      </pc:sldChg>
      <pc:sldChg chg="del">
        <pc:chgData name="Jefferson Passerini" userId="ec684a97d9b6a829" providerId="LiveId" clId="{A8110D1F-C56A-4476-9ED0-A221E67626C0}" dt="2024-04-10T16:19:01.626" v="64" actId="47"/>
        <pc:sldMkLst>
          <pc:docMk/>
          <pc:sldMk cId="3866856368" sldId="331"/>
        </pc:sldMkLst>
      </pc:sldChg>
      <pc:sldChg chg="del">
        <pc:chgData name="Jefferson Passerini" userId="ec684a97d9b6a829" providerId="LiveId" clId="{A8110D1F-C56A-4476-9ED0-A221E67626C0}" dt="2024-04-10T16:19:02.113" v="65" actId="47"/>
        <pc:sldMkLst>
          <pc:docMk/>
          <pc:sldMk cId="835963644" sldId="332"/>
        </pc:sldMkLst>
      </pc:sldChg>
      <pc:sldChg chg="del">
        <pc:chgData name="Jefferson Passerini" userId="ec684a97d9b6a829" providerId="LiveId" clId="{A8110D1F-C56A-4476-9ED0-A221E67626C0}" dt="2024-04-10T16:19:02.615" v="66" actId="47"/>
        <pc:sldMkLst>
          <pc:docMk/>
          <pc:sldMk cId="1305759534" sldId="333"/>
        </pc:sldMkLst>
      </pc:sldChg>
      <pc:sldChg chg="del">
        <pc:chgData name="Jefferson Passerini" userId="ec684a97d9b6a829" providerId="LiveId" clId="{A8110D1F-C56A-4476-9ED0-A221E67626C0}" dt="2024-04-10T16:19:03.088" v="67" actId="47"/>
        <pc:sldMkLst>
          <pc:docMk/>
          <pc:sldMk cId="1782403115" sldId="334"/>
        </pc:sldMkLst>
      </pc:sldChg>
      <pc:sldChg chg="del">
        <pc:chgData name="Jefferson Passerini" userId="ec684a97d9b6a829" providerId="LiveId" clId="{A8110D1F-C56A-4476-9ED0-A221E67626C0}" dt="2024-04-10T16:19:03.560" v="68" actId="47"/>
        <pc:sldMkLst>
          <pc:docMk/>
          <pc:sldMk cId="4012670393" sldId="335"/>
        </pc:sldMkLst>
      </pc:sldChg>
      <pc:sldChg chg="del">
        <pc:chgData name="Jefferson Passerini" userId="ec684a97d9b6a829" providerId="LiveId" clId="{A8110D1F-C56A-4476-9ED0-A221E67626C0}" dt="2024-04-10T16:19:04.488" v="70" actId="47"/>
        <pc:sldMkLst>
          <pc:docMk/>
          <pc:sldMk cId="1924532276" sldId="336"/>
        </pc:sldMkLst>
      </pc:sldChg>
      <pc:sldChg chg="del">
        <pc:chgData name="Jefferson Passerini" userId="ec684a97d9b6a829" providerId="LiveId" clId="{A8110D1F-C56A-4476-9ED0-A221E67626C0}" dt="2024-04-10T16:19:04.972" v="71" actId="47"/>
        <pc:sldMkLst>
          <pc:docMk/>
          <pc:sldMk cId="2516119713" sldId="337"/>
        </pc:sldMkLst>
      </pc:sldChg>
      <pc:sldChg chg="del">
        <pc:chgData name="Jefferson Passerini" userId="ec684a97d9b6a829" providerId="LiveId" clId="{A8110D1F-C56A-4476-9ED0-A221E67626C0}" dt="2024-04-10T16:19:04.013" v="69" actId="47"/>
        <pc:sldMkLst>
          <pc:docMk/>
          <pc:sldMk cId="462701343" sldId="338"/>
        </pc:sldMkLst>
      </pc:sldChg>
    </pc:docChg>
  </pc:docChgLst>
  <pc:docChgLst>
    <pc:chgData name="Jefferson Passerini" userId="ec684a97d9b6a829" providerId="LiveId" clId="{B70817A6-11F6-40EF-AC45-EF49FA594AFA}"/>
    <pc:docChg chg="undo custSel addSld delSld modSld sldOrd">
      <pc:chgData name="Jefferson Passerini" userId="ec684a97d9b6a829" providerId="LiveId" clId="{B70817A6-11F6-40EF-AC45-EF49FA594AFA}" dt="2024-05-09T16:12:32.100" v="8276" actId="478"/>
      <pc:docMkLst>
        <pc:docMk/>
      </pc:docMkLst>
      <pc:sldChg chg="addSp delSp modSp mod">
        <pc:chgData name="Jefferson Passerini" userId="ec684a97d9b6a829" providerId="LiveId" clId="{B70817A6-11F6-40EF-AC45-EF49FA594AFA}" dt="2024-05-08T16:12:11.743" v="21" actId="26606"/>
        <pc:sldMkLst>
          <pc:docMk/>
          <pc:sldMk cId="3568309152" sldId="256"/>
        </pc:sldMkLst>
        <pc:spChg chg="mod">
          <ac:chgData name="Jefferson Passerini" userId="ec684a97d9b6a829" providerId="LiveId" clId="{B70817A6-11F6-40EF-AC45-EF49FA594AFA}" dt="2024-05-08T16:12:11.743" v="21" actId="26606"/>
          <ac:spMkLst>
            <pc:docMk/>
            <pc:sldMk cId="3568309152" sldId="256"/>
            <ac:spMk id="2" creationId="{2E243026-E16F-9CDD-AE56-CF691B008A41}"/>
          </ac:spMkLst>
        </pc:spChg>
        <pc:spChg chg="mod">
          <ac:chgData name="Jefferson Passerini" userId="ec684a97d9b6a829" providerId="LiveId" clId="{B70817A6-11F6-40EF-AC45-EF49FA594AFA}" dt="2024-05-08T16:12:11.743" v="21" actId="26606"/>
          <ac:spMkLst>
            <pc:docMk/>
            <pc:sldMk cId="3568309152" sldId="256"/>
            <ac:spMk id="3" creationId="{A782A01C-CDB4-BEF0-9F78-DD3F68C87023}"/>
          </ac:spMkLst>
        </pc:spChg>
        <pc:spChg chg="del">
          <ac:chgData name="Jefferson Passerini" userId="ec684a97d9b6a829" providerId="LiveId" clId="{B70817A6-11F6-40EF-AC45-EF49FA594AFA}" dt="2024-05-08T16:11:36.148" v="16" actId="26606"/>
          <ac:spMkLst>
            <pc:docMk/>
            <pc:sldMk cId="3568309152" sldId="256"/>
            <ac:spMk id="144" creationId="{0671A8AE-40A1-4631-A6B8-581AFF065482}"/>
          </ac:spMkLst>
        </pc:spChg>
        <pc:spChg chg="del">
          <ac:chgData name="Jefferson Passerini" userId="ec684a97d9b6a829" providerId="LiveId" clId="{B70817A6-11F6-40EF-AC45-EF49FA594AFA}" dt="2024-05-08T16:11:36.148" v="16" actId="26606"/>
          <ac:spMkLst>
            <pc:docMk/>
            <pc:sldMk cId="3568309152" sldId="256"/>
            <ac:spMk id="146" creationId="{AB58EF07-17C2-48CF-ABB0-EEF1F17CB8F0}"/>
          </ac:spMkLst>
        </pc:spChg>
        <pc:spChg chg="del">
          <ac:chgData name="Jefferson Passerini" userId="ec684a97d9b6a829" providerId="LiveId" clId="{B70817A6-11F6-40EF-AC45-EF49FA594AFA}" dt="2024-05-08T16:11:36.148" v="16" actId="26606"/>
          <ac:spMkLst>
            <pc:docMk/>
            <pc:sldMk cId="3568309152" sldId="256"/>
            <ac:spMk id="148" creationId="{AF2F604E-43BE-4DC3-B983-E071523364F8}"/>
          </ac:spMkLst>
        </pc:spChg>
        <pc:spChg chg="del">
          <ac:chgData name="Jefferson Passerini" userId="ec684a97d9b6a829" providerId="LiveId" clId="{B70817A6-11F6-40EF-AC45-EF49FA594AFA}" dt="2024-05-08T16:11:36.148" v="16" actId="26606"/>
          <ac:spMkLst>
            <pc:docMk/>
            <pc:sldMk cId="3568309152" sldId="256"/>
            <ac:spMk id="150" creationId="{08C9B587-E65E-4B52-B37C-ABEBB6E87928}"/>
          </ac:spMkLst>
        </pc:spChg>
        <pc:spChg chg="add del">
          <ac:chgData name="Jefferson Passerini" userId="ec684a97d9b6a829" providerId="LiveId" clId="{B70817A6-11F6-40EF-AC45-EF49FA594AFA}" dt="2024-05-08T16:12:11.743" v="21" actId="26606"/>
          <ac:spMkLst>
            <pc:docMk/>
            <pc:sldMk cId="3568309152" sldId="256"/>
            <ac:spMk id="155" creationId="{E91DC736-0EF8-4F87-9146-EBF1D2EE4D3D}"/>
          </ac:spMkLst>
        </pc:spChg>
        <pc:spChg chg="add del">
          <ac:chgData name="Jefferson Passerini" userId="ec684a97d9b6a829" providerId="LiveId" clId="{B70817A6-11F6-40EF-AC45-EF49FA594AFA}" dt="2024-05-08T16:12:11.743" v="21" actId="26606"/>
          <ac:spMkLst>
            <pc:docMk/>
            <pc:sldMk cId="3568309152" sldId="256"/>
            <ac:spMk id="157" creationId="{097CD68E-23E3-4007-8847-CD0944C4F7BE}"/>
          </ac:spMkLst>
        </pc:spChg>
        <pc:spChg chg="add del">
          <ac:chgData name="Jefferson Passerini" userId="ec684a97d9b6a829" providerId="LiveId" clId="{B70817A6-11F6-40EF-AC45-EF49FA594AFA}" dt="2024-05-08T16:12:11.743" v="21" actId="26606"/>
          <ac:spMkLst>
            <pc:docMk/>
            <pc:sldMk cId="3568309152" sldId="256"/>
            <ac:spMk id="159" creationId="{AF2F604E-43BE-4DC3-B983-E071523364F8}"/>
          </ac:spMkLst>
        </pc:spChg>
        <pc:spChg chg="add del">
          <ac:chgData name="Jefferson Passerini" userId="ec684a97d9b6a829" providerId="LiveId" clId="{B70817A6-11F6-40EF-AC45-EF49FA594AFA}" dt="2024-05-08T16:12:11.743" v="21" actId="26606"/>
          <ac:spMkLst>
            <pc:docMk/>
            <pc:sldMk cId="3568309152" sldId="256"/>
            <ac:spMk id="161" creationId="{08C9B587-E65E-4B52-B37C-ABEBB6E87928}"/>
          </ac:spMkLst>
        </pc:spChg>
        <pc:spChg chg="add">
          <ac:chgData name="Jefferson Passerini" userId="ec684a97d9b6a829" providerId="LiveId" clId="{B70817A6-11F6-40EF-AC45-EF49FA594AFA}" dt="2024-05-08T16:12:11.743" v="21" actId="26606"/>
          <ac:spMkLst>
            <pc:docMk/>
            <pc:sldMk cId="3568309152" sldId="256"/>
            <ac:spMk id="166" creationId="{6CCA5F87-1D1E-45CB-8D83-FC7EEFAD9935}"/>
          </ac:spMkLst>
        </pc:spChg>
        <pc:spChg chg="add">
          <ac:chgData name="Jefferson Passerini" userId="ec684a97d9b6a829" providerId="LiveId" clId="{B70817A6-11F6-40EF-AC45-EF49FA594AFA}" dt="2024-05-08T16:12:11.743" v="21" actId="26606"/>
          <ac:spMkLst>
            <pc:docMk/>
            <pc:sldMk cId="3568309152" sldId="256"/>
            <ac:spMk id="168" creationId="{7CCFC2C6-6238-4A2F-93DE-2ADF74AF635E}"/>
          </ac:spMkLst>
        </pc:spChg>
        <pc:spChg chg="add">
          <ac:chgData name="Jefferson Passerini" userId="ec684a97d9b6a829" providerId="LiveId" clId="{B70817A6-11F6-40EF-AC45-EF49FA594AFA}" dt="2024-05-08T16:12:11.743" v="21" actId="26606"/>
          <ac:spMkLst>
            <pc:docMk/>
            <pc:sldMk cId="3568309152" sldId="256"/>
            <ac:spMk id="170" creationId="{AF2F604E-43BE-4DC3-B983-E071523364F8}"/>
          </ac:spMkLst>
        </pc:spChg>
        <pc:spChg chg="add">
          <ac:chgData name="Jefferson Passerini" userId="ec684a97d9b6a829" providerId="LiveId" clId="{B70817A6-11F6-40EF-AC45-EF49FA594AFA}" dt="2024-05-08T16:12:11.743" v="21" actId="26606"/>
          <ac:spMkLst>
            <pc:docMk/>
            <pc:sldMk cId="3568309152" sldId="256"/>
            <ac:spMk id="172" creationId="{08C9B587-E65E-4B52-B37C-ABEBB6E87928}"/>
          </ac:spMkLst>
        </pc:spChg>
        <pc:picChg chg="add del mod">
          <ac:chgData name="Jefferson Passerini" userId="ec684a97d9b6a829" providerId="LiveId" clId="{B70817A6-11F6-40EF-AC45-EF49FA594AFA}" dt="2024-05-08T16:11:26.770" v="12" actId="478"/>
          <ac:picMkLst>
            <pc:docMk/>
            <pc:sldMk cId="3568309152" sldId="256"/>
            <ac:picMk id="5" creationId="{7EFE8D00-5E4A-A7F3-AE14-AB92B2707B2E}"/>
          </ac:picMkLst>
        </pc:picChg>
        <pc:picChg chg="del">
          <ac:chgData name="Jefferson Passerini" userId="ec684a97d9b6a829" providerId="LiveId" clId="{B70817A6-11F6-40EF-AC45-EF49FA594AFA}" dt="2024-05-08T16:03:58.786" v="0" actId="478"/>
          <ac:picMkLst>
            <pc:docMk/>
            <pc:sldMk cId="3568309152" sldId="256"/>
            <ac:picMk id="6" creationId="{FFBC5C4F-BED7-9214-7969-68B5527A6A35}"/>
          </ac:picMkLst>
        </pc:picChg>
        <pc:picChg chg="add del mod ord">
          <ac:chgData name="Jefferson Passerini" userId="ec684a97d9b6a829" providerId="LiveId" clId="{B70817A6-11F6-40EF-AC45-EF49FA594AFA}" dt="2024-05-08T16:11:47.914" v="17" actId="478"/>
          <ac:picMkLst>
            <pc:docMk/>
            <pc:sldMk cId="3568309152" sldId="256"/>
            <ac:picMk id="8" creationId="{4F5FC9E6-F0A9-60C4-E675-7F87D15CA847}"/>
          </ac:picMkLst>
        </pc:picChg>
        <pc:picChg chg="add mod ord">
          <ac:chgData name="Jefferson Passerini" userId="ec684a97d9b6a829" providerId="LiveId" clId="{B70817A6-11F6-40EF-AC45-EF49FA594AFA}" dt="2024-05-08T16:12:11.743" v="21" actId="26606"/>
          <ac:picMkLst>
            <pc:docMk/>
            <pc:sldMk cId="3568309152" sldId="256"/>
            <ac:picMk id="10" creationId="{4DA47D21-273B-7666-191F-B5AD18CAB50E}"/>
          </ac:picMkLst>
        </pc:picChg>
      </pc:sldChg>
      <pc:sldChg chg="modSp mod">
        <pc:chgData name="Jefferson Passerini" userId="ec684a97d9b6a829" providerId="LiveId" clId="{B70817A6-11F6-40EF-AC45-EF49FA594AFA}" dt="2024-05-08T16:15:10.254" v="258" actId="20577"/>
        <pc:sldMkLst>
          <pc:docMk/>
          <pc:sldMk cId="1879529569" sldId="287"/>
        </pc:sldMkLst>
        <pc:spChg chg="mod">
          <ac:chgData name="Jefferson Passerini" userId="ec684a97d9b6a829" providerId="LiveId" clId="{B70817A6-11F6-40EF-AC45-EF49FA594AFA}" dt="2024-05-08T16:13:03.690" v="192" actId="20577"/>
          <ac:spMkLst>
            <pc:docMk/>
            <pc:sldMk cId="1879529569" sldId="287"/>
            <ac:spMk id="3" creationId="{212081E4-07F6-C689-2ACC-B6CADD634983}"/>
          </ac:spMkLst>
        </pc:spChg>
        <pc:spChg chg="mod">
          <ac:chgData name="Jefferson Passerini" userId="ec684a97d9b6a829" providerId="LiveId" clId="{B70817A6-11F6-40EF-AC45-EF49FA594AFA}" dt="2024-05-08T16:15:10.254" v="258" actId="20577"/>
          <ac:spMkLst>
            <pc:docMk/>
            <pc:sldMk cId="1879529569" sldId="287"/>
            <ac:spMk id="4" creationId="{5EA05B02-D80D-3624-D3E0-6EB75542A97B}"/>
          </ac:spMkLst>
        </pc:spChg>
      </pc:sldChg>
      <pc:sldChg chg="modSp mod">
        <pc:chgData name="Jefferson Passerini" userId="ec684a97d9b6a829" providerId="LiveId" clId="{B70817A6-11F6-40EF-AC45-EF49FA594AFA}" dt="2024-05-08T16:16:37.718" v="511" actId="20577"/>
        <pc:sldMkLst>
          <pc:docMk/>
          <pc:sldMk cId="1036373685" sldId="288"/>
        </pc:sldMkLst>
        <pc:spChg chg="mod">
          <ac:chgData name="Jefferson Passerini" userId="ec684a97d9b6a829" providerId="LiveId" clId="{B70817A6-11F6-40EF-AC45-EF49FA594AFA}" dt="2024-05-08T16:16:37.718" v="511" actId="20577"/>
          <ac:spMkLst>
            <pc:docMk/>
            <pc:sldMk cId="1036373685" sldId="288"/>
            <ac:spMk id="3" creationId="{212081E4-07F6-C689-2ACC-B6CADD634983}"/>
          </ac:spMkLst>
        </pc:spChg>
        <pc:spChg chg="mod">
          <ac:chgData name="Jefferson Passerini" userId="ec684a97d9b6a829" providerId="LiveId" clId="{B70817A6-11F6-40EF-AC45-EF49FA594AFA}" dt="2024-05-08T16:15:19.047" v="265" actId="20577"/>
          <ac:spMkLst>
            <pc:docMk/>
            <pc:sldMk cId="1036373685" sldId="288"/>
            <ac:spMk id="4" creationId="{5EA05B02-D80D-3624-D3E0-6EB75542A97B}"/>
          </ac:spMkLst>
        </pc:spChg>
      </pc:sldChg>
      <pc:sldChg chg="del">
        <pc:chgData name="Jefferson Passerini" userId="ec684a97d9b6a829" providerId="LiveId" clId="{B70817A6-11F6-40EF-AC45-EF49FA594AFA}" dt="2024-05-08T16:14:38.458" v="193" actId="47"/>
        <pc:sldMkLst>
          <pc:docMk/>
          <pc:sldMk cId="662747611" sldId="289"/>
        </pc:sldMkLst>
      </pc:sldChg>
      <pc:sldChg chg="addSp modSp add mod">
        <pc:chgData name="Jefferson Passerini" userId="ec684a97d9b6a829" providerId="LiveId" clId="{B70817A6-11F6-40EF-AC45-EF49FA594AFA}" dt="2024-05-08T16:18:24.028" v="718" actId="27636"/>
        <pc:sldMkLst>
          <pc:docMk/>
          <pc:sldMk cId="1252353612" sldId="289"/>
        </pc:sldMkLst>
        <pc:spChg chg="mod">
          <ac:chgData name="Jefferson Passerini" userId="ec684a97d9b6a829" providerId="LiveId" clId="{B70817A6-11F6-40EF-AC45-EF49FA594AFA}" dt="2024-05-08T16:18:24.028" v="718" actId="27636"/>
          <ac:spMkLst>
            <pc:docMk/>
            <pc:sldMk cId="1252353612" sldId="289"/>
            <ac:spMk id="3" creationId="{212081E4-07F6-C689-2ACC-B6CADD634983}"/>
          </ac:spMkLst>
        </pc:spChg>
        <pc:picChg chg="add mod">
          <ac:chgData name="Jefferson Passerini" userId="ec684a97d9b6a829" providerId="LiveId" clId="{B70817A6-11F6-40EF-AC45-EF49FA594AFA}" dt="2024-05-08T16:17:22.775" v="530" actId="1076"/>
          <ac:picMkLst>
            <pc:docMk/>
            <pc:sldMk cId="1252353612" sldId="289"/>
            <ac:picMk id="5" creationId="{3B36500B-DB21-B16E-9DF7-22C34D4FA917}"/>
          </ac:picMkLst>
        </pc:picChg>
      </pc:sldChg>
      <pc:sldChg chg="del">
        <pc:chgData name="Jefferson Passerini" userId="ec684a97d9b6a829" providerId="LiveId" clId="{B70817A6-11F6-40EF-AC45-EF49FA594AFA}" dt="2024-05-08T16:14:38.818" v="194" actId="47"/>
        <pc:sldMkLst>
          <pc:docMk/>
          <pc:sldMk cId="916417081" sldId="290"/>
        </pc:sldMkLst>
      </pc:sldChg>
      <pc:sldChg chg="modSp add mod">
        <pc:chgData name="Jefferson Passerini" userId="ec684a97d9b6a829" providerId="LiveId" clId="{B70817A6-11F6-40EF-AC45-EF49FA594AFA}" dt="2024-05-08T16:19:50.987" v="986" actId="20577"/>
        <pc:sldMkLst>
          <pc:docMk/>
          <pc:sldMk cId="1647474306" sldId="290"/>
        </pc:sldMkLst>
        <pc:spChg chg="mod">
          <ac:chgData name="Jefferson Passerini" userId="ec684a97d9b6a829" providerId="LiveId" clId="{B70817A6-11F6-40EF-AC45-EF49FA594AFA}" dt="2024-05-08T16:19:50.987" v="986" actId="20577"/>
          <ac:spMkLst>
            <pc:docMk/>
            <pc:sldMk cId="1647474306" sldId="290"/>
            <ac:spMk id="3" creationId="{212081E4-07F6-C689-2ACC-B6CADD634983}"/>
          </ac:spMkLst>
        </pc:spChg>
      </pc:sldChg>
      <pc:sldChg chg="modSp add mod">
        <pc:chgData name="Jefferson Passerini" userId="ec684a97d9b6a829" providerId="LiveId" clId="{B70817A6-11F6-40EF-AC45-EF49FA594AFA}" dt="2024-05-08T16:22:14.929" v="1451" actId="113"/>
        <pc:sldMkLst>
          <pc:docMk/>
          <pc:sldMk cId="447674259" sldId="291"/>
        </pc:sldMkLst>
        <pc:spChg chg="mod">
          <ac:chgData name="Jefferson Passerini" userId="ec684a97d9b6a829" providerId="LiveId" clId="{B70817A6-11F6-40EF-AC45-EF49FA594AFA}" dt="2024-05-08T16:22:14.929" v="1451" actId="113"/>
          <ac:spMkLst>
            <pc:docMk/>
            <pc:sldMk cId="447674259" sldId="291"/>
            <ac:spMk id="3" creationId="{212081E4-07F6-C689-2ACC-B6CADD634983}"/>
          </ac:spMkLst>
        </pc:spChg>
      </pc:sldChg>
      <pc:sldChg chg="del">
        <pc:chgData name="Jefferson Passerini" userId="ec684a97d9b6a829" providerId="LiveId" clId="{B70817A6-11F6-40EF-AC45-EF49FA594AFA}" dt="2024-05-08T16:14:39.178" v="195" actId="47"/>
        <pc:sldMkLst>
          <pc:docMk/>
          <pc:sldMk cId="3145970488" sldId="291"/>
        </pc:sldMkLst>
      </pc:sldChg>
      <pc:sldChg chg="del">
        <pc:chgData name="Jefferson Passerini" userId="ec684a97d9b6a829" providerId="LiveId" clId="{B70817A6-11F6-40EF-AC45-EF49FA594AFA}" dt="2024-05-08T16:14:39.537" v="196" actId="47"/>
        <pc:sldMkLst>
          <pc:docMk/>
          <pc:sldMk cId="1867297274" sldId="292"/>
        </pc:sldMkLst>
      </pc:sldChg>
      <pc:sldChg chg="addSp modSp add mod ord">
        <pc:chgData name="Jefferson Passerini" userId="ec684a97d9b6a829" providerId="LiveId" clId="{B70817A6-11F6-40EF-AC45-EF49FA594AFA}" dt="2024-05-08T16:25:35.921" v="1940" actId="6549"/>
        <pc:sldMkLst>
          <pc:docMk/>
          <pc:sldMk cId="3560801495" sldId="292"/>
        </pc:sldMkLst>
        <pc:spChg chg="mod">
          <ac:chgData name="Jefferson Passerini" userId="ec684a97d9b6a829" providerId="LiveId" clId="{B70817A6-11F6-40EF-AC45-EF49FA594AFA}" dt="2024-05-08T16:25:35.921" v="1940" actId="6549"/>
          <ac:spMkLst>
            <pc:docMk/>
            <pc:sldMk cId="3560801495" sldId="292"/>
            <ac:spMk id="3" creationId="{212081E4-07F6-C689-2ACC-B6CADD634983}"/>
          </ac:spMkLst>
        </pc:spChg>
        <pc:picChg chg="add mod">
          <ac:chgData name="Jefferson Passerini" userId="ec684a97d9b6a829" providerId="LiveId" clId="{B70817A6-11F6-40EF-AC45-EF49FA594AFA}" dt="2024-05-08T16:24:40" v="1712" actId="1036"/>
          <ac:picMkLst>
            <pc:docMk/>
            <pc:sldMk cId="3560801495" sldId="292"/>
            <ac:picMk id="5" creationId="{59A6722A-047C-FB2A-6E2C-1FA75317D516}"/>
          </ac:picMkLst>
        </pc:picChg>
      </pc:sldChg>
      <pc:sldChg chg="modSp add mod">
        <pc:chgData name="Jefferson Passerini" userId="ec684a97d9b6a829" providerId="LiveId" clId="{B70817A6-11F6-40EF-AC45-EF49FA594AFA}" dt="2024-05-08T16:27:14.299" v="2325" actId="20577"/>
        <pc:sldMkLst>
          <pc:docMk/>
          <pc:sldMk cId="274877644" sldId="293"/>
        </pc:sldMkLst>
        <pc:spChg chg="mod">
          <ac:chgData name="Jefferson Passerini" userId="ec684a97d9b6a829" providerId="LiveId" clId="{B70817A6-11F6-40EF-AC45-EF49FA594AFA}" dt="2024-05-08T16:27:14.299" v="2325" actId="20577"/>
          <ac:spMkLst>
            <pc:docMk/>
            <pc:sldMk cId="274877644" sldId="293"/>
            <ac:spMk id="3" creationId="{212081E4-07F6-C689-2ACC-B6CADD634983}"/>
          </ac:spMkLst>
        </pc:spChg>
      </pc:sldChg>
      <pc:sldChg chg="del">
        <pc:chgData name="Jefferson Passerini" userId="ec684a97d9b6a829" providerId="LiveId" clId="{B70817A6-11F6-40EF-AC45-EF49FA594AFA}" dt="2024-05-08T16:14:39.882" v="197" actId="47"/>
        <pc:sldMkLst>
          <pc:docMk/>
          <pc:sldMk cId="2062718490" sldId="293"/>
        </pc:sldMkLst>
      </pc:sldChg>
      <pc:sldChg chg="modSp add mod">
        <pc:chgData name="Jefferson Passerini" userId="ec684a97d9b6a829" providerId="LiveId" clId="{B70817A6-11F6-40EF-AC45-EF49FA594AFA}" dt="2024-05-08T16:29:28.778" v="2738" actId="20577"/>
        <pc:sldMkLst>
          <pc:docMk/>
          <pc:sldMk cId="2008480332" sldId="294"/>
        </pc:sldMkLst>
        <pc:spChg chg="mod">
          <ac:chgData name="Jefferson Passerini" userId="ec684a97d9b6a829" providerId="LiveId" clId="{B70817A6-11F6-40EF-AC45-EF49FA594AFA}" dt="2024-05-08T16:29:28.778" v="2738" actId="20577"/>
          <ac:spMkLst>
            <pc:docMk/>
            <pc:sldMk cId="2008480332" sldId="294"/>
            <ac:spMk id="3" creationId="{212081E4-07F6-C689-2ACC-B6CADD634983}"/>
          </ac:spMkLst>
        </pc:spChg>
      </pc:sldChg>
      <pc:sldChg chg="del">
        <pc:chgData name="Jefferson Passerini" userId="ec684a97d9b6a829" providerId="LiveId" clId="{B70817A6-11F6-40EF-AC45-EF49FA594AFA}" dt="2024-05-08T16:14:40.195" v="198" actId="47"/>
        <pc:sldMkLst>
          <pc:docMk/>
          <pc:sldMk cId="2758690959" sldId="294"/>
        </pc:sldMkLst>
      </pc:sldChg>
      <pc:sldChg chg="addSp modSp add mod ord">
        <pc:chgData name="Jefferson Passerini" userId="ec684a97d9b6a829" providerId="LiveId" clId="{B70817A6-11F6-40EF-AC45-EF49FA594AFA}" dt="2024-05-08T16:56:04.368" v="2945"/>
        <pc:sldMkLst>
          <pc:docMk/>
          <pc:sldMk cId="1934900836" sldId="295"/>
        </pc:sldMkLst>
        <pc:spChg chg="mod">
          <ac:chgData name="Jefferson Passerini" userId="ec684a97d9b6a829" providerId="LiveId" clId="{B70817A6-11F6-40EF-AC45-EF49FA594AFA}" dt="2024-05-08T16:55:18.454" v="2941" actId="27636"/>
          <ac:spMkLst>
            <pc:docMk/>
            <pc:sldMk cId="1934900836" sldId="295"/>
            <ac:spMk id="3" creationId="{212081E4-07F6-C689-2ACC-B6CADD634983}"/>
          </ac:spMkLst>
        </pc:spChg>
        <pc:picChg chg="add mod">
          <ac:chgData name="Jefferson Passerini" userId="ec684a97d9b6a829" providerId="LiveId" clId="{B70817A6-11F6-40EF-AC45-EF49FA594AFA}" dt="2024-05-08T16:55:21.827" v="2942" actId="1076"/>
          <ac:picMkLst>
            <pc:docMk/>
            <pc:sldMk cId="1934900836" sldId="295"/>
            <ac:picMk id="6" creationId="{22CDD295-6DFE-CBFE-2721-DF39ECF0FB75}"/>
          </ac:picMkLst>
        </pc:picChg>
      </pc:sldChg>
      <pc:sldChg chg="del">
        <pc:chgData name="Jefferson Passerini" userId="ec684a97d9b6a829" providerId="LiveId" clId="{B70817A6-11F6-40EF-AC45-EF49FA594AFA}" dt="2024-05-08T16:14:40.507" v="199" actId="47"/>
        <pc:sldMkLst>
          <pc:docMk/>
          <pc:sldMk cId="2825536117" sldId="295"/>
        </pc:sldMkLst>
      </pc:sldChg>
      <pc:sldChg chg="addSp modSp add mod">
        <pc:chgData name="Jefferson Passerini" userId="ec684a97d9b6a829" providerId="LiveId" clId="{B70817A6-11F6-40EF-AC45-EF49FA594AFA}" dt="2024-05-08T17:10:30.604" v="3365" actId="1076"/>
        <pc:sldMkLst>
          <pc:docMk/>
          <pc:sldMk cId="2079458162" sldId="296"/>
        </pc:sldMkLst>
        <pc:spChg chg="mod">
          <ac:chgData name="Jefferson Passerini" userId="ec684a97d9b6a829" providerId="LiveId" clId="{B70817A6-11F6-40EF-AC45-EF49FA594AFA}" dt="2024-05-08T17:10:17.143" v="3358" actId="27636"/>
          <ac:spMkLst>
            <pc:docMk/>
            <pc:sldMk cId="2079458162" sldId="296"/>
            <ac:spMk id="3" creationId="{212081E4-07F6-C689-2ACC-B6CADD634983}"/>
          </ac:spMkLst>
        </pc:spChg>
        <pc:picChg chg="add mod">
          <ac:chgData name="Jefferson Passerini" userId="ec684a97d9b6a829" providerId="LiveId" clId="{B70817A6-11F6-40EF-AC45-EF49FA594AFA}" dt="2024-05-08T17:10:30.604" v="3365" actId="1076"/>
          <ac:picMkLst>
            <pc:docMk/>
            <pc:sldMk cId="2079458162" sldId="296"/>
            <ac:picMk id="6" creationId="{9C2E5AE3-8635-52CA-6F0F-146BC2187AF4}"/>
          </ac:picMkLst>
        </pc:picChg>
      </pc:sldChg>
      <pc:sldChg chg="del">
        <pc:chgData name="Jefferson Passerini" userId="ec684a97d9b6a829" providerId="LiveId" clId="{B70817A6-11F6-40EF-AC45-EF49FA594AFA}" dt="2024-05-08T16:14:40.804" v="200" actId="47"/>
        <pc:sldMkLst>
          <pc:docMk/>
          <pc:sldMk cId="2768528159" sldId="296"/>
        </pc:sldMkLst>
      </pc:sldChg>
      <pc:sldChg chg="modSp add ord">
        <pc:chgData name="Jefferson Passerini" userId="ec684a97d9b6a829" providerId="LiveId" clId="{B70817A6-11F6-40EF-AC45-EF49FA594AFA}" dt="2024-05-08T17:01:28.056" v="3307" actId="20577"/>
        <pc:sldMkLst>
          <pc:docMk/>
          <pc:sldMk cId="1221013158" sldId="297"/>
        </pc:sldMkLst>
        <pc:spChg chg="mod">
          <ac:chgData name="Jefferson Passerini" userId="ec684a97d9b6a829" providerId="LiveId" clId="{B70817A6-11F6-40EF-AC45-EF49FA594AFA}" dt="2024-05-08T17:01:28.056" v="3307" actId="20577"/>
          <ac:spMkLst>
            <pc:docMk/>
            <pc:sldMk cId="1221013158" sldId="297"/>
            <ac:spMk id="2" creationId="{2E243026-E16F-9CDD-AE56-CF691B008A41}"/>
          </ac:spMkLst>
        </pc:spChg>
      </pc:sldChg>
      <pc:sldChg chg="del">
        <pc:chgData name="Jefferson Passerini" userId="ec684a97d9b6a829" providerId="LiveId" clId="{B70817A6-11F6-40EF-AC45-EF49FA594AFA}" dt="2024-05-08T16:14:41.164" v="201" actId="47"/>
        <pc:sldMkLst>
          <pc:docMk/>
          <pc:sldMk cId="2095956920" sldId="297"/>
        </pc:sldMkLst>
      </pc:sldChg>
      <pc:sldChg chg="modSp add">
        <pc:chgData name="Jefferson Passerini" userId="ec684a97d9b6a829" providerId="LiveId" clId="{B70817A6-11F6-40EF-AC45-EF49FA594AFA}" dt="2024-05-08T17:01:36.096" v="3314" actId="20577"/>
        <pc:sldMkLst>
          <pc:docMk/>
          <pc:sldMk cId="91061547" sldId="298"/>
        </pc:sldMkLst>
        <pc:spChg chg="mod">
          <ac:chgData name="Jefferson Passerini" userId="ec684a97d9b6a829" providerId="LiveId" clId="{B70817A6-11F6-40EF-AC45-EF49FA594AFA}" dt="2024-05-08T17:01:36.096" v="3314" actId="20577"/>
          <ac:spMkLst>
            <pc:docMk/>
            <pc:sldMk cId="91061547" sldId="298"/>
            <ac:spMk id="2" creationId="{2E243026-E16F-9CDD-AE56-CF691B008A41}"/>
          </ac:spMkLst>
        </pc:spChg>
      </pc:sldChg>
      <pc:sldChg chg="del">
        <pc:chgData name="Jefferson Passerini" userId="ec684a97d9b6a829" providerId="LiveId" clId="{B70817A6-11F6-40EF-AC45-EF49FA594AFA}" dt="2024-05-08T16:14:43.041" v="205" actId="47"/>
        <pc:sldMkLst>
          <pc:docMk/>
          <pc:sldMk cId="2469882935" sldId="298"/>
        </pc:sldMkLst>
      </pc:sldChg>
      <pc:sldChg chg="modSp add mod">
        <pc:chgData name="Jefferson Passerini" userId="ec684a97d9b6a829" providerId="LiveId" clId="{B70817A6-11F6-40EF-AC45-EF49FA594AFA}" dt="2024-05-08T17:01:49.999" v="3330" actId="20577"/>
        <pc:sldMkLst>
          <pc:docMk/>
          <pc:sldMk cId="700012455" sldId="299"/>
        </pc:sldMkLst>
        <pc:spChg chg="mod">
          <ac:chgData name="Jefferson Passerini" userId="ec684a97d9b6a829" providerId="LiveId" clId="{B70817A6-11F6-40EF-AC45-EF49FA594AFA}" dt="2024-05-08T17:01:49.999" v="3330" actId="20577"/>
          <ac:spMkLst>
            <pc:docMk/>
            <pc:sldMk cId="700012455" sldId="299"/>
            <ac:spMk id="2" creationId="{2E243026-E16F-9CDD-AE56-CF691B008A41}"/>
          </ac:spMkLst>
        </pc:spChg>
        <pc:picChg chg="mod">
          <ac:chgData name="Jefferson Passerini" userId="ec684a97d9b6a829" providerId="LiveId" clId="{B70817A6-11F6-40EF-AC45-EF49FA594AFA}" dt="2024-05-08T17:01:42.049" v="3317" actId="1076"/>
          <ac:picMkLst>
            <pc:docMk/>
            <pc:sldMk cId="700012455" sldId="299"/>
            <ac:picMk id="10" creationId="{4DA47D21-273B-7666-191F-B5AD18CAB50E}"/>
          </ac:picMkLst>
        </pc:picChg>
      </pc:sldChg>
      <pc:sldChg chg="del">
        <pc:chgData name="Jefferson Passerini" userId="ec684a97d9b6a829" providerId="LiveId" clId="{B70817A6-11F6-40EF-AC45-EF49FA594AFA}" dt="2024-05-08T16:14:41.711" v="202" actId="47"/>
        <pc:sldMkLst>
          <pc:docMk/>
          <pc:sldMk cId="1945746433" sldId="299"/>
        </pc:sldMkLst>
      </pc:sldChg>
      <pc:sldChg chg="del">
        <pc:chgData name="Jefferson Passerini" userId="ec684a97d9b6a829" providerId="LiveId" clId="{B70817A6-11F6-40EF-AC45-EF49FA594AFA}" dt="2024-05-08T16:14:50.315" v="224" actId="47"/>
        <pc:sldMkLst>
          <pc:docMk/>
          <pc:sldMk cId="36011364" sldId="300"/>
        </pc:sldMkLst>
      </pc:sldChg>
      <pc:sldChg chg="addSp modSp add mod ord">
        <pc:chgData name="Jefferson Passerini" userId="ec684a97d9b6a829" providerId="LiveId" clId="{B70817A6-11F6-40EF-AC45-EF49FA594AFA}" dt="2024-05-08T18:02:27.633" v="4214" actId="20577"/>
        <pc:sldMkLst>
          <pc:docMk/>
          <pc:sldMk cId="2236670369" sldId="300"/>
        </pc:sldMkLst>
        <pc:spChg chg="add mod">
          <ac:chgData name="Jefferson Passerini" userId="ec684a97d9b6a829" providerId="LiveId" clId="{B70817A6-11F6-40EF-AC45-EF49FA594AFA}" dt="2024-05-08T18:02:27.633" v="4214" actId="20577"/>
          <ac:spMkLst>
            <pc:docMk/>
            <pc:sldMk cId="2236670369" sldId="300"/>
            <ac:spMk id="2" creationId="{833D04CD-11B8-55DE-B219-63E10E011332}"/>
          </ac:spMkLst>
        </pc:spChg>
        <pc:spChg chg="mod">
          <ac:chgData name="Jefferson Passerini" userId="ec684a97d9b6a829" providerId="LiveId" clId="{B70817A6-11F6-40EF-AC45-EF49FA594AFA}" dt="2024-05-08T18:02:21.094" v="4212" actId="20577"/>
          <ac:spMkLst>
            <pc:docMk/>
            <pc:sldMk cId="2236670369" sldId="300"/>
            <ac:spMk id="3" creationId="{212081E4-07F6-C689-2ACC-B6CADD634983}"/>
          </ac:spMkLst>
        </pc:spChg>
      </pc:sldChg>
      <pc:sldChg chg="del">
        <pc:chgData name="Jefferson Passerini" userId="ec684a97d9b6a829" providerId="LiveId" clId="{B70817A6-11F6-40EF-AC45-EF49FA594AFA}" dt="2024-05-08T16:14:42.415" v="203" actId="47"/>
        <pc:sldMkLst>
          <pc:docMk/>
          <pc:sldMk cId="2107854344" sldId="301"/>
        </pc:sldMkLst>
      </pc:sldChg>
      <pc:sldChg chg="addSp delSp modSp add mod">
        <pc:chgData name="Jefferson Passerini" userId="ec684a97d9b6a829" providerId="LiveId" clId="{B70817A6-11F6-40EF-AC45-EF49FA594AFA}" dt="2024-05-08T17:13:52.082" v="3648" actId="14100"/>
        <pc:sldMkLst>
          <pc:docMk/>
          <pc:sldMk cId="3867359619" sldId="301"/>
        </pc:sldMkLst>
        <pc:spChg chg="mod">
          <ac:chgData name="Jefferson Passerini" userId="ec684a97d9b6a829" providerId="LiveId" clId="{B70817A6-11F6-40EF-AC45-EF49FA594AFA}" dt="2024-05-08T17:12:36.640" v="3634" actId="113"/>
          <ac:spMkLst>
            <pc:docMk/>
            <pc:sldMk cId="3867359619" sldId="301"/>
            <ac:spMk id="3" creationId="{212081E4-07F6-C689-2ACC-B6CADD634983}"/>
          </ac:spMkLst>
        </pc:spChg>
        <pc:spChg chg="add mod">
          <ac:chgData name="Jefferson Passerini" userId="ec684a97d9b6a829" providerId="LiveId" clId="{B70817A6-11F6-40EF-AC45-EF49FA594AFA}" dt="2024-05-08T17:13:01.989" v="3639" actId="14100"/>
          <ac:spMkLst>
            <pc:docMk/>
            <pc:sldMk cId="3867359619" sldId="301"/>
            <ac:spMk id="10" creationId="{748A26B7-8AC3-4EA0-57A4-CFC7DD6F9E22}"/>
          </ac:spMkLst>
        </pc:spChg>
        <pc:spChg chg="add mod">
          <ac:chgData name="Jefferson Passerini" userId="ec684a97d9b6a829" providerId="LiveId" clId="{B70817A6-11F6-40EF-AC45-EF49FA594AFA}" dt="2024-05-08T17:13:49.714" v="3647" actId="1076"/>
          <ac:spMkLst>
            <pc:docMk/>
            <pc:sldMk cId="3867359619" sldId="301"/>
            <ac:spMk id="13" creationId="{0FDFFC82-C2D6-27FA-308A-1B41B848FBE9}"/>
          </ac:spMkLst>
        </pc:spChg>
        <pc:picChg chg="del">
          <ac:chgData name="Jefferson Passerini" userId="ec684a97d9b6a829" providerId="LiveId" clId="{B70817A6-11F6-40EF-AC45-EF49FA594AFA}" dt="2024-05-08T17:11:34.369" v="3621" actId="478"/>
          <ac:picMkLst>
            <pc:docMk/>
            <pc:sldMk cId="3867359619" sldId="301"/>
            <ac:picMk id="6" creationId="{9C2E5AE3-8635-52CA-6F0F-146BC2187AF4}"/>
          </ac:picMkLst>
        </pc:picChg>
        <pc:picChg chg="add del mod">
          <ac:chgData name="Jefferson Passerini" userId="ec684a97d9b6a829" providerId="LiveId" clId="{B70817A6-11F6-40EF-AC45-EF49FA594AFA}" dt="2024-05-08T17:12:13.743" v="3630" actId="478"/>
          <ac:picMkLst>
            <pc:docMk/>
            <pc:sldMk cId="3867359619" sldId="301"/>
            <ac:picMk id="7" creationId="{9F00F0AA-DCDA-031A-162E-1A79AA4DBD58}"/>
          </ac:picMkLst>
        </pc:picChg>
        <pc:picChg chg="add mod">
          <ac:chgData name="Jefferson Passerini" userId="ec684a97d9b6a829" providerId="LiveId" clId="{B70817A6-11F6-40EF-AC45-EF49FA594AFA}" dt="2024-05-08T17:12:32.102" v="3633" actId="14100"/>
          <ac:picMkLst>
            <pc:docMk/>
            <pc:sldMk cId="3867359619" sldId="301"/>
            <ac:picMk id="9" creationId="{163780BA-D779-96C8-BC50-DB36861A2E5E}"/>
          </ac:picMkLst>
        </pc:picChg>
        <pc:cxnChg chg="add mod">
          <ac:chgData name="Jefferson Passerini" userId="ec684a97d9b6a829" providerId="LiveId" clId="{B70817A6-11F6-40EF-AC45-EF49FA594AFA}" dt="2024-05-08T17:13:52.082" v="3648" actId="14100"/>
          <ac:cxnSpMkLst>
            <pc:docMk/>
            <pc:sldMk cId="3867359619" sldId="301"/>
            <ac:cxnSpMk id="12" creationId="{B17111DF-87E3-F222-E8CA-A9CB439A42F2}"/>
          </ac:cxnSpMkLst>
        </pc:cxnChg>
      </pc:sldChg>
      <pc:sldChg chg="addSp delSp modSp add mod">
        <pc:chgData name="Jefferson Passerini" userId="ec684a97d9b6a829" providerId="LiveId" clId="{B70817A6-11F6-40EF-AC45-EF49FA594AFA}" dt="2024-05-08T18:04:02.255" v="4363" actId="5793"/>
        <pc:sldMkLst>
          <pc:docMk/>
          <pc:sldMk cId="200069748" sldId="302"/>
        </pc:sldMkLst>
        <pc:spChg chg="mod">
          <ac:chgData name="Jefferson Passerini" userId="ec684a97d9b6a829" providerId="LiveId" clId="{B70817A6-11F6-40EF-AC45-EF49FA594AFA}" dt="2024-05-08T18:02:46.129" v="4217" actId="1076"/>
          <ac:spMkLst>
            <pc:docMk/>
            <pc:sldMk cId="200069748" sldId="302"/>
            <ac:spMk id="2" creationId="{833D04CD-11B8-55DE-B219-63E10E011332}"/>
          </ac:spMkLst>
        </pc:spChg>
        <pc:spChg chg="mod">
          <ac:chgData name="Jefferson Passerini" userId="ec684a97d9b6a829" providerId="LiveId" clId="{B70817A6-11F6-40EF-AC45-EF49FA594AFA}" dt="2024-05-08T18:04:02.255" v="4363" actId="5793"/>
          <ac:spMkLst>
            <pc:docMk/>
            <pc:sldMk cId="200069748" sldId="302"/>
            <ac:spMk id="3" creationId="{212081E4-07F6-C689-2ACC-B6CADD634983}"/>
          </ac:spMkLst>
        </pc:spChg>
        <pc:picChg chg="del">
          <ac:chgData name="Jefferson Passerini" userId="ec684a97d9b6a829" providerId="LiveId" clId="{B70817A6-11F6-40EF-AC45-EF49FA594AFA}" dt="2024-05-08T18:02:41.624" v="4216" actId="478"/>
          <ac:picMkLst>
            <pc:docMk/>
            <pc:sldMk cId="200069748" sldId="302"/>
            <ac:picMk id="5" creationId="{59A6722A-047C-FB2A-6E2C-1FA75317D516}"/>
          </ac:picMkLst>
        </pc:picChg>
        <pc:picChg chg="add mod">
          <ac:chgData name="Jefferson Passerini" userId="ec684a97d9b6a829" providerId="LiveId" clId="{B70817A6-11F6-40EF-AC45-EF49FA594AFA}" dt="2024-05-08T18:03:06.944" v="4223" actId="1076"/>
          <ac:picMkLst>
            <pc:docMk/>
            <pc:sldMk cId="200069748" sldId="302"/>
            <ac:picMk id="7" creationId="{8534748C-D3F2-DE06-E317-4A669F0E582F}"/>
          </ac:picMkLst>
        </pc:picChg>
      </pc:sldChg>
      <pc:sldChg chg="del">
        <pc:chgData name="Jefferson Passerini" userId="ec684a97d9b6a829" providerId="LiveId" clId="{B70817A6-11F6-40EF-AC45-EF49FA594AFA}" dt="2024-05-08T16:14:42.807" v="204" actId="47"/>
        <pc:sldMkLst>
          <pc:docMk/>
          <pc:sldMk cId="836158922" sldId="302"/>
        </pc:sldMkLst>
      </pc:sldChg>
      <pc:sldChg chg="addSp delSp modSp add mod">
        <pc:chgData name="Jefferson Passerini" userId="ec684a97d9b6a829" providerId="LiveId" clId="{B70817A6-11F6-40EF-AC45-EF49FA594AFA}" dt="2024-05-08T18:21:58.829" v="4414" actId="1076"/>
        <pc:sldMkLst>
          <pc:docMk/>
          <pc:sldMk cId="1178990290" sldId="303"/>
        </pc:sldMkLst>
        <pc:spChg chg="del">
          <ac:chgData name="Jefferson Passerini" userId="ec684a97d9b6a829" providerId="LiveId" clId="{B70817A6-11F6-40EF-AC45-EF49FA594AFA}" dt="2024-05-08T18:11:15.151" v="4365" actId="478"/>
          <ac:spMkLst>
            <pc:docMk/>
            <pc:sldMk cId="1178990290" sldId="303"/>
            <ac:spMk id="3" creationId="{212081E4-07F6-C689-2ACC-B6CADD634983}"/>
          </ac:spMkLst>
        </pc:spChg>
        <pc:spChg chg="add del mod">
          <ac:chgData name="Jefferson Passerini" userId="ec684a97d9b6a829" providerId="LiveId" clId="{B70817A6-11F6-40EF-AC45-EF49FA594AFA}" dt="2024-05-08T18:11:17.827" v="4366" actId="478"/>
          <ac:spMkLst>
            <pc:docMk/>
            <pc:sldMk cId="1178990290" sldId="303"/>
            <ac:spMk id="6" creationId="{88687938-4626-F883-30CC-2B940B8CFC7D}"/>
          </ac:spMkLst>
        </pc:spChg>
        <pc:picChg chg="add mod">
          <ac:chgData name="Jefferson Passerini" userId="ec684a97d9b6a829" providerId="LiveId" clId="{B70817A6-11F6-40EF-AC45-EF49FA594AFA}" dt="2024-05-08T18:11:26.815" v="4371" actId="1076"/>
          <ac:picMkLst>
            <pc:docMk/>
            <pc:sldMk cId="1178990290" sldId="303"/>
            <ac:picMk id="9" creationId="{1A94C449-78CC-069E-C78E-1740B8C05DD8}"/>
          </ac:picMkLst>
        </pc:picChg>
        <pc:picChg chg="add del mod">
          <ac:chgData name="Jefferson Passerini" userId="ec684a97d9b6a829" providerId="LiveId" clId="{B70817A6-11F6-40EF-AC45-EF49FA594AFA}" dt="2024-05-08T18:16:32.938" v="4403" actId="478"/>
          <ac:picMkLst>
            <pc:docMk/>
            <pc:sldMk cId="1178990290" sldId="303"/>
            <ac:picMk id="24" creationId="{7DD9BDD5-26F9-F74A-0973-672FE021565F}"/>
          </ac:picMkLst>
        </pc:picChg>
        <pc:picChg chg="add del mod">
          <ac:chgData name="Jefferson Passerini" userId="ec684a97d9b6a829" providerId="LiveId" clId="{B70817A6-11F6-40EF-AC45-EF49FA594AFA}" dt="2024-05-08T18:18:04.595" v="4406" actId="478"/>
          <ac:picMkLst>
            <pc:docMk/>
            <pc:sldMk cId="1178990290" sldId="303"/>
            <ac:picMk id="26" creationId="{D10FC34A-2C0F-276C-0C6F-5C34B56F3400}"/>
          </ac:picMkLst>
        </pc:picChg>
        <pc:picChg chg="add del mod">
          <ac:chgData name="Jefferson Passerini" userId="ec684a97d9b6a829" providerId="LiveId" clId="{B70817A6-11F6-40EF-AC45-EF49FA594AFA}" dt="2024-05-08T18:21:53.964" v="4412" actId="478"/>
          <ac:picMkLst>
            <pc:docMk/>
            <pc:sldMk cId="1178990290" sldId="303"/>
            <ac:picMk id="28" creationId="{D1DB14FD-C9F0-95D1-C042-8BA759BC8D2D}"/>
          </ac:picMkLst>
        </pc:picChg>
        <pc:picChg chg="add mod">
          <ac:chgData name="Jefferson Passerini" userId="ec684a97d9b6a829" providerId="LiveId" clId="{B70817A6-11F6-40EF-AC45-EF49FA594AFA}" dt="2024-05-08T18:21:58.829" v="4414" actId="1076"/>
          <ac:picMkLst>
            <pc:docMk/>
            <pc:sldMk cId="1178990290" sldId="303"/>
            <ac:picMk id="30" creationId="{7BE109D4-61CC-B465-5CA9-71E4475E6198}"/>
          </ac:picMkLst>
        </pc:picChg>
        <pc:cxnChg chg="add mod">
          <ac:chgData name="Jefferson Passerini" userId="ec684a97d9b6a829" providerId="LiveId" clId="{B70817A6-11F6-40EF-AC45-EF49FA594AFA}" dt="2024-05-08T18:11:41.726" v="4373" actId="13822"/>
          <ac:cxnSpMkLst>
            <pc:docMk/>
            <pc:sldMk cId="1178990290" sldId="303"/>
            <ac:cxnSpMk id="11" creationId="{027BD077-FC17-7C19-118B-3FA46AD6E49B}"/>
          </ac:cxnSpMkLst>
        </pc:cxnChg>
        <pc:cxnChg chg="add mod">
          <ac:chgData name="Jefferson Passerini" userId="ec684a97d9b6a829" providerId="LiveId" clId="{B70817A6-11F6-40EF-AC45-EF49FA594AFA}" dt="2024-05-08T18:13:41.320" v="4390" actId="14100"/>
          <ac:cxnSpMkLst>
            <pc:docMk/>
            <pc:sldMk cId="1178990290" sldId="303"/>
            <ac:cxnSpMk id="13" creationId="{D6B6F94F-4C62-6A54-903B-3B8976A4E8DE}"/>
          </ac:cxnSpMkLst>
        </pc:cxnChg>
        <pc:cxnChg chg="add mod">
          <ac:chgData name="Jefferson Passerini" userId="ec684a97d9b6a829" providerId="LiveId" clId="{B70817A6-11F6-40EF-AC45-EF49FA594AFA}" dt="2024-05-08T18:13:37.683" v="4389" actId="14100"/>
          <ac:cxnSpMkLst>
            <pc:docMk/>
            <pc:sldMk cId="1178990290" sldId="303"/>
            <ac:cxnSpMk id="19" creationId="{7E855E51-70A8-4BD7-8F8D-8C5720C9D589}"/>
          </ac:cxnSpMkLst>
        </pc:cxnChg>
      </pc:sldChg>
      <pc:sldChg chg="del">
        <pc:chgData name="Jefferson Passerini" userId="ec684a97d9b6a829" providerId="LiveId" clId="{B70817A6-11F6-40EF-AC45-EF49FA594AFA}" dt="2024-05-08T16:14:43.322" v="206" actId="47"/>
        <pc:sldMkLst>
          <pc:docMk/>
          <pc:sldMk cId="3844129428" sldId="303"/>
        </pc:sldMkLst>
      </pc:sldChg>
      <pc:sldChg chg="addSp delSp modSp add mod">
        <pc:chgData name="Jefferson Passerini" userId="ec684a97d9b6a829" providerId="LiveId" clId="{B70817A6-11F6-40EF-AC45-EF49FA594AFA}" dt="2024-05-08T18:23:29.457" v="4420" actId="1076"/>
        <pc:sldMkLst>
          <pc:docMk/>
          <pc:sldMk cId="1713220751" sldId="304"/>
        </pc:sldMkLst>
        <pc:picChg chg="add del mod">
          <ac:chgData name="Jefferson Passerini" userId="ec684a97d9b6a829" providerId="LiveId" clId="{B70817A6-11F6-40EF-AC45-EF49FA594AFA}" dt="2024-05-08T18:16:21.407" v="4396" actId="478"/>
          <ac:picMkLst>
            <pc:docMk/>
            <pc:sldMk cId="1713220751" sldId="304"/>
            <ac:picMk id="5" creationId="{D85BFD57-BD83-E7D7-2BEE-470970F91CEF}"/>
          </ac:picMkLst>
        </pc:picChg>
        <pc:picChg chg="add del mod">
          <ac:chgData name="Jefferson Passerini" userId="ec684a97d9b6a829" providerId="LiveId" clId="{B70817A6-11F6-40EF-AC45-EF49FA594AFA}" dt="2024-05-08T18:18:11.155" v="4409" actId="478"/>
          <ac:picMkLst>
            <pc:docMk/>
            <pc:sldMk cId="1713220751" sldId="304"/>
            <ac:picMk id="12" creationId="{472ADF26-BC2F-58CF-0E8D-F487344A26F9}"/>
          </ac:picMkLst>
        </pc:picChg>
        <pc:picChg chg="add del mod">
          <ac:chgData name="Jefferson Passerini" userId="ec684a97d9b6a829" providerId="LiveId" clId="{B70817A6-11F6-40EF-AC45-EF49FA594AFA}" dt="2024-05-08T18:23:02.386" v="4415" actId="478"/>
          <ac:picMkLst>
            <pc:docMk/>
            <pc:sldMk cId="1713220751" sldId="304"/>
            <ac:picMk id="15" creationId="{2B9B552F-032D-E6DE-0F65-7A4D9F6E02A0}"/>
          </ac:picMkLst>
        </pc:picChg>
        <pc:picChg chg="add del mod">
          <ac:chgData name="Jefferson Passerini" userId="ec684a97d9b6a829" providerId="LiveId" clId="{B70817A6-11F6-40EF-AC45-EF49FA594AFA}" dt="2024-05-08T18:23:07.539" v="4418" actId="478"/>
          <ac:picMkLst>
            <pc:docMk/>
            <pc:sldMk cId="1713220751" sldId="304"/>
            <ac:picMk id="17" creationId="{73EED2D8-DA9A-657F-02B7-FDA06670E1B1}"/>
          </ac:picMkLst>
        </pc:picChg>
        <pc:picChg chg="add mod">
          <ac:chgData name="Jefferson Passerini" userId="ec684a97d9b6a829" providerId="LiveId" clId="{B70817A6-11F6-40EF-AC45-EF49FA594AFA}" dt="2024-05-08T18:23:29.457" v="4420" actId="1076"/>
          <ac:picMkLst>
            <pc:docMk/>
            <pc:sldMk cId="1713220751" sldId="304"/>
            <ac:picMk id="20" creationId="{50CBC567-4868-BF97-9554-22482A99FA59}"/>
          </ac:picMkLst>
        </pc:picChg>
        <pc:cxnChg chg="mod">
          <ac:chgData name="Jefferson Passerini" userId="ec684a97d9b6a829" providerId="LiveId" clId="{B70817A6-11F6-40EF-AC45-EF49FA594AFA}" dt="2024-05-08T18:13:22.497" v="4386" actId="14100"/>
          <ac:cxnSpMkLst>
            <pc:docMk/>
            <pc:sldMk cId="1713220751" sldId="304"/>
            <ac:cxnSpMk id="13" creationId="{D6B6F94F-4C62-6A54-903B-3B8976A4E8DE}"/>
          </ac:cxnSpMkLst>
        </pc:cxnChg>
      </pc:sldChg>
      <pc:sldChg chg="del">
        <pc:chgData name="Jefferson Passerini" userId="ec684a97d9b6a829" providerId="LiveId" clId="{B70817A6-11F6-40EF-AC45-EF49FA594AFA}" dt="2024-05-08T16:14:43.604" v="207" actId="47"/>
        <pc:sldMkLst>
          <pc:docMk/>
          <pc:sldMk cId="4041615916" sldId="304"/>
        </pc:sldMkLst>
      </pc:sldChg>
      <pc:sldChg chg="del">
        <pc:chgData name="Jefferson Passerini" userId="ec684a97d9b6a829" providerId="LiveId" clId="{B70817A6-11F6-40EF-AC45-EF49FA594AFA}" dt="2024-05-08T16:14:43.886" v="208" actId="47"/>
        <pc:sldMkLst>
          <pc:docMk/>
          <pc:sldMk cId="287209402" sldId="305"/>
        </pc:sldMkLst>
      </pc:sldChg>
      <pc:sldChg chg="addSp delSp modSp add mod ord">
        <pc:chgData name="Jefferson Passerini" userId="ec684a97d9b6a829" providerId="LiveId" clId="{B70817A6-11F6-40EF-AC45-EF49FA594AFA}" dt="2024-05-08T18:26:58.471" v="4608" actId="14100"/>
        <pc:sldMkLst>
          <pc:docMk/>
          <pc:sldMk cId="2029857168" sldId="305"/>
        </pc:sldMkLst>
        <pc:spChg chg="mod">
          <ac:chgData name="Jefferson Passerini" userId="ec684a97d9b6a829" providerId="LiveId" clId="{B70817A6-11F6-40EF-AC45-EF49FA594AFA}" dt="2024-05-08T18:26:06.681" v="4489" actId="14100"/>
          <ac:spMkLst>
            <pc:docMk/>
            <pc:sldMk cId="2029857168" sldId="305"/>
            <ac:spMk id="3" creationId="{212081E4-07F6-C689-2ACC-B6CADD634983}"/>
          </ac:spMkLst>
        </pc:spChg>
        <pc:spChg chg="add mod">
          <ac:chgData name="Jefferson Passerini" userId="ec684a97d9b6a829" providerId="LiveId" clId="{B70817A6-11F6-40EF-AC45-EF49FA594AFA}" dt="2024-05-08T18:26:58.471" v="4608" actId="14100"/>
          <ac:spMkLst>
            <pc:docMk/>
            <pc:sldMk cId="2029857168" sldId="305"/>
            <ac:spMk id="15" creationId="{8C560020-6829-3E3E-0D2C-C5B6337686AE}"/>
          </ac:spMkLst>
        </pc:spChg>
        <pc:picChg chg="add mod">
          <ac:chgData name="Jefferson Passerini" userId="ec684a97d9b6a829" providerId="LiveId" clId="{B70817A6-11F6-40EF-AC45-EF49FA594AFA}" dt="2024-05-08T18:23:47.969" v="4422" actId="1076"/>
          <ac:picMkLst>
            <pc:docMk/>
            <pc:sldMk cId="2029857168" sldId="305"/>
            <ac:picMk id="5" creationId="{6EBC4268-D9C1-6621-C409-884653B54272}"/>
          </ac:picMkLst>
        </pc:picChg>
        <pc:picChg chg="add mod">
          <ac:chgData name="Jefferson Passerini" userId="ec684a97d9b6a829" providerId="LiveId" clId="{B70817A6-11F6-40EF-AC45-EF49FA594AFA}" dt="2024-05-08T18:25:30.971" v="4438" actId="1076"/>
          <ac:picMkLst>
            <pc:docMk/>
            <pc:sldMk cId="2029857168" sldId="305"/>
            <ac:picMk id="8" creationId="{B55C5DAF-84C9-5845-3F26-9166E2B5FB51}"/>
          </ac:picMkLst>
        </pc:picChg>
        <pc:picChg chg="add mod">
          <ac:chgData name="Jefferson Passerini" userId="ec684a97d9b6a829" providerId="LiveId" clId="{B70817A6-11F6-40EF-AC45-EF49FA594AFA}" dt="2024-05-08T18:25:26.763" v="4436" actId="1076"/>
          <ac:picMkLst>
            <pc:docMk/>
            <pc:sldMk cId="2029857168" sldId="305"/>
            <ac:picMk id="14" creationId="{A9AD173B-58BA-0DF5-0742-850CAF83F6D2}"/>
          </ac:picMkLst>
        </pc:picChg>
        <pc:cxnChg chg="add">
          <ac:chgData name="Jefferson Passerini" userId="ec684a97d9b6a829" providerId="LiveId" clId="{B70817A6-11F6-40EF-AC45-EF49FA594AFA}" dt="2024-05-08T18:24:33.998" v="4432" actId="11529"/>
          <ac:cxnSpMkLst>
            <pc:docMk/>
            <pc:sldMk cId="2029857168" sldId="305"/>
            <ac:cxnSpMk id="10" creationId="{6D257118-4711-7A71-76C8-CF0511FE6641}"/>
          </ac:cxnSpMkLst>
        </pc:cxnChg>
        <pc:cxnChg chg="add del">
          <ac:chgData name="Jefferson Passerini" userId="ec684a97d9b6a829" providerId="LiveId" clId="{B70817A6-11F6-40EF-AC45-EF49FA594AFA}" dt="2024-05-08T18:24:52.985" v="4434" actId="478"/>
          <ac:cxnSpMkLst>
            <pc:docMk/>
            <pc:sldMk cId="2029857168" sldId="305"/>
            <ac:cxnSpMk id="12" creationId="{E4090143-AC40-BC1F-B1CA-E806CA6FD9A9}"/>
          </ac:cxnSpMkLst>
        </pc:cxnChg>
      </pc:sldChg>
      <pc:sldChg chg="del">
        <pc:chgData name="Jefferson Passerini" userId="ec684a97d9b6a829" providerId="LiveId" clId="{B70817A6-11F6-40EF-AC45-EF49FA594AFA}" dt="2024-05-08T16:14:44.167" v="209" actId="47"/>
        <pc:sldMkLst>
          <pc:docMk/>
          <pc:sldMk cId="2227986478" sldId="306"/>
        </pc:sldMkLst>
      </pc:sldChg>
      <pc:sldChg chg="delSp modSp add mod ord">
        <pc:chgData name="Jefferson Passerini" userId="ec684a97d9b6a829" providerId="LiveId" clId="{B70817A6-11F6-40EF-AC45-EF49FA594AFA}" dt="2024-05-08T20:13:44.166" v="7741" actId="1076"/>
        <pc:sldMkLst>
          <pc:docMk/>
          <pc:sldMk cId="4194286319" sldId="306"/>
        </pc:sldMkLst>
        <pc:spChg chg="mod">
          <ac:chgData name="Jefferson Passerini" userId="ec684a97d9b6a829" providerId="LiveId" clId="{B70817A6-11F6-40EF-AC45-EF49FA594AFA}" dt="2024-05-08T20:13:44.166" v="7741" actId="1076"/>
          <ac:spMkLst>
            <pc:docMk/>
            <pc:sldMk cId="4194286319" sldId="306"/>
            <ac:spMk id="2" creationId="{833D04CD-11B8-55DE-B219-63E10E011332}"/>
          </ac:spMkLst>
        </pc:spChg>
        <pc:spChg chg="mod">
          <ac:chgData name="Jefferson Passerini" userId="ec684a97d9b6a829" providerId="LiveId" clId="{B70817A6-11F6-40EF-AC45-EF49FA594AFA}" dt="2024-05-08T18:30:02.311" v="5160" actId="114"/>
          <ac:spMkLst>
            <pc:docMk/>
            <pc:sldMk cId="4194286319" sldId="306"/>
            <ac:spMk id="3" creationId="{212081E4-07F6-C689-2ACC-B6CADD634983}"/>
          </ac:spMkLst>
        </pc:spChg>
        <pc:picChg chg="del">
          <ac:chgData name="Jefferson Passerini" userId="ec684a97d9b6a829" providerId="LiveId" clId="{B70817A6-11F6-40EF-AC45-EF49FA594AFA}" dt="2024-05-08T18:27:29.258" v="4612" actId="478"/>
          <ac:picMkLst>
            <pc:docMk/>
            <pc:sldMk cId="4194286319" sldId="306"/>
            <ac:picMk id="5" creationId="{59A6722A-047C-FB2A-6E2C-1FA75317D516}"/>
          </ac:picMkLst>
        </pc:picChg>
      </pc:sldChg>
      <pc:sldChg chg="addSp modSp add mod">
        <pc:chgData name="Jefferson Passerini" userId="ec684a97d9b6a829" providerId="LiveId" clId="{B70817A6-11F6-40EF-AC45-EF49FA594AFA}" dt="2024-05-08T20:13:40.158" v="7740" actId="1076"/>
        <pc:sldMkLst>
          <pc:docMk/>
          <pc:sldMk cId="1083298591" sldId="307"/>
        </pc:sldMkLst>
        <pc:spChg chg="mod">
          <ac:chgData name="Jefferson Passerini" userId="ec684a97d9b6a829" providerId="LiveId" clId="{B70817A6-11F6-40EF-AC45-EF49FA594AFA}" dt="2024-05-08T20:13:40.158" v="7740" actId="1076"/>
          <ac:spMkLst>
            <pc:docMk/>
            <pc:sldMk cId="1083298591" sldId="307"/>
            <ac:spMk id="2" creationId="{833D04CD-11B8-55DE-B219-63E10E011332}"/>
          </ac:spMkLst>
        </pc:spChg>
        <pc:spChg chg="mod">
          <ac:chgData name="Jefferson Passerini" userId="ec684a97d9b6a829" providerId="LiveId" clId="{B70817A6-11F6-40EF-AC45-EF49FA594AFA}" dt="2024-05-08T18:32:45.292" v="5548" actId="14100"/>
          <ac:spMkLst>
            <pc:docMk/>
            <pc:sldMk cId="1083298591" sldId="307"/>
            <ac:spMk id="3" creationId="{212081E4-07F6-C689-2ACC-B6CADD634983}"/>
          </ac:spMkLst>
        </pc:spChg>
        <pc:picChg chg="add mod modCrop">
          <ac:chgData name="Jefferson Passerini" userId="ec684a97d9b6a829" providerId="LiveId" clId="{B70817A6-11F6-40EF-AC45-EF49FA594AFA}" dt="2024-05-08T18:32:49.061" v="5550" actId="14100"/>
          <ac:picMkLst>
            <pc:docMk/>
            <pc:sldMk cId="1083298591" sldId="307"/>
            <ac:picMk id="5" creationId="{78E8B8B7-342A-576A-4B5A-DAAC3D922163}"/>
          </ac:picMkLst>
        </pc:picChg>
        <pc:picChg chg="add mod">
          <ac:chgData name="Jefferson Passerini" userId="ec684a97d9b6a829" providerId="LiveId" clId="{B70817A6-11F6-40EF-AC45-EF49FA594AFA}" dt="2024-05-08T18:32:57.244" v="5554" actId="1076"/>
          <ac:picMkLst>
            <pc:docMk/>
            <pc:sldMk cId="1083298591" sldId="307"/>
            <ac:picMk id="7" creationId="{253E23DC-EBC7-6C68-1685-6E9F8DBE9ACA}"/>
          </ac:picMkLst>
        </pc:picChg>
      </pc:sldChg>
      <pc:sldChg chg="del">
        <pc:chgData name="Jefferson Passerini" userId="ec684a97d9b6a829" providerId="LiveId" clId="{B70817A6-11F6-40EF-AC45-EF49FA594AFA}" dt="2024-05-08T16:14:44.449" v="210" actId="47"/>
        <pc:sldMkLst>
          <pc:docMk/>
          <pc:sldMk cId="2326066208" sldId="307"/>
        </pc:sldMkLst>
      </pc:sldChg>
      <pc:sldChg chg="addSp delSp modSp add mod">
        <pc:chgData name="Jefferson Passerini" userId="ec684a97d9b6a829" providerId="LiveId" clId="{B70817A6-11F6-40EF-AC45-EF49FA594AFA}" dt="2024-05-08T20:13:36.156" v="7739" actId="1076"/>
        <pc:sldMkLst>
          <pc:docMk/>
          <pc:sldMk cId="477010040" sldId="308"/>
        </pc:sldMkLst>
        <pc:spChg chg="mod">
          <ac:chgData name="Jefferson Passerini" userId="ec684a97d9b6a829" providerId="LiveId" clId="{B70817A6-11F6-40EF-AC45-EF49FA594AFA}" dt="2024-05-08T20:13:36.156" v="7739" actId="1076"/>
          <ac:spMkLst>
            <pc:docMk/>
            <pc:sldMk cId="477010040" sldId="308"/>
            <ac:spMk id="2" creationId="{833D04CD-11B8-55DE-B219-63E10E011332}"/>
          </ac:spMkLst>
        </pc:spChg>
        <pc:spChg chg="mod">
          <ac:chgData name="Jefferson Passerini" userId="ec684a97d9b6a829" providerId="LiveId" clId="{B70817A6-11F6-40EF-AC45-EF49FA594AFA}" dt="2024-05-08T18:39:57.358" v="5930" actId="113"/>
          <ac:spMkLst>
            <pc:docMk/>
            <pc:sldMk cId="477010040" sldId="308"/>
            <ac:spMk id="3" creationId="{212081E4-07F6-C689-2ACC-B6CADD634983}"/>
          </ac:spMkLst>
        </pc:spChg>
        <pc:picChg chg="del mod">
          <ac:chgData name="Jefferson Passerini" userId="ec684a97d9b6a829" providerId="LiveId" clId="{B70817A6-11F6-40EF-AC45-EF49FA594AFA}" dt="2024-05-08T18:39:31.548" v="5923" actId="478"/>
          <ac:picMkLst>
            <pc:docMk/>
            <pc:sldMk cId="477010040" sldId="308"/>
            <ac:picMk id="5" creationId="{78E8B8B7-342A-576A-4B5A-DAAC3D922163}"/>
          </ac:picMkLst>
        </pc:picChg>
        <pc:picChg chg="mod">
          <ac:chgData name="Jefferson Passerini" userId="ec684a97d9b6a829" providerId="LiveId" clId="{B70817A6-11F6-40EF-AC45-EF49FA594AFA}" dt="2024-05-08T18:34:53.838" v="5916" actId="14100"/>
          <ac:picMkLst>
            <pc:docMk/>
            <pc:sldMk cId="477010040" sldId="308"/>
            <ac:picMk id="7" creationId="{253E23DC-EBC7-6C68-1685-6E9F8DBE9ACA}"/>
          </ac:picMkLst>
        </pc:picChg>
        <pc:picChg chg="add mod">
          <ac:chgData name="Jefferson Passerini" userId="ec684a97d9b6a829" providerId="LiveId" clId="{B70817A6-11F6-40EF-AC45-EF49FA594AFA}" dt="2024-05-08T18:39:33.232" v="5924" actId="1076"/>
          <ac:picMkLst>
            <pc:docMk/>
            <pc:sldMk cId="477010040" sldId="308"/>
            <ac:picMk id="8" creationId="{6A033AAF-9417-EE59-53CB-5F2777C6B53F}"/>
          </ac:picMkLst>
        </pc:picChg>
        <pc:picChg chg="add mod">
          <ac:chgData name="Jefferson Passerini" userId="ec684a97d9b6a829" providerId="LiveId" clId="{B70817A6-11F6-40EF-AC45-EF49FA594AFA}" dt="2024-05-08T18:39:48.130" v="5928" actId="1076"/>
          <ac:picMkLst>
            <pc:docMk/>
            <pc:sldMk cId="477010040" sldId="308"/>
            <ac:picMk id="10" creationId="{56F85D1A-DA92-350A-F93D-AE1ECC4526F9}"/>
          </ac:picMkLst>
        </pc:picChg>
      </pc:sldChg>
      <pc:sldChg chg="del">
        <pc:chgData name="Jefferson Passerini" userId="ec684a97d9b6a829" providerId="LiveId" clId="{B70817A6-11F6-40EF-AC45-EF49FA594AFA}" dt="2024-05-08T16:14:44.730" v="211" actId="47"/>
        <pc:sldMkLst>
          <pc:docMk/>
          <pc:sldMk cId="1805348159" sldId="308"/>
        </pc:sldMkLst>
      </pc:sldChg>
      <pc:sldChg chg="del">
        <pc:chgData name="Jefferson Passerini" userId="ec684a97d9b6a829" providerId="LiveId" clId="{B70817A6-11F6-40EF-AC45-EF49FA594AFA}" dt="2024-05-08T16:14:45.058" v="212" actId="47"/>
        <pc:sldMkLst>
          <pc:docMk/>
          <pc:sldMk cId="3443813101" sldId="309"/>
        </pc:sldMkLst>
      </pc:sldChg>
      <pc:sldChg chg="addSp delSp modSp add mod">
        <pc:chgData name="Jefferson Passerini" userId="ec684a97d9b6a829" providerId="LiveId" clId="{B70817A6-11F6-40EF-AC45-EF49FA594AFA}" dt="2024-05-08T20:13:32.108" v="7738" actId="1076"/>
        <pc:sldMkLst>
          <pc:docMk/>
          <pc:sldMk cId="4167290710" sldId="309"/>
        </pc:sldMkLst>
        <pc:spChg chg="mod">
          <ac:chgData name="Jefferson Passerini" userId="ec684a97d9b6a829" providerId="LiveId" clId="{B70817A6-11F6-40EF-AC45-EF49FA594AFA}" dt="2024-05-08T20:13:32.108" v="7738" actId="1076"/>
          <ac:spMkLst>
            <pc:docMk/>
            <pc:sldMk cId="4167290710" sldId="309"/>
            <ac:spMk id="2" creationId="{833D04CD-11B8-55DE-B219-63E10E011332}"/>
          </ac:spMkLst>
        </pc:spChg>
        <pc:spChg chg="mod">
          <ac:chgData name="Jefferson Passerini" userId="ec684a97d9b6a829" providerId="LiveId" clId="{B70817A6-11F6-40EF-AC45-EF49FA594AFA}" dt="2024-05-08T18:41:32.978" v="6114" actId="14100"/>
          <ac:spMkLst>
            <pc:docMk/>
            <pc:sldMk cId="4167290710" sldId="309"/>
            <ac:spMk id="3" creationId="{212081E4-07F6-C689-2ACC-B6CADD634983}"/>
          </ac:spMkLst>
        </pc:spChg>
        <pc:spChg chg="add mod">
          <ac:chgData name="Jefferson Passerini" userId="ec684a97d9b6a829" providerId="LiveId" clId="{B70817A6-11F6-40EF-AC45-EF49FA594AFA}" dt="2024-05-08T18:52:46.539" v="6152" actId="1582"/>
          <ac:spMkLst>
            <pc:docMk/>
            <pc:sldMk cId="4167290710" sldId="309"/>
            <ac:spMk id="9" creationId="{8371A9CE-6DFE-0A2D-5946-FAC603827B0A}"/>
          </ac:spMkLst>
        </pc:spChg>
        <pc:picChg chg="add mod">
          <ac:chgData name="Jefferson Passerini" userId="ec684a97d9b6a829" providerId="LiveId" clId="{B70817A6-11F6-40EF-AC45-EF49FA594AFA}" dt="2024-05-08T18:40:31.125" v="5936" actId="1076"/>
          <ac:picMkLst>
            <pc:docMk/>
            <pc:sldMk cId="4167290710" sldId="309"/>
            <ac:picMk id="6" creationId="{D35139F2-7B9B-09A3-C47B-1356E2943089}"/>
          </ac:picMkLst>
        </pc:picChg>
        <pc:picChg chg="del">
          <ac:chgData name="Jefferson Passerini" userId="ec684a97d9b6a829" providerId="LiveId" clId="{B70817A6-11F6-40EF-AC45-EF49FA594AFA}" dt="2024-05-08T18:40:17.029" v="5934" actId="478"/>
          <ac:picMkLst>
            <pc:docMk/>
            <pc:sldMk cId="4167290710" sldId="309"/>
            <ac:picMk id="7" creationId="{253E23DC-EBC7-6C68-1685-6E9F8DBE9ACA}"/>
          </ac:picMkLst>
        </pc:picChg>
        <pc:picChg chg="del">
          <ac:chgData name="Jefferson Passerini" userId="ec684a97d9b6a829" providerId="LiveId" clId="{B70817A6-11F6-40EF-AC45-EF49FA594AFA}" dt="2024-05-08T18:40:16.497" v="5933" actId="478"/>
          <ac:picMkLst>
            <pc:docMk/>
            <pc:sldMk cId="4167290710" sldId="309"/>
            <ac:picMk id="8" creationId="{6A033AAF-9417-EE59-53CB-5F2777C6B53F}"/>
          </ac:picMkLst>
        </pc:picChg>
        <pc:picChg chg="del">
          <ac:chgData name="Jefferson Passerini" userId="ec684a97d9b6a829" providerId="LiveId" clId="{B70817A6-11F6-40EF-AC45-EF49FA594AFA}" dt="2024-05-08T18:40:15.918" v="5932" actId="478"/>
          <ac:picMkLst>
            <pc:docMk/>
            <pc:sldMk cId="4167290710" sldId="309"/>
            <ac:picMk id="10" creationId="{56F85D1A-DA92-350A-F93D-AE1ECC4526F9}"/>
          </ac:picMkLst>
        </pc:picChg>
      </pc:sldChg>
      <pc:sldChg chg="del">
        <pc:chgData name="Jefferson Passerini" userId="ec684a97d9b6a829" providerId="LiveId" clId="{B70817A6-11F6-40EF-AC45-EF49FA594AFA}" dt="2024-05-08T16:14:45.543" v="213" actId="47"/>
        <pc:sldMkLst>
          <pc:docMk/>
          <pc:sldMk cId="928542577" sldId="310"/>
        </pc:sldMkLst>
      </pc:sldChg>
      <pc:sldChg chg="addSp delSp modSp add mod">
        <pc:chgData name="Jefferson Passerini" userId="ec684a97d9b6a829" providerId="LiveId" clId="{B70817A6-11F6-40EF-AC45-EF49FA594AFA}" dt="2024-05-08T20:13:28.428" v="7737" actId="1076"/>
        <pc:sldMkLst>
          <pc:docMk/>
          <pc:sldMk cId="3780850620" sldId="310"/>
        </pc:sldMkLst>
        <pc:spChg chg="mod">
          <ac:chgData name="Jefferson Passerini" userId="ec684a97d9b6a829" providerId="LiveId" clId="{B70817A6-11F6-40EF-AC45-EF49FA594AFA}" dt="2024-05-08T20:13:28.428" v="7737" actId="1076"/>
          <ac:spMkLst>
            <pc:docMk/>
            <pc:sldMk cId="3780850620" sldId="310"/>
            <ac:spMk id="2" creationId="{833D04CD-11B8-55DE-B219-63E10E011332}"/>
          </ac:spMkLst>
        </pc:spChg>
        <pc:spChg chg="del">
          <ac:chgData name="Jefferson Passerini" userId="ec684a97d9b6a829" providerId="LiveId" clId="{B70817A6-11F6-40EF-AC45-EF49FA594AFA}" dt="2024-05-08T18:41:43.987" v="6117" actId="478"/>
          <ac:spMkLst>
            <pc:docMk/>
            <pc:sldMk cId="3780850620" sldId="310"/>
            <ac:spMk id="3" creationId="{212081E4-07F6-C689-2ACC-B6CADD634983}"/>
          </ac:spMkLst>
        </pc:spChg>
        <pc:spChg chg="add del mod">
          <ac:chgData name="Jefferson Passerini" userId="ec684a97d9b6a829" providerId="LiveId" clId="{B70817A6-11F6-40EF-AC45-EF49FA594AFA}" dt="2024-05-08T18:41:45.942" v="6118" actId="478"/>
          <ac:spMkLst>
            <pc:docMk/>
            <pc:sldMk cId="3780850620" sldId="310"/>
            <ac:spMk id="7" creationId="{E8D03ADA-3CA4-E46E-F452-8A2B750C93F0}"/>
          </ac:spMkLst>
        </pc:spChg>
        <pc:spChg chg="add del">
          <ac:chgData name="Jefferson Passerini" userId="ec684a97d9b6a829" providerId="LiveId" clId="{B70817A6-11F6-40EF-AC45-EF49FA594AFA}" dt="2024-05-08T18:49:50.560" v="6123" actId="478"/>
          <ac:spMkLst>
            <pc:docMk/>
            <pc:sldMk cId="3780850620" sldId="310"/>
            <ac:spMk id="10" creationId="{BAA8AC79-8524-C5D2-5603-A865D22D333A}"/>
          </ac:spMkLst>
        </pc:spChg>
        <pc:picChg chg="del">
          <ac:chgData name="Jefferson Passerini" userId="ec684a97d9b6a829" providerId="LiveId" clId="{B70817A6-11F6-40EF-AC45-EF49FA594AFA}" dt="2024-05-08T18:41:41.999" v="6116" actId="478"/>
          <ac:picMkLst>
            <pc:docMk/>
            <pc:sldMk cId="3780850620" sldId="310"/>
            <ac:picMk id="6" creationId="{D35139F2-7B9B-09A3-C47B-1356E2943089}"/>
          </ac:picMkLst>
        </pc:picChg>
        <pc:picChg chg="add del mod">
          <ac:chgData name="Jefferson Passerini" userId="ec684a97d9b6a829" providerId="LiveId" clId="{B70817A6-11F6-40EF-AC45-EF49FA594AFA}" dt="2024-05-08T18:49:49.464" v="6122" actId="478"/>
          <ac:picMkLst>
            <pc:docMk/>
            <pc:sldMk cId="3780850620" sldId="310"/>
            <ac:picMk id="9" creationId="{C096C33D-9F68-F7E9-23AC-8C10C9C6B75B}"/>
          </ac:picMkLst>
        </pc:picChg>
        <pc:picChg chg="add del mod">
          <ac:chgData name="Jefferson Passerini" userId="ec684a97d9b6a829" providerId="LiveId" clId="{B70817A6-11F6-40EF-AC45-EF49FA594AFA}" dt="2024-05-08T18:50:27.154" v="6129" actId="478"/>
          <ac:picMkLst>
            <pc:docMk/>
            <pc:sldMk cId="3780850620" sldId="310"/>
            <ac:picMk id="12" creationId="{21662D69-ACF1-DCD2-71F0-5516934B3A4C}"/>
          </ac:picMkLst>
        </pc:picChg>
        <pc:picChg chg="add mod">
          <ac:chgData name="Jefferson Passerini" userId="ec684a97d9b6a829" providerId="LiveId" clId="{B70817A6-11F6-40EF-AC45-EF49FA594AFA}" dt="2024-05-08T18:50:43.749" v="6131" actId="1076"/>
          <ac:picMkLst>
            <pc:docMk/>
            <pc:sldMk cId="3780850620" sldId="310"/>
            <ac:picMk id="14" creationId="{C458B1C8-A6C2-3D4F-E734-F190F59495CB}"/>
          </ac:picMkLst>
        </pc:picChg>
        <pc:picChg chg="add mod">
          <ac:chgData name="Jefferson Passerini" userId="ec684a97d9b6a829" providerId="LiveId" clId="{B70817A6-11F6-40EF-AC45-EF49FA594AFA}" dt="2024-05-08T18:50:59.412" v="6133" actId="1076"/>
          <ac:picMkLst>
            <pc:docMk/>
            <pc:sldMk cId="3780850620" sldId="310"/>
            <ac:picMk id="16" creationId="{6B936F9D-5AE5-3A58-C78E-D1D34E0293A5}"/>
          </ac:picMkLst>
        </pc:picChg>
        <pc:picChg chg="add mod">
          <ac:chgData name="Jefferson Passerini" userId="ec684a97d9b6a829" providerId="LiveId" clId="{B70817A6-11F6-40EF-AC45-EF49FA594AFA}" dt="2024-05-08T18:51:34.459" v="6140" actId="1076"/>
          <ac:picMkLst>
            <pc:docMk/>
            <pc:sldMk cId="3780850620" sldId="310"/>
            <ac:picMk id="18" creationId="{719BA02E-3BE1-A7F9-2B78-2F743E65EBC3}"/>
          </ac:picMkLst>
        </pc:picChg>
      </pc:sldChg>
      <pc:sldChg chg="addSp delSp modSp add mod">
        <pc:chgData name="Jefferson Passerini" userId="ec684a97d9b6a829" providerId="LiveId" clId="{B70817A6-11F6-40EF-AC45-EF49FA594AFA}" dt="2024-05-08T20:13:24.496" v="7736" actId="1076"/>
        <pc:sldMkLst>
          <pc:docMk/>
          <pc:sldMk cId="2013935366" sldId="311"/>
        </pc:sldMkLst>
        <pc:spChg chg="mod">
          <ac:chgData name="Jefferson Passerini" userId="ec684a97d9b6a829" providerId="LiveId" clId="{B70817A6-11F6-40EF-AC45-EF49FA594AFA}" dt="2024-05-08T20:13:24.496" v="7736" actId="1076"/>
          <ac:spMkLst>
            <pc:docMk/>
            <pc:sldMk cId="2013935366" sldId="311"/>
            <ac:spMk id="2" creationId="{833D04CD-11B8-55DE-B219-63E10E011332}"/>
          </ac:spMkLst>
        </pc:spChg>
        <pc:picChg chg="add mod">
          <ac:chgData name="Jefferson Passerini" userId="ec684a97d9b6a829" providerId="LiveId" clId="{B70817A6-11F6-40EF-AC45-EF49FA594AFA}" dt="2024-05-08T18:51:54.449" v="6144" actId="1076"/>
          <ac:picMkLst>
            <pc:docMk/>
            <pc:sldMk cId="2013935366" sldId="311"/>
            <ac:picMk id="5" creationId="{1E6544DB-333A-62C3-A031-C9979B44B78A}"/>
          </ac:picMkLst>
        </pc:picChg>
        <pc:picChg chg="add mod">
          <ac:chgData name="Jefferson Passerini" userId="ec684a97d9b6a829" providerId="LiveId" clId="{B70817A6-11F6-40EF-AC45-EF49FA594AFA}" dt="2024-05-08T18:52:10.913" v="6146" actId="1076"/>
          <ac:picMkLst>
            <pc:docMk/>
            <pc:sldMk cId="2013935366" sldId="311"/>
            <ac:picMk id="7" creationId="{52AB7B46-9939-BA82-DA78-162AB7335FC7}"/>
          </ac:picMkLst>
        </pc:picChg>
        <pc:picChg chg="add mod">
          <ac:chgData name="Jefferson Passerini" userId="ec684a97d9b6a829" providerId="LiveId" clId="{B70817A6-11F6-40EF-AC45-EF49FA594AFA}" dt="2024-05-08T18:52:25.009" v="6148" actId="1076"/>
          <ac:picMkLst>
            <pc:docMk/>
            <pc:sldMk cId="2013935366" sldId="311"/>
            <ac:picMk id="9" creationId="{29D48077-3F2D-E237-C783-E30C914C7622}"/>
          </ac:picMkLst>
        </pc:picChg>
        <pc:picChg chg="del">
          <ac:chgData name="Jefferson Passerini" userId="ec684a97d9b6a829" providerId="LiveId" clId="{B70817A6-11F6-40EF-AC45-EF49FA594AFA}" dt="2024-05-08T18:51:12.665" v="6135" actId="478"/>
          <ac:picMkLst>
            <pc:docMk/>
            <pc:sldMk cId="2013935366" sldId="311"/>
            <ac:picMk id="14" creationId="{C458B1C8-A6C2-3D4F-E734-F190F59495CB}"/>
          </ac:picMkLst>
        </pc:picChg>
        <pc:picChg chg="del">
          <ac:chgData name="Jefferson Passerini" userId="ec684a97d9b6a829" providerId="LiveId" clId="{B70817A6-11F6-40EF-AC45-EF49FA594AFA}" dt="2024-05-08T18:51:13.150" v="6136" actId="478"/>
          <ac:picMkLst>
            <pc:docMk/>
            <pc:sldMk cId="2013935366" sldId="311"/>
            <ac:picMk id="16" creationId="{6B936F9D-5AE5-3A58-C78E-D1D34E0293A5}"/>
          </ac:picMkLst>
        </pc:picChg>
      </pc:sldChg>
      <pc:sldChg chg="del">
        <pc:chgData name="Jefferson Passerini" userId="ec684a97d9b6a829" providerId="LiveId" clId="{B70817A6-11F6-40EF-AC45-EF49FA594AFA}" dt="2024-05-08T16:14:45.856" v="214" actId="47"/>
        <pc:sldMkLst>
          <pc:docMk/>
          <pc:sldMk cId="4122311074" sldId="311"/>
        </pc:sldMkLst>
      </pc:sldChg>
      <pc:sldChg chg="addSp delSp modSp add mod ord">
        <pc:chgData name="Jefferson Passerini" userId="ec684a97d9b6a829" providerId="LiveId" clId="{B70817A6-11F6-40EF-AC45-EF49FA594AFA}" dt="2024-05-09T16:10:36.555" v="8271" actId="1076"/>
        <pc:sldMkLst>
          <pc:docMk/>
          <pc:sldMk cId="547630217" sldId="312"/>
        </pc:sldMkLst>
        <pc:spChg chg="mod">
          <ac:chgData name="Jefferson Passerini" userId="ec684a97d9b6a829" providerId="LiveId" clId="{B70817A6-11F6-40EF-AC45-EF49FA594AFA}" dt="2024-05-08T20:13:20.500" v="7735" actId="1076"/>
          <ac:spMkLst>
            <pc:docMk/>
            <pc:sldMk cId="547630217" sldId="312"/>
            <ac:spMk id="2" creationId="{833D04CD-11B8-55DE-B219-63E10E011332}"/>
          </ac:spMkLst>
        </pc:spChg>
        <pc:spChg chg="add mod">
          <ac:chgData name="Jefferson Passerini" userId="ec684a97d9b6a829" providerId="LiveId" clId="{B70817A6-11F6-40EF-AC45-EF49FA594AFA}" dt="2024-05-08T18:56:46.162" v="6323" actId="20577"/>
          <ac:spMkLst>
            <pc:docMk/>
            <pc:sldMk cId="547630217" sldId="312"/>
            <ac:spMk id="11" creationId="{3AE03366-0FC3-A3B5-6846-FA824F2D8475}"/>
          </ac:spMkLst>
        </pc:spChg>
        <pc:spChg chg="add mod">
          <ac:chgData name="Jefferson Passerini" userId="ec684a97d9b6a829" providerId="LiveId" clId="{B70817A6-11F6-40EF-AC45-EF49FA594AFA}" dt="2024-05-08T18:56:16.480" v="6254" actId="207"/>
          <ac:spMkLst>
            <pc:docMk/>
            <pc:sldMk cId="547630217" sldId="312"/>
            <ac:spMk id="12" creationId="{A3CDEC82-E74E-7574-FDE9-101B2D935ABD}"/>
          </ac:spMkLst>
        </pc:spChg>
        <pc:spChg chg="add mod">
          <ac:chgData name="Jefferson Passerini" userId="ec684a97d9b6a829" providerId="LiveId" clId="{B70817A6-11F6-40EF-AC45-EF49FA594AFA}" dt="2024-05-08T18:56:28.078" v="6260" actId="1035"/>
          <ac:spMkLst>
            <pc:docMk/>
            <pc:sldMk cId="547630217" sldId="312"/>
            <ac:spMk id="13" creationId="{139764F3-F417-46F9-6BDD-1B611904FF6F}"/>
          </ac:spMkLst>
        </pc:spChg>
        <pc:spChg chg="add mod">
          <ac:chgData name="Jefferson Passerini" userId="ec684a97d9b6a829" providerId="LiveId" clId="{B70817A6-11F6-40EF-AC45-EF49FA594AFA}" dt="2024-05-09T16:00:19.628" v="8142" actId="14100"/>
          <ac:spMkLst>
            <pc:docMk/>
            <pc:sldMk cId="547630217" sldId="312"/>
            <ac:spMk id="14" creationId="{9E6E4635-BC91-E45D-854B-29EC4B623859}"/>
          </ac:spMkLst>
        </pc:spChg>
        <pc:picChg chg="del">
          <ac:chgData name="Jefferson Passerini" userId="ec684a97d9b6a829" providerId="LiveId" clId="{B70817A6-11F6-40EF-AC45-EF49FA594AFA}" dt="2024-05-08T18:53:01.941" v="6156" actId="478"/>
          <ac:picMkLst>
            <pc:docMk/>
            <pc:sldMk cId="547630217" sldId="312"/>
            <ac:picMk id="5" creationId="{1E6544DB-333A-62C3-A031-C9979B44B78A}"/>
          </ac:picMkLst>
        </pc:picChg>
        <pc:picChg chg="add del mod">
          <ac:chgData name="Jefferson Passerini" userId="ec684a97d9b6a829" providerId="LiveId" clId="{B70817A6-11F6-40EF-AC45-EF49FA594AFA}" dt="2024-05-09T16:04:11.819" v="8149" actId="478"/>
          <ac:picMkLst>
            <pc:docMk/>
            <pc:sldMk cId="547630217" sldId="312"/>
            <ac:picMk id="5" creationId="{868F32B4-B532-122F-5148-5E3A5E15CA15}"/>
          </ac:picMkLst>
        </pc:picChg>
        <pc:picChg chg="add mod">
          <ac:chgData name="Jefferson Passerini" userId="ec684a97d9b6a829" providerId="LiveId" clId="{B70817A6-11F6-40EF-AC45-EF49FA594AFA}" dt="2024-05-08T18:55:01.119" v="6162" actId="1076"/>
          <ac:picMkLst>
            <pc:docMk/>
            <pc:sldMk cId="547630217" sldId="312"/>
            <ac:picMk id="6" creationId="{C9FB7135-9173-925C-07C7-0C7BB2807EAA}"/>
          </ac:picMkLst>
        </pc:picChg>
        <pc:picChg chg="del">
          <ac:chgData name="Jefferson Passerini" userId="ec684a97d9b6a829" providerId="LiveId" clId="{B70817A6-11F6-40EF-AC45-EF49FA594AFA}" dt="2024-05-08T18:53:00.596" v="6154" actId="478"/>
          <ac:picMkLst>
            <pc:docMk/>
            <pc:sldMk cId="547630217" sldId="312"/>
            <ac:picMk id="7" creationId="{52AB7B46-9939-BA82-DA78-162AB7335FC7}"/>
          </ac:picMkLst>
        </pc:picChg>
        <pc:picChg chg="add del mod ord">
          <ac:chgData name="Jefferson Passerini" userId="ec684a97d9b6a829" providerId="LiveId" clId="{B70817A6-11F6-40EF-AC45-EF49FA594AFA}" dt="2024-05-09T16:10:28.366" v="8269" actId="478"/>
          <ac:picMkLst>
            <pc:docMk/>
            <pc:sldMk cId="547630217" sldId="312"/>
            <ac:picMk id="7" creationId="{C42868C6-F446-D29B-69DF-22236FEC17C0}"/>
          </ac:picMkLst>
        </pc:picChg>
        <pc:picChg chg="del">
          <ac:chgData name="Jefferson Passerini" userId="ec684a97d9b6a829" providerId="LiveId" clId="{B70817A6-11F6-40EF-AC45-EF49FA594AFA}" dt="2024-05-08T18:53:01.190" v="6155" actId="478"/>
          <ac:picMkLst>
            <pc:docMk/>
            <pc:sldMk cId="547630217" sldId="312"/>
            <ac:picMk id="9" creationId="{29D48077-3F2D-E237-C783-E30C914C7622}"/>
          </ac:picMkLst>
        </pc:picChg>
        <pc:picChg chg="add mod">
          <ac:chgData name="Jefferson Passerini" userId="ec684a97d9b6a829" providerId="LiveId" clId="{B70817A6-11F6-40EF-AC45-EF49FA594AFA}" dt="2024-05-09T16:10:36.555" v="8271" actId="1076"/>
          <ac:picMkLst>
            <pc:docMk/>
            <pc:sldMk cId="547630217" sldId="312"/>
            <ac:picMk id="9" creationId="{887AD54E-51B2-EE24-0F03-212BE32B5FB8}"/>
          </ac:picMkLst>
        </pc:picChg>
        <pc:picChg chg="add del mod">
          <ac:chgData name="Jefferson Passerini" userId="ec684a97d9b6a829" providerId="LiveId" clId="{B70817A6-11F6-40EF-AC45-EF49FA594AFA}" dt="2024-05-09T16:00:04.389" v="8139" actId="478"/>
          <ac:picMkLst>
            <pc:docMk/>
            <pc:sldMk cId="547630217" sldId="312"/>
            <ac:picMk id="10" creationId="{B89C7E24-AD50-A452-9497-9B6E24845B15}"/>
          </ac:picMkLst>
        </pc:picChg>
      </pc:sldChg>
      <pc:sldChg chg="del">
        <pc:chgData name="Jefferson Passerini" userId="ec684a97d9b6a829" providerId="LiveId" clId="{B70817A6-11F6-40EF-AC45-EF49FA594AFA}" dt="2024-05-08T16:14:47.607" v="218" actId="47"/>
        <pc:sldMkLst>
          <pc:docMk/>
          <pc:sldMk cId="1185081769" sldId="312"/>
        </pc:sldMkLst>
      </pc:sldChg>
      <pc:sldChg chg="addSp modSp add mod ord">
        <pc:chgData name="Jefferson Passerini" userId="ec684a97d9b6a829" providerId="LiveId" clId="{B70817A6-11F6-40EF-AC45-EF49FA594AFA}" dt="2024-05-08T20:33:36.926" v="7899" actId="1076"/>
        <pc:sldMkLst>
          <pc:docMk/>
          <pc:sldMk cId="1902030872" sldId="313"/>
        </pc:sldMkLst>
        <pc:spChg chg="mod">
          <ac:chgData name="Jefferson Passerini" userId="ec684a97d9b6a829" providerId="LiveId" clId="{B70817A6-11F6-40EF-AC45-EF49FA594AFA}" dt="2024-05-08T20:13:15.342" v="7734" actId="1076"/>
          <ac:spMkLst>
            <pc:docMk/>
            <pc:sldMk cId="1902030872" sldId="313"/>
            <ac:spMk id="2" creationId="{833D04CD-11B8-55DE-B219-63E10E011332}"/>
          </ac:spMkLst>
        </pc:spChg>
        <pc:spChg chg="mod">
          <ac:chgData name="Jefferson Passerini" userId="ec684a97d9b6a829" providerId="LiveId" clId="{B70817A6-11F6-40EF-AC45-EF49FA594AFA}" dt="2024-05-08T20:32:13.650" v="7884" actId="1076"/>
          <ac:spMkLst>
            <pc:docMk/>
            <pc:sldMk cId="1902030872" sldId="313"/>
            <ac:spMk id="3" creationId="{212081E4-07F6-C689-2ACC-B6CADD634983}"/>
          </ac:spMkLst>
        </pc:spChg>
        <pc:spChg chg="add mod">
          <ac:chgData name="Jefferson Passerini" userId="ec684a97d9b6a829" providerId="LiveId" clId="{B70817A6-11F6-40EF-AC45-EF49FA594AFA}" dt="2024-05-08T20:33:36.926" v="7899" actId="1076"/>
          <ac:spMkLst>
            <pc:docMk/>
            <pc:sldMk cId="1902030872" sldId="313"/>
            <ac:spMk id="7" creationId="{0E89D9CE-FC8E-6315-5410-3D98B2FB7405}"/>
          </ac:spMkLst>
        </pc:spChg>
        <pc:picChg chg="add mod">
          <ac:chgData name="Jefferson Passerini" userId="ec684a97d9b6a829" providerId="LiveId" clId="{B70817A6-11F6-40EF-AC45-EF49FA594AFA}" dt="2024-05-08T20:32:10.922" v="7883" actId="1076"/>
          <ac:picMkLst>
            <pc:docMk/>
            <pc:sldMk cId="1902030872" sldId="313"/>
            <ac:picMk id="6" creationId="{B6D2C957-AD4B-CD4D-66A3-2C08E2B51863}"/>
          </ac:picMkLst>
        </pc:picChg>
      </pc:sldChg>
      <pc:sldChg chg="del">
        <pc:chgData name="Jefferson Passerini" userId="ec684a97d9b6a829" providerId="LiveId" clId="{B70817A6-11F6-40EF-AC45-EF49FA594AFA}" dt="2024-05-08T16:14:47.983" v="219" actId="47"/>
        <pc:sldMkLst>
          <pc:docMk/>
          <pc:sldMk cId="2045351542" sldId="313"/>
        </pc:sldMkLst>
      </pc:sldChg>
      <pc:sldChg chg="addSp delSp modSp add mod">
        <pc:chgData name="Jefferson Passerini" userId="ec684a97d9b6a829" providerId="LiveId" clId="{B70817A6-11F6-40EF-AC45-EF49FA594AFA}" dt="2024-05-08T20:13:10.961" v="7733" actId="1076"/>
        <pc:sldMkLst>
          <pc:docMk/>
          <pc:sldMk cId="890289903" sldId="314"/>
        </pc:sldMkLst>
        <pc:spChg chg="mod">
          <ac:chgData name="Jefferson Passerini" userId="ec684a97d9b6a829" providerId="LiveId" clId="{B70817A6-11F6-40EF-AC45-EF49FA594AFA}" dt="2024-05-08T20:13:10.961" v="7733" actId="1076"/>
          <ac:spMkLst>
            <pc:docMk/>
            <pc:sldMk cId="890289903" sldId="314"/>
            <ac:spMk id="2" creationId="{833D04CD-11B8-55DE-B219-63E10E011332}"/>
          </ac:spMkLst>
        </pc:spChg>
        <pc:picChg chg="del">
          <ac:chgData name="Jefferson Passerini" userId="ec684a97d9b6a829" providerId="LiveId" clId="{B70817A6-11F6-40EF-AC45-EF49FA594AFA}" dt="2024-05-08T19:57:59.029" v="7234" actId="478"/>
          <ac:picMkLst>
            <pc:docMk/>
            <pc:sldMk cId="890289903" sldId="314"/>
            <ac:picMk id="5" creationId="{1E6544DB-333A-62C3-A031-C9979B44B78A}"/>
          </ac:picMkLst>
        </pc:picChg>
        <pc:picChg chg="add mod">
          <ac:chgData name="Jefferson Passerini" userId="ec684a97d9b6a829" providerId="LiveId" clId="{B70817A6-11F6-40EF-AC45-EF49FA594AFA}" dt="2024-05-08T20:07:28.999" v="7237" actId="1076"/>
          <ac:picMkLst>
            <pc:docMk/>
            <pc:sldMk cId="890289903" sldId="314"/>
            <ac:picMk id="6" creationId="{DF1A88CA-C620-9F53-565E-E3EB050A9E34}"/>
          </ac:picMkLst>
        </pc:picChg>
        <pc:picChg chg="del">
          <ac:chgData name="Jefferson Passerini" userId="ec684a97d9b6a829" providerId="LiveId" clId="{B70817A6-11F6-40EF-AC45-EF49FA594AFA}" dt="2024-05-08T19:57:57.513" v="7232" actId="478"/>
          <ac:picMkLst>
            <pc:docMk/>
            <pc:sldMk cId="890289903" sldId="314"/>
            <ac:picMk id="7" creationId="{52AB7B46-9939-BA82-DA78-162AB7335FC7}"/>
          </ac:picMkLst>
        </pc:picChg>
        <pc:picChg chg="del">
          <ac:chgData name="Jefferson Passerini" userId="ec684a97d9b6a829" providerId="LiveId" clId="{B70817A6-11F6-40EF-AC45-EF49FA594AFA}" dt="2024-05-08T19:57:58.294" v="7233" actId="478"/>
          <ac:picMkLst>
            <pc:docMk/>
            <pc:sldMk cId="890289903" sldId="314"/>
            <ac:picMk id="9" creationId="{29D48077-3F2D-E237-C783-E30C914C7622}"/>
          </ac:picMkLst>
        </pc:picChg>
        <pc:picChg chg="add mod">
          <ac:chgData name="Jefferson Passerini" userId="ec684a97d9b6a829" providerId="LiveId" clId="{B70817A6-11F6-40EF-AC45-EF49FA594AFA}" dt="2024-05-08T20:07:56.213" v="7241" actId="1076"/>
          <ac:picMkLst>
            <pc:docMk/>
            <pc:sldMk cId="890289903" sldId="314"/>
            <ac:picMk id="10" creationId="{D1141EB0-FCFA-06C1-058E-6961BAF6CA10}"/>
          </ac:picMkLst>
        </pc:picChg>
        <pc:picChg chg="add mod">
          <ac:chgData name="Jefferson Passerini" userId="ec684a97d9b6a829" providerId="LiveId" clId="{B70817A6-11F6-40EF-AC45-EF49FA594AFA}" dt="2024-05-08T20:08:51.602" v="7251" actId="1076"/>
          <ac:picMkLst>
            <pc:docMk/>
            <pc:sldMk cId="890289903" sldId="314"/>
            <ac:picMk id="12" creationId="{DC3DC4B2-B98E-B98B-B763-18E0D7969B89}"/>
          </ac:picMkLst>
        </pc:picChg>
      </pc:sldChg>
      <pc:sldChg chg="del">
        <pc:chgData name="Jefferson Passerini" userId="ec684a97d9b6a829" providerId="LiveId" clId="{B70817A6-11F6-40EF-AC45-EF49FA594AFA}" dt="2024-05-08T16:14:48.358" v="220" actId="47"/>
        <pc:sldMkLst>
          <pc:docMk/>
          <pc:sldMk cId="2034854883" sldId="314"/>
        </pc:sldMkLst>
      </pc:sldChg>
      <pc:sldChg chg="del">
        <pc:chgData name="Jefferson Passerini" userId="ec684a97d9b6a829" providerId="LiveId" clId="{B70817A6-11F6-40EF-AC45-EF49FA594AFA}" dt="2024-05-08T16:14:48.734" v="221" actId="47"/>
        <pc:sldMkLst>
          <pc:docMk/>
          <pc:sldMk cId="1664281043" sldId="315"/>
        </pc:sldMkLst>
      </pc:sldChg>
      <pc:sldChg chg="addSp delSp modSp add mod">
        <pc:chgData name="Jefferson Passerini" userId="ec684a97d9b6a829" providerId="LiveId" clId="{B70817A6-11F6-40EF-AC45-EF49FA594AFA}" dt="2024-05-08T20:13:04.845" v="7732" actId="1076"/>
        <pc:sldMkLst>
          <pc:docMk/>
          <pc:sldMk cId="3989626140" sldId="315"/>
        </pc:sldMkLst>
        <pc:spChg chg="mod">
          <ac:chgData name="Jefferson Passerini" userId="ec684a97d9b6a829" providerId="LiveId" clId="{B70817A6-11F6-40EF-AC45-EF49FA594AFA}" dt="2024-05-08T20:13:04.845" v="7732" actId="1076"/>
          <ac:spMkLst>
            <pc:docMk/>
            <pc:sldMk cId="3989626140" sldId="315"/>
            <ac:spMk id="2" creationId="{833D04CD-11B8-55DE-B219-63E10E011332}"/>
          </ac:spMkLst>
        </pc:spChg>
        <pc:spChg chg="add mod">
          <ac:chgData name="Jefferson Passerini" userId="ec684a97d9b6a829" providerId="LiveId" clId="{B70817A6-11F6-40EF-AC45-EF49FA594AFA}" dt="2024-05-08T20:09:24.895" v="7260" actId="1035"/>
          <ac:spMkLst>
            <pc:docMk/>
            <pc:sldMk cId="3989626140" sldId="315"/>
            <ac:spMk id="9" creationId="{457ADF0D-BEFA-D166-B4BD-2833ED52183B}"/>
          </ac:spMkLst>
        </pc:spChg>
        <pc:spChg chg="add mod">
          <ac:chgData name="Jefferson Passerini" userId="ec684a97d9b6a829" providerId="LiveId" clId="{B70817A6-11F6-40EF-AC45-EF49FA594AFA}" dt="2024-05-08T20:09:24.895" v="7260" actId="1035"/>
          <ac:spMkLst>
            <pc:docMk/>
            <pc:sldMk cId="3989626140" sldId="315"/>
            <ac:spMk id="11" creationId="{CD73C9E0-FF63-32BE-5EFB-5B0308E9DB28}"/>
          </ac:spMkLst>
        </pc:spChg>
        <pc:spChg chg="add mod">
          <ac:chgData name="Jefferson Passerini" userId="ec684a97d9b6a829" providerId="LiveId" clId="{B70817A6-11F6-40EF-AC45-EF49FA594AFA}" dt="2024-05-08T20:11:28.740" v="7558" actId="27636"/>
          <ac:spMkLst>
            <pc:docMk/>
            <pc:sldMk cId="3989626140" sldId="315"/>
            <ac:spMk id="16" creationId="{A264D272-CB40-7EE9-55A3-FD8C2608BDA4}"/>
          </ac:spMkLst>
        </pc:spChg>
        <pc:picChg chg="add mod">
          <ac:chgData name="Jefferson Passerini" userId="ec684a97d9b6a829" providerId="LiveId" clId="{B70817A6-11F6-40EF-AC45-EF49FA594AFA}" dt="2024-05-08T20:09:15.585" v="7254" actId="1076"/>
          <ac:picMkLst>
            <pc:docMk/>
            <pc:sldMk cId="3989626140" sldId="315"/>
            <ac:picMk id="5" creationId="{4DA114D1-C1CE-49FF-837C-F36E94C1C038}"/>
          </ac:picMkLst>
        </pc:picChg>
        <pc:picChg chg="del">
          <ac:chgData name="Jefferson Passerini" userId="ec684a97d9b6a829" providerId="LiveId" clId="{B70817A6-11F6-40EF-AC45-EF49FA594AFA}" dt="2024-05-08T20:08:05.958" v="7243" actId="478"/>
          <ac:picMkLst>
            <pc:docMk/>
            <pc:sldMk cId="3989626140" sldId="315"/>
            <ac:picMk id="6" creationId="{DF1A88CA-C620-9F53-565E-E3EB050A9E34}"/>
          </ac:picMkLst>
        </pc:picChg>
        <pc:picChg chg="add mod">
          <ac:chgData name="Jefferson Passerini" userId="ec684a97d9b6a829" providerId="LiveId" clId="{B70817A6-11F6-40EF-AC45-EF49FA594AFA}" dt="2024-05-08T20:09:14.144" v="7253" actId="1076"/>
          <ac:picMkLst>
            <pc:docMk/>
            <pc:sldMk cId="3989626140" sldId="315"/>
            <ac:picMk id="8" creationId="{4F91AE5E-6CD9-A21B-3241-8E8687F3972B}"/>
          </ac:picMkLst>
        </pc:picChg>
        <pc:picChg chg="del">
          <ac:chgData name="Jefferson Passerini" userId="ec684a97d9b6a829" providerId="LiveId" clId="{B70817A6-11F6-40EF-AC45-EF49FA594AFA}" dt="2024-05-08T20:08:06.803" v="7244" actId="478"/>
          <ac:picMkLst>
            <pc:docMk/>
            <pc:sldMk cId="3989626140" sldId="315"/>
            <ac:picMk id="10" creationId="{D1141EB0-FCFA-06C1-058E-6961BAF6CA10}"/>
          </ac:picMkLst>
        </pc:picChg>
        <pc:cxnChg chg="add mod">
          <ac:chgData name="Jefferson Passerini" userId="ec684a97d9b6a829" providerId="LiveId" clId="{B70817A6-11F6-40EF-AC45-EF49FA594AFA}" dt="2024-05-08T20:09:39.118" v="7262" actId="208"/>
          <ac:cxnSpMkLst>
            <pc:docMk/>
            <pc:sldMk cId="3989626140" sldId="315"/>
            <ac:cxnSpMk id="13" creationId="{1FBC83F0-222A-B5C6-330D-5829E8D60C76}"/>
          </ac:cxnSpMkLst>
        </pc:cxnChg>
        <pc:cxnChg chg="add mod">
          <ac:chgData name="Jefferson Passerini" userId="ec684a97d9b6a829" providerId="LiveId" clId="{B70817A6-11F6-40EF-AC45-EF49FA594AFA}" dt="2024-05-08T20:09:48.247" v="7265" actId="14100"/>
          <ac:cxnSpMkLst>
            <pc:docMk/>
            <pc:sldMk cId="3989626140" sldId="315"/>
            <ac:cxnSpMk id="14" creationId="{E8E133DA-AA23-7B2F-1FCB-3B39BB79105E}"/>
          </ac:cxnSpMkLst>
        </pc:cxnChg>
      </pc:sldChg>
      <pc:sldChg chg="del">
        <pc:chgData name="Jefferson Passerini" userId="ec684a97d9b6a829" providerId="LiveId" clId="{B70817A6-11F6-40EF-AC45-EF49FA594AFA}" dt="2024-05-08T16:14:49.126" v="222" actId="47"/>
        <pc:sldMkLst>
          <pc:docMk/>
          <pc:sldMk cId="3234764948" sldId="316"/>
        </pc:sldMkLst>
      </pc:sldChg>
      <pc:sldChg chg="modSp add mod">
        <pc:chgData name="Jefferson Passerini" userId="ec684a97d9b6a829" providerId="LiveId" clId="{B70817A6-11F6-40EF-AC45-EF49FA594AFA}" dt="2024-05-08T20:13:00.029" v="7731" actId="1076"/>
        <pc:sldMkLst>
          <pc:docMk/>
          <pc:sldMk cId="4138734264" sldId="316"/>
        </pc:sldMkLst>
        <pc:spChg chg="mod">
          <ac:chgData name="Jefferson Passerini" userId="ec684a97d9b6a829" providerId="LiveId" clId="{B70817A6-11F6-40EF-AC45-EF49FA594AFA}" dt="2024-05-08T20:13:00.029" v="7731" actId="1076"/>
          <ac:spMkLst>
            <pc:docMk/>
            <pc:sldMk cId="4138734264" sldId="316"/>
            <ac:spMk id="2" creationId="{833D04CD-11B8-55DE-B219-63E10E011332}"/>
          </ac:spMkLst>
        </pc:spChg>
        <pc:spChg chg="mod">
          <ac:chgData name="Jefferson Passerini" userId="ec684a97d9b6a829" providerId="LiveId" clId="{B70817A6-11F6-40EF-AC45-EF49FA594AFA}" dt="2024-05-08T20:12:42.981" v="7730" actId="6549"/>
          <ac:spMkLst>
            <pc:docMk/>
            <pc:sldMk cId="4138734264" sldId="316"/>
            <ac:spMk id="16" creationId="{A264D272-CB40-7EE9-55A3-FD8C2608BDA4}"/>
          </ac:spMkLst>
        </pc:spChg>
      </pc:sldChg>
      <pc:sldChg chg="modSp add mod ord">
        <pc:chgData name="Jefferson Passerini" userId="ec684a97d9b6a829" providerId="LiveId" clId="{B70817A6-11F6-40EF-AC45-EF49FA594AFA}" dt="2024-05-08T20:14:55.943" v="7767" actId="113"/>
        <pc:sldMkLst>
          <pc:docMk/>
          <pc:sldMk cId="550494546" sldId="317"/>
        </pc:sldMkLst>
        <pc:spChg chg="mod">
          <ac:chgData name="Jefferson Passerini" userId="ec684a97d9b6a829" providerId="LiveId" clId="{B70817A6-11F6-40EF-AC45-EF49FA594AFA}" dt="2024-05-08T20:14:09.888" v="7759" actId="20577"/>
          <ac:spMkLst>
            <pc:docMk/>
            <pc:sldMk cId="550494546" sldId="317"/>
            <ac:spMk id="2" creationId="{833D04CD-11B8-55DE-B219-63E10E011332}"/>
          </ac:spMkLst>
        </pc:spChg>
        <pc:spChg chg="mod">
          <ac:chgData name="Jefferson Passerini" userId="ec684a97d9b6a829" providerId="LiveId" clId="{B70817A6-11F6-40EF-AC45-EF49FA594AFA}" dt="2024-05-08T20:14:55.943" v="7767" actId="113"/>
          <ac:spMkLst>
            <pc:docMk/>
            <pc:sldMk cId="550494546" sldId="317"/>
            <ac:spMk id="3" creationId="{212081E4-07F6-C689-2ACC-B6CADD634983}"/>
          </ac:spMkLst>
        </pc:spChg>
      </pc:sldChg>
      <pc:sldChg chg="del">
        <pc:chgData name="Jefferson Passerini" userId="ec684a97d9b6a829" providerId="LiveId" clId="{B70817A6-11F6-40EF-AC45-EF49FA594AFA}" dt="2024-05-08T16:14:49.799" v="223" actId="47"/>
        <pc:sldMkLst>
          <pc:docMk/>
          <pc:sldMk cId="1930277007" sldId="317"/>
        </pc:sldMkLst>
      </pc:sldChg>
      <pc:sldChg chg="modSp add mod">
        <pc:chgData name="Jefferson Passerini" userId="ec684a97d9b6a829" providerId="LiveId" clId="{B70817A6-11F6-40EF-AC45-EF49FA594AFA}" dt="2024-05-08T20:15:54.452" v="7782" actId="20577"/>
        <pc:sldMkLst>
          <pc:docMk/>
          <pc:sldMk cId="300379777" sldId="318"/>
        </pc:sldMkLst>
        <pc:spChg chg="mod">
          <ac:chgData name="Jefferson Passerini" userId="ec684a97d9b6a829" providerId="LiveId" clId="{B70817A6-11F6-40EF-AC45-EF49FA594AFA}" dt="2024-05-08T20:15:54.452" v="7782" actId="20577"/>
          <ac:spMkLst>
            <pc:docMk/>
            <pc:sldMk cId="300379777" sldId="318"/>
            <ac:spMk id="3" creationId="{212081E4-07F6-C689-2ACC-B6CADD634983}"/>
          </ac:spMkLst>
        </pc:spChg>
      </pc:sldChg>
      <pc:sldChg chg="del">
        <pc:chgData name="Jefferson Passerini" userId="ec684a97d9b6a829" providerId="LiveId" clId="{B70817A6-11F6-40EF-AC45-EF49FA594AFA}" dt="2024-05-08T16:14:59.779" v="246" actId="47"/>
        <pc:sldMkLst>
          <pc:docMk/>
          <pc:sldMk cId="364954851" sldId="318"/>
        </pc:sldMkLst>
      </pc:sldChg>
      <pc:sldChg chg="modSp add mod">
        <pc:chgData name="Jefferson Passerini" userId="ec684a97d9b6a829" providerId="LiveId" clId="{B70817A6-11F6-40EF-AC45-EF49FA594AFA}" dt="2024-05-08T20:17:07.204" v="7876" actId="20577"/>
        <pc:sldMkLst>
          <pc:docMk/>
          <pc:sldMk cId="1133984934" sldId="319"/>
        </pc:sldMkLst>
        <pc:spChg chg="mod">
          <ac:chgData name="Jefferson Passerini" userId="ec684a97d9b6a829" providerId="LiveId" clId="{B70817A6-11F6-40EF-AC45-EF49FA594AFA}" dt="2024-05-08T20:17:07.204" v="7876" actId="20577"/>
          <ac:spMkLst>
            <pc:docMk/>
            <pc:sldMk cId="1133984934" sldId="319"/>
            <ac:spMk id="3" creationId="{212081E4-07F6-C689-2ACC-B6CADD634983}"/>
          </ac:spMkLst>
        </pc:spChg>
      </pc:sldChg>
      <pc:sldChg chg="del">
        <pc:chgData name="Jefferson Passerini" userId="ec684a97d9b6a829" providerId="LiveId" clId="{B70817A6-11F6-40EF-AC45-EF49FA594AFA}" dt="2024-05-08T16:15:00.295" v="247" actId="47"/>
        <pc:sldMkLst>
          <pc:docMk/>
          <pc:sldMk cId="3649811958" sldId="319"/>
        </pc:sldMkLst>
      </pc:sldChg>
      <pc:sldChg chg="addSp modSp add mod">
        <pc:chgData name="Jefferson Passerini" userId="ec684a97d9b6a829" providerId="LiveId" clId="{B70817A6-11F6-40EF-AC45-EF49FA594AFA}" dt="2024-05-08T20:33:31.575" v="7897" actId="14100"/>
        <pc:sldMkLst>
          <pc:docMk/>
          <pc:sldMk cId="2830565104" sldId="320"/>
        </pc:sldMkLst>
        <pc:spChg chg="mod">
          <ac:chgData name="Jefferson Passerini" userId="ec684a97d9b6a829" providerId="LiveId" clId="{B70817A6-11F6-40EF-AC45-EF49FA594AFA}" dt="2024-05-08T20:32:24.834" v="7890" actId="1076"/>
          <ac:spMkLst>
            <pc:docMk/>
            <pc:sldMk cId="2830565104" sldId="320"/>
            <ac:spMk id="3" creationId="{212081E4-07F6-C689-2ACC-B6CADD634983}"/>
          </ac:spMkLst>
        </pc:spChg>
        <pc:spChg chg="add mod">
          <ac:chgData name="Jefferson Passerini" userId="ec684a97d9b6a829" providerId="LiveId" clId="{B70817A6-11F6-40EF-AC45-EF49FA594AFA}" dt="2024-05-08T20:33:31.575" v="7897" actId="14100"/>
          <ac:spMkLst>
            <pc:docMk/>
            <pc:sldMk cId="2830565104" sldId="320"/>
            <ac:spMk id="6" creationId="{8351DC09-7E06-0641-C6AD-191DF58FEE6D}"/>
          </ac:spMkLst>
        </pc:spChg>
        <pc:picChg chg="add mod">
          <ac:chgData name="Jefferson Passerini" userId="ec684a97d9b6a829" providerId="LiveId" clId="{B70817A6-11F6-40EF-AC45-EF49FA594AFA}" dt="2024-05-08T20:32:28.922" v="7893" actId="1076"/>
          <ac:picMkLst>
            <pc:docMk/>
            <pc:sldMk cId="2830565104" sldId="320"/>
            <ac:picMk id="5" creationId="{E97866BE-8817-B3A2-454F-543FC6417ED8}"/>
          </ac:picMkLst>
        </pc:picChg>
      </pc:sldChg>
      <pc:sldChg chg="del">
        <pc:chgData name="Jefferson Passerini" userId="ec684a97d9b6a829" providerId="LiveId" clId="{B70817A6-11F6-40EF-AC45-EF49FA594AFA}" dt="2024-05-08T16:14:46.372" v="215" actId="47"/>
        <pc:sldMkLst>
          <pc:docMk/>
          <pc:sldMk cId="3171236572" sldId="320"/>
        </pc:sldMkLst>
      </pc:sldChg>
      <pc:sldChg chg="del">
        <pc:chgData name="Jefferson Passerini" userId="ec684a97d9b6a829" providerId="LiveId" clId="{B70817A6-11F6-40EF-AC45-EF49FA594AFA}" dt="2024-05-08T16:14:46.826" v="216" actId="47"/>
        <pc:sldMkLst>
          <pc:docMk/>
          <pc:sldMk cId="1908966349" sldId="321"/>
        </pc:sldMkLst>
      </pc:sldChg>
      <pc:sldChg chg="addSp delSp modSp add mod">
        <pc:chgData name="Jefferson Passerini" userId="ec684a97d9b6a829" providerId="LiveId" clId="{B70817A6-11F6-40EF-AC45-EF49FA594AFA}" dt="2024-05-08T20:34:50.139" v="7956" actId="20577"/>
        <pc:sldMkLst>
          <pc:docMk/>
          <pc:sldMk cId="3732822316" sldId="321"/>
        </pc:sldMkLst>
        <pc:spChg chg="add mod">
          <ac:chgData name="Jefferson Passerini" userId="ec684a97d9b6a829" providerId="LiveId" clId="{B70817A6-11F6-40EF-AC45-EF49FA594AFA}" dt="2024-05-08T20:34:28.259" v="7938" actId="20577"/>
          <ac:spMkLst>
            <pc:docMk/>
            <pc:sldMk cId="3732822316" sldId="321"/>
            <ac:spMk id="7" creationId="{AA1A203D-80AE-82CA-0952-411B87C07198}"/>
          </ac:spMkLst>
        </pc:spChg>
        <pc:spChg chg="add mod">
          <ac:chgData name="Jefferson Passerini" userId="ec684a97d9b6a829" providerId="LiveId" clId="{B70817A6-11F6-40EF-AC45-EF49FA594AFA}" dt="2024-05-08T20:34:50.139" v="7956" actId="20577"/>
          <ac:spMkLst>
            <pc:docMk/>
            <pc:sldMk cId="3732822316" sldId="321"/>
            <ac:spMk id="8" creationId="{D2FA29D8-10E7-0AB3-704A-680F273C3667}"/>
          </ac:spMkLst>
        </pc:spChg>
        <pc:picChg chg="add mod">
          <ac:chgData name="Jefferson Passerini" userId="ec684a97d9b6a829" providerId="LiveId" clId="{B70817A6-11F6-40EF-AC45-EF49FA594AFA}" dt="2024-05-08T20:34:13.845" v="7910" actId="1076"/>
          <ac:picMkLst>
            <pc:docMk/>
            <pc:sldMk cId="3732822316" sldId="321"/>
            <ac:picMk id="3" creationId="{C83DD5EB-9337-89D4-021C-3BABCBA14A44}"/>
          </ac:picMkLst>
        </pc:picChg>
        <pc:picChg chg="add mod">
          <ac:chgData name="Jefferson Passerini" userId="ec684a97d9b6a829" providerId="LiveId" clId="{B70817A6-11F6-40EF-AC45-EF49FA594AFA}" dt="2024-05-08T20:34:15.420" v="7911" actId="1076"/>
          <ac:picMkLst>
            <pc:docMk/>
            <pc:sldMk cId="3732822316" sldId="321"/>
            <ac:picMk id="5" creationId="{B72CD288-74A7-0C34-5290-4E9B03502B2A}"/>
          </ac:picMkLst>
        </pc:picChg>
        <pc:picChg chg="del">
          <ac:chgData name="Jefferson Passerini" userId="ec684a97d9b6a829" providerId="LiveId" clId="{B70817A6-11F6-40EF-AC45-EF49FA594AFA}" dt="2024-05-08T20:33:43.614" v="7901" actId="478"/>
          <ac:picMkLst>
            <pc:docMk/>
            <pc:sldMk cId="3732822316" sldId="321"/>
            <ac:picMk id="6" creationId="{DF1A88CA-C620-9F53-565E-E3EB050A9E34}"/>
          </ac:picMkLst>
        </pc:picChg>
        <pc:picChg chg="del">
          <ac:chgData name="Jefferson Passerini" userId="ec684a97d9b6a829" providerId="LiveId" clId="{B70817A6-11F6-40EF-AC45-EF49FA594AFA}" dt="2024-05-08T20:33:44.094" v="7902" actId="478"/>
          <ac:picMkLst>
            <pc:docMk/>
            <pc:sldMk cId="3732822316" sldId="321"/>
            <ac:picMk id="10" creationId="{D1141EB0-FCFA-06C1-058E-6961BAF6CA10}"/>
          </ac:picMkLst>
        </pc:picChg>
        <pc:picChg chg="del">
          <ac:chgData name="Jefferson Passerini" userId="ec684a97d9b6a829" providerId="LiveId" clId="{B70817A6-11F6-40EF-AC45-EF49FA594AFA}" dt="2024-05-08T20:33:44.742" v="7903" actId="478"/>
          <ac:picMkLst>
            <pc:docMk/>
            <pc:sldMk cId="3732822316" sldId="321"/>
            <ac:picMk id="12" creationId="{DC3DC4B2-B98E-B98B-B763-18E0D7969B89}"/>
          </ac:picMkLst>
        </pc:picChg>
      </pc:sldChg>
      <pc:sldChg chg="del">
        <pc:chgData name="Jefferson Passerini" userId="ec684a97d9b6a829" providerId="LiveId" clId="{B70817A6-11F6-40EF-AC45-EF49FA594AFA}" dt="2024-05-08T16:14:47.201" v="217" actId="47"/>
        <pc:sldMkLst>
          <pc:docMk/>
          <pc:sldMk cId="1244849322" sldId="322"/>
        </pc:sldMkLst>
      </pc:sldChg>
      <pc:sldChg chg="addSp modSp add mod">
        <pc:chgData name="Jefferson Passerini" userId="ec684a97d9b6a829" providerId="LiveId" clId="{B70817A6-11F6-40EF-AC45-EF49FA594AFA}" dt="2024-05-08T20:39:15.636" v="7978" actId="122"/>
        <pc:sldMkLst>
          <pc:docMk/>
          <pc:sldMk cId="4100475490" sldId="322"/>
        </pc:sldMkLst>
        <pc:spChg chg="add mod">
          <ac:chgData name="Jefferson Passerini" userId="ec684a97d9b6a829" providerId="LiveId" clId="{B70817A6-11F6-40EF-AC45-EF49FA594AFA}" dt="2024-05-08T20:38:36.358" v="7970" actId="20577"/>
          <ac:spMkLst>
            <pc:docMk/>
            <pc:sldMk cId="4100475490" sldId="322"/>
            <ac:spMk id="6" creationId="{F4B3FFE5-6B30-B0B2-CC8C-6B35E7A55EC2}"/>
          </ac:spMkLst>
        </pc:spChg>
        <pc:spChg chg="mod">
          <ac:chgData name="Jefferson Passerini" userId="ec684a97d9b6a829" providerId="LiveId" clId="{B70817A6-11F6-40EF-AC45-EF49FA594AFA}" dt="2024-05-08T20:39:15.636" v="7978" actId="122"/>
          <ac:spMkLst>
            <pc:docMk/>
            <pc:sldMk cId="4100475490" sldId="322"/>
            <ac:spMk id="7" creationId="{AA1A203D-80AE-82CA-0952-411B87C07198}"/>
          </ac:spMkLst>
        </pc:spChg>
        <pc:spChg chg="mod">
          <ac:chgData name="Jefferson Passerini" userId="ec684a97d9b6a829" providerId="LiveId" clId="{B70817A6-11F6-40EF-AC45-EF49FA594AFA}" dt="2024-05-08T20:38:28.647" v="7960" actId="1076"/>
          <ac:spMkLst>
            <pc:docMk/>
            <pc:sldMk cId="4100475490" sldId="322"/>
            <ac:spMk id="8" creationId="{D2FA29D8-10E7-0AB3-704A-680F273C3667}"/>
          </ac:spMkLst>
        </pc:spChg>
      </pc:sldChg>
      <pc:sldChg chg="modSp mod">
        <pc:chgData name="Jefferson Passerini" userId="ec684a97d9b6a829" providerId="LiveId" clId="{B70817A6-11F6-40EF-AC45-EF49FA594AFA}" dt="2024-05-09T16:08:01.188" v="8160" actId="20577"/>
        <pc:sldMkLst>
          <pc:docMk/>
          <pc:sldMk cId="279521282" sldId="323"/>
        </pc:sldMkLst>
        <pc:spChg chg="mod">
          <ac:chgData name="Jefferson Passerini" userId="ec684a97d9b6a829" providerId="LiveId" clId="{B70817A6-11F6-40EF-AC45-EF49FA594AFA}" dt="2024-05-09T16:08:01.188" v="8160" actId="20577"/>
          <ac:spMkLst>
            <pc:docMk/>
            <pc:sldMk cId="279521282" sldId="323"/>
            <ac:spMk id="2" creationId="{833D04CD-11B8-55DE-B219-63E10E011332}"/>
          </ac:spMkLst>
        </pc:spChg>
      </pc:sldChg>
      <pc:sldChg chg="del">
        <pc:chgData name="Jefferson Passerini" userId="ec684a97d9b6a829" providerId="LiveId" clId="{B70817A6-11F6-40EF-AC45-EF49FA594AFA}" dt="2024-05-08T16:15:00.639" v="248" actId="47"/>
        <pc:sldMkLst>
          <pc:docMk/>
          <pc:sldMk cId="1608746992" sldId="323"/>
        </pc:sldMkLst>
      </pc:sldChg>
      <pc:sldChg chg="modSp mod">
        <pc:chgData name="Jefferson Passerini" userId="ec684a97d9b6a829" providerId="LiveId" clId="{B70817A6-11F6-40EF-AC45-EF49FA594AFA}" dt="2024-05-09T16:08:05.729" v="8166" actId="20577"/>
        <pc:sldMkLst>
          <pc:docMk/>
          <pc:sldMk cId="1081212900" sldId="324"/>
        </pc:sldMkLst>
        <pc:spChg chg="mod">
          <ac:chgData name="Jefferson Passerini" userId="ec684a97d9b6a829" providerId="LiveId" clId="{B70817A6-11F6-40EF-AC45-EF49FA594AFA}" dt="2024-05-09T16:08:05.729" v="8166" actId="20577"/>
          <ac:spMkLst>
            <pc:docMk/>
            <pc:sldMk cId="1081212900" sldId="324"/>
            <ac:spMk id="2" creationId="{833D04CD-11B8-55DE-B219-63E10E011332}"/>
          </ac:spMkLst>
        </pc:spChg>
      </pc:sldChg>
      <pc:sldChg chg="del">
        <pc:chgData name="Jefferson Passerini" userId="ec684a97d9b6a829" providerId="LiveId" clId="{B70817A6-11F6-40EF-AC45-EF49FA594AFA}" dt="2024-05-08T16:15:01.218" v="249" actId="47"/>
        <pc:sldMkLst>
          <pc:docMk/>
          <pc:sldMk cId="4097210194" sldId="324"/>
        </pc:sldMkLst>
      </pc:sldChg>
      <pc:sldChg chg="addSp delSp modSp mod">
        <pc:chgData name="Jefferson Passerini" userId="ec684a97d9b6a829" providerId="LiveId" clId="{B70817A6-11F6-40EF-AC45-EF49FA594AFA}" dt="2024-05-09T16:08:10.338" v="8172" actId="20577"/>
        <pc:sldMkLst>
          <pc:docMk/>
          <pc:sldMk cId="3394127444" sldId="325"/>
        </pc:sldMkLst>
        <pc:spChg chg="mod">
          <ac:chgData name="Jefferson Passerini" userId="ec684a97d9b6a829" providerId="LiveId" clId="{B70817A6-11F6-40EF-AC45-EF49FA594AFA}" dt="2024-05-09T16:08:10.338" v="8172" actId="20577"/>
          <ac:spMkLst>
            <pc:docMk/>
            <pc:sldMk cId="3394127444" sldId="325"/>
            <ac:spMk id="2" creationId="{833D04CD-11B8-55DE-B219-63E10E011332}"/>
          </ac:spMkLst>
        </pc:spChg>
        <pc:picChg chg="add del mod ord">
          <ac:chgData name="Jefferson Passerini" userId="ec684a97d9b6a829" providerId="LiveId" clId="{B70817A6-11F6-40EF-AC45-EF49FA594AFA}" dt="2024-05-09T15:42:41.459" v="8043" actId="478"/>
          <ac:picMkLst>
            <pc:docMk/>
            <pc:sldMk cId="3394127444" sldId="325"/>
            <ac:picMk id="5" creationId="{4791069F-D72B-56FD-59AA-AA49109EE397}"/>
          </ac:picMkLst>
        </pc:picChg>
        <pc:picChg chg="del">
          <ac:chgData name="Jefferson Passerini" userId="ec684a97d9b6a829" providerId="LiveId" clId="{B70817A6-11F6-40EF-AC45-EF49FA594AFA}" dt="2024-05-09T15:34:01.361" v="7980" actId="478"/>
          <ac:picMkLst>
            <pc:docMk/>
            <pc:sldMk cId="3394127444" sldId="325"/>
            <ac:picMk id="9" creationId="{1A94C449-78CC-069E-C78E-1740B8C05DD8}"/>
          </ac:picMkLst>
        </pc:picChg>
        <pc:picChg chg="add del mod ord modCrop">
          <ac:chgData name="Jefferson Passerini" userId="ec684a97d9b6a829" providerId="LiveId" clId="{B70817A6-11F6-40EF-AC45-EF49FA594AFA}" dt="2024-05-09T15:42:39.584" v="8041" actId="478"/>
          <ac:picMkLst>
            <pc:docMk/>
            <pc:sldMk cId="3394127444" sldId="325"/>
            <ac:picMk id="14" creationId="{A0B3B277-CA5D-C42D-9411-CB3D2151CF26}"/>
          </ac:picMkLst>
        </pc:picChg>
        <pc:picChg chg="add del mod">
          <ac:chgData name="Jefferson Passerini" userId="ec684a97d9b6a829" providerId="LiveId" clId="{B70817A6-11F6-40EF-AC45-EF49FA594AFA}" dt="2024-05-09T15:42:40.551" v="8042" actId="478"/>
          <ac:picMkLst>
            <pc:docMk/>
            <pc:sldMk cId="3394127444" sldId="325"/>
            <ac:picMk id="17" creationId="{DDBB5144-4817-EE98-2151-363A6037098D}"/>
          </ac:picMkLst>
        </pc:picChg>
        <pc:picChg chg="add mod ord">
          <ac:chgData name="Jefferson Passerini" userId="ec684a97d9b6a829" providerId="LiveId" clId="{B70817A6-11F6-40EF-AC45-EF49FA594AFA}" dt="2024-05-09T15:49:34.315" v="8058" actId="167"/>
          <ac:picMkLst>
            <pc:docMk/>
            <pc:sldMk cId="3394127444" sldId="325"/>
            <ac:picMk id="18" creationId="{FCB543DE-7E2D-2C2F-9898-41D24DE28BFA}"/>
          </ac:picMkLst>
        </pc:picChg>
        <pc:picChg chg="add mod">
          <ac:chgData name="Jefferson Passerini" userId="ec684a97d9b6a829" providerId="LiveId" clId="{B70817A6-11F6-40EF-AC45-EF49FA594AFA}" dt="2024-05-09T15:50:14.397" v="8064" actId="1076"/>
          <ac:picMkLst>
            <pc:docMk/>
            <pc:sldMk cId="3394127444" sldId="325"/>
            <ac:picMk id="22" creationId="{50CAD362-A5E3-965A-77EE-60F91A486568}"/>
          </ac:picMkLst>
        </pc:picChg>
        <pc:picChg chg="del">
          <ac:chgData name="Jefferson Passerini" userId="ec684a97d9b6a829" providerId="LiveId" clId="{B70817A6-11F6-40EF-AC45-EF49FA594AFA}" dt="2024-05-09T15:35:00.586" v="7992" actId="478"/>
          <ac:picMkLst>
            <pc:docMk/>
            <pc:sldMk cId="3394127444" sldId="325"/>
            <ac:picMk id="30" creationId="{7BE109D4-61CC-B465-5CA9-71E4475E6198}"/>
          </ac:picMkLst>
        </pc:picChg>
        <pc:cxnChg chg="mod ord">
          <ac:chgData name="Jefferson Passerini" userId="ec684a97d9b6a829" providerId="LiveId" clId="{B70817A6-11F6-40EF-AC45-EF49FA594AFA}" dt="2024-05-09T15:49:54.461" v="8062" actId="14100"/>
          <ac:cxnSpMkLst>
            <pc:docMk/>
            <pc:sldMk cId="3394127444" sldId="325"/>
            <ac:cxnSpMk id="11" creationId="{027BD077-FC17-7C19-118B-3FA46AD6E49B}"/>
          </ac:cxnSpMkLst>
        </pc:cxnChg>
        <pc:cxnChg chg="mod ord">
          <ac:chgData name="Jefferson Passerini" userId="ec684a97d9b6a829" providerId="LiveId" clId="{B70817A6-11F6-40EF-AC45-EF49FA594AFA}" dt="2024-05-09T15:49:37.204" v="8059" actId="166"/>
          <ac:cxnSpMkLst>
            <pc:docMk/>
            <pc:sldMk cId="3394127444" sldId="325"/>
            <ac:cxnSpMk id="13" creationId="{D6B6F94F-4C62-6A54-903B-3B8976A4E8DE}"/>
          </ac:cxnSpMkLst>
        </pc:cxnChg>
        <pc:cxnChg chg="mod ord">
          <ac:chgData name="Jefferson Passerini" userId="ec684a97d9b6a829" providerId="LiveId" clId="{B70817A6-11F6-40EF-AC45-EF49FA594AFA}" dt="2024-05-09T15:49:39.708" v="8060" actId="166"/>
          <ac:cxnSpMkLst>
            <pc:docMk/>
            <pc:sldMk cId="3394127444" sldId="325"/>
            <ac:cxnSpMk id="19" creationId="{7E855E51-70A8-4BD7-8F8D-8C5720C9D589}"/>
          </ac:cxnSpMkLst>
        </pc:cxnChg>
      </pc:sldChg>
      <pc:sldChg chg="del">
        <pc:chgData name="Jefferson Passerini" userId="ec684a97d9b6a829" providerId="LiveId" clId="{B70817A6-11F6-40EF-AC45-EF49FA594AFA}" dt="2024-05-08T16:15:01.656" v="250" actId="47"/>
        <pc:sldMkLst>
          <pc:docMk/>
          <pc:sldMk cId="3517223976" sldId="325"/>
        </pc:sldMkLst>
      </pc:sldChg>
      <pc:sldChg chg="addSp delSp modSp mod">
        <pc:chgData name="Jefferson Passerini" userId="ec684a97d9b6a829" providerId="LiveId" clId="{B70817A6-11F6-40EF-AC45-EF49FA594AFA}" dt="2024-05-09T16:08:14.748" v="8178" actId="20577"/>
        <pc:sldMkLst>
          <pc:docMk/>
          <pc:sldMk cId="694678048" sldId="326"/>
        </pc:sldMkLst>
        <pc:spChg chg="mod">
          <ac:chgData name="Jefferson Passerini" userId="ec684a97d9b6a829" providerId="LiveId" clId="{B70817A6-11F6-40EF-AC45-EF49FA594AFA}" dt="2024-05-09T16:08:14.748" v="8178" actId="20577"/>
          <ac:spMkLst>
            <pc:docMk/>
            <pc:sldMk cId="694678048" sldId="326"/>
            <ac:spMk id="2" creationId="{833D04CD-11B8-55DE-B219-63E10E011332}"/>
          </ac:spMkLst>
        </pc:spChg>
        <pc:picChg chg="add del mod">
          <ac:chgData name="Jefferson Passerini" userId="ec684a97d9b6a829" providerId="LiveId" clId="{B70817A6-11F6-40EF-AC45-EF49FA594AFA}" dt="2024-05-09T15:42:47.044" v="8046" actId="478"/>
          <ac:picMkLst>
            <pc:docMk/>
            <pc:sldMk cId="694678048" sldId="326"/>
            <ac:picMk id="3" creationId="{930B4FC6-F5BD-DDE5-0751-B96FE93F0D7D}"/>
          </ac:picMkLst>
        </pc:picChg>
        <pc:picChg chg="del">
          <ac:chgData name="Jefferson Passerini" userId="ec684a97d9b6a829" providerId="LiveId" clId="{B70817A6-11F6-40EF-AC45-EF49FA594AFA}" dt="2024-05-09T15:36:26.142" v="8004" actId="478"/>
          <ac:picMkLst>
            <pc:docMk/>
            <pc:sldMk cId="694678048" sldId="326"/>
            <ac:picMk id="9" creationId="{1A94C449-78CC-069E-C78E-1740B8C05DD8}"/>
          </ac:picMkLst>
        </pc:picChg>
        <pc:picChg chg="add del mod ord">
          <ac:chgData name="Jefferson Passerini" userId="ec684a97d9b6a829" providerId="LiveId" clId="{B70817A6-11F6-40EF-AC45-EF49FA594AFA}" dt="2024-05-09T15:42:45.057" v="8045" actId="478"/>
          <ac:picMkLst>
            <pc:docMk/>
            <pc:sldMk cId="694678048" sldId="326"/>
            <ac:picMk id="14" creationId="{5E23EB1F-47F8-EF8A-23B7-A496DC07174B}"/>
          </ac:picMkLst>
        </pc:picChg>
        <pc:picChg chg="add del mod">
          <ac:chgData name="Jefferson Passerini" userId="ec684a97d9b6a829" providerId="LiveId" clId="{B70817A6-11F6-40EF-AC45-EF49FA594AFA}" dt="2024-05-09T15:42:44.463" v="8044" actId="478"/>
          <ac:picMkLst>
            <pc:docMk/>
            <pc:sldMk cId="694678048" sldId="326"/>
            <ac:picMk id="16" creationId="{15F31ACB-07AE-38A2-5C1F-85B41EEE39B3}"/>
          </ac:picMkLst>
        </pc:picChg>
        <pc:picChg chg="add mod">
          <ac:chgData name="Jefferson Passerini" userId="ec684a97d9b6a829" providerId="LiveId" clId="{B70817A6-11F6-40EF-AC45-EF49FA594AFA}" dt="2024-05-09T15:48:43.449" v="8048" actId="1076"/>
          <ac:picMkLst>
            <pc:docMk/>
            <pc:sldMk cId="694678048" sldId="326"/>
            <ac:picMk id="18" creationId="{5A3DCD0F-A89C-999D-2ECA-BD010DFEAA2E}"/>
          </ac:picMkLst>
        </pc:picChg>
        <pc:picChg chg="del mod">
          <ac:chgData name="Jefferson Passerini" userId="ec684a97d9b6a829" providerId="LiveId" clId="{B70817A6-11F6-40EF-AC45-EF49FA594AFA}" dt="2024-05-09T15:36:56.991" v="8013" actId="478"/>
          <ac:picMkLst>
            <pc:docMk/>
            <pc:sldMk cId="694678048" sldId="326"/>
            <ac:picMk id="20" creationId="{50CBC567-4868-BF97-9554-22482A99FA59}"/>
          </ac:picMkLst>
        </pc:picChg>
        <pc:picChg chg="add mod">
          <ac:chgData name="Jefferson Passerini" userId="ec684a97d9b6a829" providerId="LiveId" clId="{B70817A6-11F6-40EF-AC45-EF49FA594AFA}" dt="2024-05-09T15:49:17.120" v="8054" actId="1076"/>
          <ac:picMkLst>
            <pc:docMk/>
            <pc:sldMk cId="694678048" sldId="326"/>
            <ac:picMk id="22" creationId="{759A41AE-ABFD-3601-8674-D089F795B48F}"/>
          </ac:picMkLst>
        </pc:picChg>
        <pc:cxnChg chg="mod ord">
          <ac:chgData name="Jefferson Passerini" userId="ec684a97d9b6a829" providerId="LiveId" clId="{B70817A6-11F6-40EF-AC45-EF49FA594AFA}" dt="2024-05-09T15:49:19.630" v="8055" actId="14100"/>
          <ac:cxnSpMkLst>
            <pc:docMk/>
            <pc:sldMk cId="694678048" sldId="326"/>
            <ac:cxnSpMk id="11" creationId="{027BD077-FC17-7C19-118B-3FA46AD6E49B}"/>
          </ac:cxnSpMkLst>
        </pc:cxnChg>
        <pc:cxnChg chg="mod ord">
          <ac:chgData name="Jefferson Passerini" userId="ec684a97d9b6a829" providerId="LiveId" clId="{B70817A6-11F6-40EF-AC45-EF49FA594AFA}" dt="2024-05-09T15:49:05.317" v="8051" actId="166"/>
          <ac:cxnSpMkLst>
            <pc:docMk/>
            <pc:sldMk cId="694678048" sldId="326"/>
            <ac:cxnSpMk id="13" creationId="{D6B6F94F-4C62-6A54-903B-3B8976A4E8DE}"/>
          </ac:cxnSpMkLst>
        </pc:cxnChg>
        <pc:cxnChg chg="mod ord">
          <ac:chgData name="Jefferson Passerini" userId="ec684a97d9b6a829" providerId="LiveId" clId="{B70817A6-11F6-40EF-AC45-EF49FA594AFA}" dt="2024-05-09T15:49:08.852" v="8052" actId="166"/>
          <ac:cxnSpMkLst>
            <pc:docMk/>
            <pc:sldMk cId="694678048" sldId="326"/>
            <ac:cxnSpMk id="19" creationId="{7E855E51-70A8-4BD7-8F8D-8C5720C9D589}"/>
          </ac:cxnSpMkLst>
        </pc:cxnChg>
      </pc:sldChg>
      <pc:sldChg chg="del">
        <pc:chgData name="Jefferson Passerini" userId="ec684a97d9b6a829" providerId="LiveId" clId="{B70817A6-11F6-40EF-AC45-EF49FA594AFA}" dt="2024-05-08T16:15:02.047" v="251" actId="47"/>
        <pc:sldMkLst>
          <pc:docMk/>
          <pc:sldMk cId="2240899696" sldId="326"/>
        </pc:sldMkLst>
      </pc:sldChg>
      <pc:sldChg chg="del">
        <pc:chgData name="Jefferson Passerini" userId="ec684a97d9b6a829" providerId="LiveId" clId="{B70817A6-11F6-40EF-AC45-EF49FA594AFA}" dt="2024-05-08T16:14:50.644" v="225" actId="47"/>
        <pc:sldMkLst>
          <pc:docMk/>
          <pc:sldMk cId="1669682638" sldId="327"/>
        </pc:sldMkLst>
      </pc:sldChg>
      <pc:sldChg chg="addSp delSp modSp mod">
        <pc:chgData name="Jefferson Passerini" userId="ec684a97d9b6a829" providerId="LiveId" clId="{B70817A6-11F6-40EF-AC45-EF49FA594AFA}" dt="2024-05-09T16:08:19.812" v="8184" actId="20577"/>
        <pc:sldMkLst>
          <pc:docMk/>
          <pc:sldMk cId="4204572861" sldId="327"/>
        </pc:sldMkLst>
        <pc:spChg chg="mod">
          <ac:chgData name="Jefferson Passerini" userId="ec684a97d9b6a829" providerId="LiveId" clId="{B70817A6-11F6-40EF-AC45-EF49FA594AFA}" dt="2024-05-09T16:08:19.812" v="8184" actId="20577"/>
          <ac:spMkLst>
            <pc:docMk/>
            <pc:sldMk cId="4204572861" sldId="327"/>
            <ac:spMk id="2" creationId="{833D04CD-11B8-55DE-B219-63E10E011332}"/>
          </ac:spMkLst>
        </pc:spChg>
        <pc:picChg chg="del">
          <ac:chgData name="Jefferson Passerini" userId="ec684a97d9b6a829" providerId="LiveId" clId="{B70817A6-11F6-40EF-AC45-EF49FA594AFA}" dt="2024-05-09T15:39:06.464" v="8030" actId="478"/>
          <ac:picMkLst>
            <pc:docMk/>
            <pc:sldMk cId="4204572861" sldId="327"/>
            <ac:picMk id="5" creationId="{6EBC4268-D9C1-6621-C409-884653B54272}"/>
          </ac:picMkLst>
        </pc:picChg>
        <pc:picChg chg="add mod">
          <ac:chgData name="Jefferson Passerini" userId="ec684a97d9b6a829" providerId="LiveId" clId="{B70817A6-11F6-40EF-AC45-EF49FA594AFA}" dt="2024-05-09T15:39:07.541" v="8031"/>
          <ac:picMkLst>
            <pc:docMk/>
            <pc:sldMk cId="4204572861" sldId="327"/>
            <ac:picMk id="6" creationId="{31898DAD-29AE-AFBC-9565-4DD9F8E33FC7}"/>
          </ac:picMkLst>
        </pc:picChg>
        <pc:picChg chg="add del">
          <ac:chgData name="Jefferson Passerini" userId="ec684a97d9b6a829" providerId="LiveId" clId="{B70817A6-11F6-40EF-AC45-EF49FA594AFA}" dt="2024-05-09T15:41:14.143" v="8036" actId="478"/>
          <ac:picMkLst>
            <pc:docMk/>
            <pc:sldMk cId="4204572861" sldId="327"/>
            <ac:picMk id="8" creationId="{B55C5DAF-84C9-5845-3F26-9166E2B5FB51}"/>
          </ac:picMkLst>
        </pc:picChg>
        <pc:picChg chg="add mod">
          <ac:chgData name="Jefferson Passerini" userId="ec684a97d9b6a829" providerId="LiveId" clId="{B70817A6-11F6-40EF-AC45-EF49FA594AFA}" dt="2024-05-09T15:41:37.776" v="8038" actId="1076"/>
          <ac:picMkLst>
            <pc:docMk/>
            <pc:sldMk cId="4204572861" sldId="327"/>
            <ac:picMk id="12" creationId="{3EC420EE-5B23-C9AA-E41D-16CC33633C36}"/>
          </ac:picMkLst>
        </pc:picChg>
        <pc:cxnChg chg="mod ord">
          <ac:chgData name="Jefferson Passerini" userId="ec684a97d9b6a829" providerId="LiveId" clId="{B70817A6-11F6-40EF-AC45-EF49FA594AFA}" dt="2024-05-09T15:41:45.982" v="8040" actId="14100"/>
          <ac:cxnSpMkLst>
            <pc:docMk/>
            <pc:sldMk cId="4204572861" sldId="327"/>
            <ac:cxnSpMk id="10" creationId="{6D257118-4711-7A71-76C8-CF0511FE6641}"/>
          </ac:cxnSpMkLst>
        </pc:cxnChg>
      </pc:sldChg>
      <pc:sldChg chg="modSp mod">
        <pc:chgData name="Jefferson Passerini" userId="ec684a97d9b6a829" providerId="LiveId" clId="{B70817A6-11F6-40EF-AC45-EF49FA594AFA}" dt="2024-05-09T16:08:24.962" v="8190" actId="20577"/>
        <pc:sldMkLst>
          <pc:docMk/>
          <pc:sldMk cId="1924196251" sldId="328"/>
        </pc:sldMkLst>
        <pc:spChg chg="mod">
          <ac:chgData name="Jefferson Passerini" userId="ec684a97d9b6a829" providerId="LiveId" clId="{B70817A6-11F6-40EF-AC45-EF49FA594AFA}" dt="2024-05-09T16:08:24.962" v="8190" actId="20577"/>
          <ac:spMkLst>
            <pc:docMk/>
            <pc:sldMk cId="1924196251" sldId="328"/>
            <ac:spMk id="2" creationId="{833D04CD-11B8-55DE-B219-63E10E011332}"/>
          </ac:spMkLst>
        </pc:spChg>
      </pc:sldChg>
      <pc:sldChg chg="del">
        <pc:chgData name="Jefferson Passerini" userId="ec684a97d9b6a829" providerId="LiveId" clId="{B70817A6-11F6-40EF-AC45-EF49FA594AFA}" dt="2024-05-08T16:14:50.989" v="226" actId="47"/>
        <pc:sldMkLst>
          <pc:docMk/>
          <pc:sldMk cId="2799773440" sldId="328"/>
        </pc:sldMkLst>
      </pc:sldChg>
      <pc:sldChg chg="modSp mod">
        <pc:chgData name="Jefferson Passerini" userId="ec684a97d9b6a829" providerId="LiveId" clId="{B70817A6-11F6-40EF-AC45-EF49FA594AFA}" dt="2024-05-09T16:08:30.204" v="8196" actId="20577"/>
        <pc:sldMkLst>
          <pc:docMk/>
          <pc:sldMk cId="678171038" sldId="329"/>
        </pc:sldMkLst>
        <pc:spChg chg="mod">
          <ac:chgData name="Jefferson Passerini" userId="ec684a97d9b6a829" providerId="LiveId" clId="{B70817A6-11F6-40EF-AC45-EF49FA594AFA}" dt="2024-05-09T16:08:30.204" v="8196" actId="20577"/>
          <ac:spMkLst>
            <pc:docMk/>
            <pc:sldMk cId="678171038" sldId="329"/>
            <ac:spMk id="2" creationId="{833D04CD-11B8-55DE-B219-63E10E011332}"/>
          </ac:spMkLst>
        </pc:spChg>
      </pc:sldChg>
      <pc:sldChg chg="del">
        <pc:chgData name="Jefferson Passerini" userId="ec684a97d9b6a829" providerId="LiveId" clId="{B70817A6-11F6-40EF-AC45-EF49FA594AFA}" dt="2024-05-08T16:14:51.317" v="227" actId="47"/>
        <pc:sldMkLst>
          <pc:docMk/>
          <pc:sldMk cId="2750975295" sldId="329"/>
        </pc:sldMkLst>
      </pc:sldChg>
      <pc:sldChg chg="del">
        <pc:chgData name="Jefferson Passerini" userId="ec684a97d9b6a829" providerId="LiveId" clId="{B70817A6-11F6-40EF-AC45-EF49FA594AFA}" dt="2024-05-08T16:14:51.692" v="228" actId="47"/>
        <pc:sldMkLst>
          <pc:docMk/>
          <pc:sldMk cId="2126559476" sldId="330"/>
        </pc:sldMkLst>
      </pc:sldChg>
      <pc:sldChg chg="addSp delSp modSp mod">
        <pc:chgData name="Jefferson Passerini" userId="ec684a97d9b6a829" providerId="LiveId" clId="{B70817A6-11F6-40EF-AC45-EF49FA594AFA}" dt="2024-05-09T16:08:34.426" v="8202" actId="20577"/>
        <pc:sldMkLst>
          <pc:docMk/>
          <pc:sldMk cId="2456613664" sldId="330"/>
        </pc:sldMkLst>
        <pc:spChg chg="mod">
          <ac:chgData name="Jefferson Passerini" userId="ec684a97d9b6a829" providerId="LiveId" clId="{B70817A6-11F6-40EF-AC45-EF49FA594AFA}" dt="2024-05-09T16:08:34.426" v="8202" actId="20577"/>
          <ac:spMkLst>
            <pc:docMk/>
            <pc:sldMk cId="2456613664" sldId="330"/>
            <ac:spMk id="2" creationId="{833D04CD-11B8-55DE-B219-63E10E011332}"/>
          </ac:spMkLst>
        </pc:spChg>
        <pc:spChg chg="add mod">
          <ac:chgData name="Jefferson Passerini" userId="ec684a97d9b6a829" providerId="LiveId" clId="{B70817A6-11F6-40EF-AC45-EF49FA594AFA}" dt="2024-05-09T15:51:13.049" v="8073" actId="1076"/>
          <ac:spMkLst>
            <pc:docMk/>
            <pc:sldMk cId="2456613664" sldId="330"/>
            <ac:spMk id="9" creationId="{9BEA07EB-6945-3BED-44F1-EBCFADE31463}"/>
          </ac:spMkLst>
        </pc:spChg>
        <pc:picChg chg="add mod">
          <ac:chgData name="Jefferson Passerini" userId="ec684a97d9b6a829" providerId="LiveId" clId="{B70817A6-11F6-40EF-AC45-EF49FA594AFA}" dt="2024-05-09T15:50:57.273" v="8069" actId="1076"/>
          <ac:picMkLst>
            <pc:docMk/>
            <pc:sldMk cId="2456613664" sldId="330"/>
            <ac:picMk id="6" creationId="{609207D7-4746-D036-7C34-8A62CC4814DB}"/>
          </ac:picMkLst>
        </pc:picChg>
        <pc:picChg chg="del">
          <ac:chgData name="Jefferson Passerini" userId="ec684a97d9b6a829" providerId="LiveId" clId="{B70817A6-11F6-40EF-AC45-EF49FA594AFA}" dt="2024-05-09T15:50:29.475" v="8065" actId="478"/>
          <ac:picMkLst>
            <pc:docMk/>
            <pc:sldMk cId="2456613664" sldId="330"/>
            <ac:picMk id="8" creationId="{6A033AAF-9417-EE59-53CB-5F2777C6B53F}"/>
          </ac:picMkLst>
        </pc:picChg>
        <pc:picChg chg="del">
          <ac:chgData name="Jefferson Passerini" userId="ec684a97d9b6a829" providerId="LiveId" clId="{B70817A6-11F6-40EF-AC45-EF49FA594AFA}" dt="2024-05-09T15:51:15.299" v="8074" actId="478"/>
          <ac:picMkLst>
            <pc:docMk/>
            <pc:sldMk cId="2456613664" sldId="330"/>
            <ac:picMk id="10" creationId="{56F85D1A-DA92-350A-F93D-AE1ECC4526F9}"/>
          </ac:picMkLst>
        </pc:picChg>
        <pc:picChg chg="add mod">
          <ac:chgData name="Jefferson Passerini" userId="ec684a97d9b6a829" providerId="LiveId" clId="{B70817A6-11F6-40EF-AC45-EF49FA594AFA}" dt="2024-05-09T15:51:32.479" v="8077" actId="14100"/>
          <ac:picMkLst>
            <pc:docMk/>
            <pc:sldMk cId="2456613664" sldId="330"/>
            <ac:picMk id="12" creationId="{EA88A39A-9204-772C-6DCC-0B196912F4B6}"/>
          </ac:picMkLst>
        </pc:picChg>
      </pc:sldChg>
      <pc:sldChg chg="del">
        <pc:chgData name="Jefferson Passerini" userId="ec684a97d9b6a829" providerId="LiveId" clId="{B70817A6-11F6-40EF-AC45-EF49FA594AFA}" dt="2024-05-08T16:14:52.068" v="229" actId="47"/>
        <pc:sldMkLst>
          <pc:docMk/>
          <pc:sldMk cId="442205526" sldId="331"/>
        </pc:sldMkLst>
      </pc:sldChg>
      <pc:sldChg chg="modSp mod">
        <pc:chgData name="Jefferson Passerini" userId="ec684a97d9b6a829" providerId="LiveId" clId="{B70817A6-11F6-40EF-AC45-EF49FA594AFA}" dt="2024-05-09T16:08:38.466" v="8208" actId="20577"/>
        <pc:sldMkLst>
          <pc:docMk/>
          <pc:sldMk cId="3508168714" sldId="331"/>
        </pc:sldMkLst>
        <pc:spChg chg="mod">
          <ac:chgData name="Jefferson Passerini" userId="ec684a97d9b6a829" providerId="LiveId" clId="{B70817A6-11F6-40EF-AC45-EF49FA594AFA}" dt="2024-05-09T16:08:38.466" v="8208" actId="20577"/>
          <ac:spMkLst>
            <pc:docMk/>
            <pc:sldMk cId="3508168714" sldId="331"/>
            <ac:spMk id="2" creationId="{833D04CD-11B8-55DE-B219-63E10E011332}"/>
          </ac:spMkLst>
        </pc:spChg>
      </pc:sldChg>
      <pc:sldChg chg="addSp delSp modSp mod">
        <pc:chgData name="Jefferson Passerini" userId="ec684a97d9b6a829" providerId="LiveId" clId="{B70817A6-11F6-40EF-AC45-EF49FA594AFA}" dt="2024-05-09T16:08:43.105" v="8214" actId="20577"/>
        <pc:sldMkLst>
          <pc:docMk/>
          <pc:sldMk cId="3746975360" sldId="332"/>
        </pc:sldMkLst>
        <pc:spChg chg="mod">
          <ac:chgData name="Jefferson Passerini" userId="ec684a97d9b6a829" providerId="LiveId" clId="{B70817A6-11F6-40EF-AC45-EF49FA594AFA}" dt="2024-05-09T16:08:43.105" v="8214" actId="20577"/>
          <ac:spMkLst>
            <pc:docMk/>
            <pc:sldMk cId="3746975360" sldId="332"/>
            <ac:spMk id="2" creationId="{833D04CD-11B8-55DE-B219-63E10E011332}"/>
          </ac:spMkLst>
        </pc:spChg>
        <pc:spChg chg="add mod">
          <ac:chgData name="Jefferson Passerini" userId="ec684a97d9b6a829" providerId="LiveId" clId="{B70817A6-11F6-40EF-AC45-EF49FA594AFA}" dt="2024-05-09T15:52:02.695" v="8081" actId="1076"/>
          <ac:spMkLst>
            <pc:docMk/>
            <pc:sldMk cId="3746975360" sldId="332"/>
            <ac:spMk id="5" creationId="{E3873D6C-C645-FDD2-9078-050B254834D8}"/>
          </ac:spMkLst>
        </pc:spChg>
        <pc:picChg chg="add mod">
          <ac:chgData name="Jefferson Passerini" userId="ec684a97d9b6a829" providerId="LiveId" clId="{B70817A6-11F6-40EF-AC45-EF49FA594AFA}" dt="2024-05-09T15:51:57.686" v="8080" actId="1076"/>
          <ac:picMkLst>
            <pc:docMk/>
            <pc:sldMk cId="3746975360" sldId="332"/>
            <ac:picMk id="3" creationId="{6DBFB7D5-0831-ACE9-7F2F-56CFBAF83CC9}"/>
          </ac:picMkLst>
        </pc:picChg>
        <pc:picChg chg="add mod">
          <ac:chgData name="Jefferson Passerini" userId="ec684a97d9b6a829" providerId="LiveId" clId="{B70817A6-11F6-40EF-AC45-EF49FA594AFA}" dt="2024-05-09T15:52:27.244" v="8086" actId="1076"/>
          <ac:picMkLst>
            <pc:docMk/>
            <pc:sldMk cId="3746975360" sldId="332"/>
            <ac:picMk id="7" creationId="{AA8C2DA6-FEDF-8EB1-B742-867790782DF2}"/>
          </ac:picMkLst>
        </pc:picChg>
        <pc:picChg chg="add mod">
          <ac:chgData name="Jefferson Passerini" userId="ec684a97d9b6a829" providerId="LiveId" clId="{B70817A6-11F6-40EF-AC45-EF49FA594AFA}" dt="2024-05-09T15:52:40.868" v="8088" actId="1076"/>
          <ac:picMkLst>
            <pc:docMk/>
            <pc:sldMk cId="3746975360" sldId="332"/>
            <ac:picMk id="9" creationId="{800F8C9F-5E5C-2C30-7207-C702F0A8FC47}"/>
          </ac:picMkLst>
        </pc:picChg>
        <pc:picChg chg="del">
          <ac:chgData name="Jefferson Passerini" userId="ec684a97d9b6a829" providerId="LiveId" clId="{B70817A6-11F6-40EF-AC45-EF49FA594AFA}" dt="2024-05-09T15:52:06.496" v="8084" actId="478"/>
          <ac:picMkLst>
            <pc:docMk/>
            <pc:sldMk cId="3746975360" sldId="332"/>
            <ac:picMk id="14" creationId="{C458B1C8-A6C2-3D4F-E734-F190F59495CB}"/>
          </ac:picMkLst>
        </pc:picChg>
        <pc:picChg chg="del mod">
          <ac:chgData name="Jefferson Passerini" userId="ec684a97d9b6a829" providerId="LiveId" clId="{B70817A6-11F6-40EF-AC45-EF49FA594AFA}" dt="2024-05-09T15:52:05.072" v="8083" actId="478"/>
          <ac:picMkLst>
            <pc:docMk/>
            <pc:sldMk cId="3746975360" sldId="332"/>
            <ac:picMk id="16" creationId="{6B936F9D-5AE5-3A58-C78E-D1D34E0293A5}"/>
          </ac:picMkLst>
        </pc:picChg>
        <pc:picChg chg="del">
          <ac:chgData name="Jefferson Passerini" userId="ec684a97d9b6a829" providerId="LiveId" clId="{B70817A6-11F6-40EF-AC45-EF49FA594AFA}" dt="2024-05-09T15:51:50.958" v="8078" actId="478"/>
          <ac:picMkLst>
            <pc:docMk/>
            <pc:sldMk cId="3746975360" sldId="332"/>
            <ac:picMk id="18" creationId="{719BA02E-3BE1-A7F9-2B78-2F743E65EBC3}"/>
          </ac:picMkLst>
        </pc:picChg>
      </pc:sldChg>
      <pc:sldChg chg="del">
        <pc:chgData name="Jefferson Passerini" userId="ec684a97d9b6a829" providerId="LiveId" clId="{B70817A6-11F6-40EF-AC45-EF49FA594AFA}" dt="2024-05-08T16:14:52.474" v="230" actId="47"/>
        <pc:sldMkLst>
          <pc:docMk/>
          <pc:sldMk cId="4070810822" sldId="332"/>
        </pc:sldMkLst>
      </pc:sldChg>
      <pc:sldChg chg="del">
        <pc:chgData name="Jefferson Passerini" userId="ec684a97d9b6a829" providerId="LiveId" clId="{B70817A6-11F6-40EF-AC45-EF49FA594AFA}" dt="2024-05-08T16:14:52.865" v="231" actId="47"/>
        <pc:sldMkLst>
          <pc:docMk/>
          <pc:sldMk cId="281967174" sldId="333"/>
        </pc:sldMkLst>
      </pc:sldChg>
      <pc:sldChg chg="addSp delSp modSp mod">
        <pc:chgData name="Jefferson Passerini" userId="ec684a97d9b6a829" providerId="LiveId" clId="{B70817A6-11F6-40EF-AC45-EF49FA594AFA}" dt="2024-05-09T16:08:47.355" v="8220" actId="20577"/>
        <pc:sldMkLst>
          <pc:docMk/>
          <pc:sldMk cId="4123629895" sldId="333"/>
        </pc:sldMkLst>
        <pc:spChg chg="mod">
          <ac:chgData name="Jefferson Passerini" userId="ec684a97d9b6a829" providerId="LiveId" clId="{B70817A6-11F6-40EF-AC45-EF49FA594AFA}" dt="2024-05-09T16:08:47.355" v="8220" actId="20577"/>
          <ac:spMkLst>
            <pc:docMk/>
            <pc:sldMk cId="4123629895" sldId="333"/>
            <ac:spMk id="2" creationId="{833D04CD-11B8-55DE-B219-63E10E011332}"/>
          </ac:spMkLst>
        </pc:spChg>
        <pc:spChg chg="add mod">
          <ac:chgData name="Jefferson Passerini" userId="ec684a97d9b6a829" providerId="LiveId" clId="{B70817A6-11F6-40EF-AC45-EF49FA594AFA}" dt="2024-05-09T15:54:48.907" v="8108" actId="20577"/>
          <ac:spMkLst>
            <pc:docMk/>
            <pc:sldMk cId="4123629895" sldId="333"/>
            <ac:spMk id="6" creationId="{ACA90943-6178-7675-E20A-3A419C94C4C2}"/>
          </ac:spMkLst>
        </pc:spChg>
        <pc:picChg chg="add mod">
          <ac:chgData name="Jefferson Passerini" userId="ec684a97d9b6a829" providerId="LiveId" clId="{B70817A6-11F6-40EF-AC45-EF49FA594AFA}" dt="2024-05-09T15:52:52.536" v="8090"/>
          <ac:picMkLst>
            <pc:docMk/>
            <pc:sldMk cId="4123629895" sldId="333"/>
            <ac:picMk id="3" creationId="{FBE50171-1819-F719-ED9B-3040D2443E1B}"/>
          </ac:picMkLst>
        </pc:picChg>
        <pc:picChg chg="del">
          <ac:chgData name="Jefferson Passerini" userId="ec684a97d9b6a829" providerId="LiveId" clId="{B70817A6-11F6-40EF-AC45-EF49FA594AFA}" dt="2024-05-09T15:52:51.561" v="8089" actId="478"/>
          <ac:picMkLst>
            <pc:docMk/>
            <pc:sldMk cId="4123629895" sldId="333"/>
            <ac:picMk id="5" creationId="{1E6544DB-333A-62C3-A031-C9979B44B78A}"/>
          </ac:picMkLst>
        </pc:picChg>
        <pc:picChg chg="del">
          <ac:chgData name="Jefferson Passerini" userId="ec684a97d9b6a829" providerId="LiveId" clId="{B70817A6-11F6-40EF-AC45-EF49FA594AFA}" dt="2024-05-09T15:52:58.031" v="8093" actId="478"/>
          <ac:picMkLst>
            <pc:docMk/>
            <pc:sldMk cId="4123629895" sldId="333"/>
            <ac:picMk id="7" creationId="{52AB7B46-9939-BA82-DA78-162AB7335FC7}"/>
          </ac:picMkLst>
        </pc:picChg>
        <pc:picChg chg="del">
          <ac:chgData name="Jefferson Passerini" userId="ec684a97d9b6a829" providerId="LiveId" clId="{B70817A6-11F6-40EF-AC45-EF49FA594AFA}" dt="2024-05-09T15:52:57.468" v="8092" actId="478"/>
          <ac:picMkLst>
            <pc:docMk/>
            <pc:sldMk cId="4123629895" sldId="333"/>
            <ac:picMk id="9" creationId="{29D48077-3F2D-E237-C783-E30C914C7622}"/>
          </ac:picMkLst>
        </pc:picChg>
        <pc:picChg chg="add mod">
          <ac:chgData name="Jefferson Passerini" userId="ec684a97d9b6a829" providerId="LiveId" clId="{B70817A6-11F6-40EF-AC45-EF49FA594AFA}" dt="2024-05-09T15:53:22.634" v="8096" actId="1076"/>
          <ac:picMkLst>
            <pc:docMk/>
            <pc:sldMk cId="4123629895" sldId="333"/>
            <ac:picMk id="10" creationId="{82469A5D-82DF-7277-CB0F-71B3B480D509}"/>
          </ac:picMkLst>
        </pc:picChg>
        <pc:picChg chg="add mod">
          <ac:chgData name="Jefferson Passerini" userId="ec684a97d9b6a829" providerId="LiveId" clId="{B70817A6-11F6-40EF-AC45-EF49FA594AFA}" dt="2024-05-09T15:53:34.665" v="8098" actId="1076"/>
          <ac:picMkLst>
            <pc:docMk/>
            <pc:sldMk cId="4123629895" sldId="333"/>
            <ac:picMk id="12" creationId="{6AC177C8-70FD-F7A2-95D5-9DCB8C2A14EC}"/>
          </ac:picMkLst>
        </pc:picChg>
      </pc:sldChg>
      <pc:sldChg chg="del">
        <pc:chgData name="Jefferson Passerini" userId="ec684a97d9b6a829" providerId="LiveId" clId="{B70817A6-11F6-40EF-AC45-EF49FA594AFA}" dt="2024-05-08T16:14:53.241" v="232" actId="47"/>
        <pc:sldMkLst>
          <pc:docMk/>
          <pc:sldMk cId="18148241" sldId="334"/>
        </pc:sldMkLst>
      </pc:sldChg>
      <pc:sldChg chg="addSp delSp modSp mod">
        <pc:chgData name="Jefferson Passerini" userId="ec684a97d9b6a829" providerId="LiveId" clId="{B70817A6-11F6-40EF-AC45-EF49FA594AFA}" dt="2024-05-09T16:12:32.100" v="8276" actId="478"/>
        <pc:sldMkLst>
          <pc:docMk/>
          <pc:sldMk cId="2376570440" sldId="334"/>
        </pc:sldMkLst>
        <pc:spChg chg="mod">
          <ac:chgData name="Jefferson Passerini" userId="ec684a97d9b6a829" providerId="LiveId" clId="{B70817A6-11F6-40EF-AC45-EF49FA594AFA}" dt="2024-05-09T16:08:51.825" v="8226" actId="20577"/>
          <ac:spMkLst>
            <pc:docMk/>
            <pc:sldMk cId="2376570440" sldId="334"/>
            <ac:spMk id="2" creationId="{833D04CD-11B8-55DE-B219-63E10E011332}"/>
          </ac:spMkLst>
        </pc:spChg>
        <pc:spChg chg="mod">
          <ac:chgData name="Jefferson Passerini" userId="ec684a97d9b6a829" providerId="LiveId" clId="{B70817A6-11F6-40EF-AC45-EF49FA594AFA}" dt="2024-05-09T15:54:01.272" v="8103" actId="14100"/>
          <ac:spMkLst>
            <pc:docMk/>
            <pc:sldMk cId="2376570440" sldId="334"/>
            <ac:spMk id="11" creationId="{3AE03366-0FC3-A3B5-6846-FA824F2D8475}"/>
          </ac:spMkLst>
        </pc:spChg>
        <pc:picChg chg="add del mod">
          <ac:chgData name="Jefferson Passerini" userId="ec684a97d9b6a829" providerId="LiveId" clId="{B70817A6-11F6-40EF-AC45-EF49FA594AFA}" dt="2024-05-09T16:12:32.100" v="8276" actId="478"/>
          <ac:picMkLst>
            <pc:docMk/>
            <pc:sldMk cId="2376570440" sldId="334"/>
            <ac:picMk id="5" creationId="{8A4AD54F-2009-9324-FFE0-E6CF743105A5}"/>
          </ac:picMkLst>
        </pc:picChg>
        <pc:picChg chg="add del mod">
          <ac:chgData name="Jefferson Passerini" userId="ec684a97d9b6a829" providerId="LiveId" clId="{B70817A6-11F6-40EF-AC45-EF49FA594AFA}" dt="2024-05-09T15:57:34.587" v="8138" actId="478"/>
          <ac:picMkLst>
            <pc:docMk/>
            <pc:sldMk cId="2376570440" sldId="334"/>
            <ac:picMk id="5" creationId="{A56B8FC3-B8E0-818B-5ABD-4BB15ACB669F}"/>
          </ac:picMkLst>
        </pc:picChg>
        <pc:picChg chg="add mod">
          <ac:chgData name="Jefferson Passerini" userId="ec684a97d9b6a829" providerId="LiveId" clId="{B70817A6-11F6-40EF-AC45-EF49FA594AFA}" dt="2024-05-09T16:12:30.685" v="8275" actId="1076"/>
          <ac:picMkLst>
            <pc:docMk/>
            <pc:sldMk cId="2376570440" sldId="334"/>
            <ac:picMk id="8" creationId="{4033C358-B041-206A-AE07-FE80BA7C8B80}"/>
          </ac:picMkLst>
        </pc:picChg>
        <pc:picChg chg="add del mod">
          <ac:chgData name="Jefferson Passerini" userId="ec684a97d9b6a829" providerId="LiveId" clId="{B70817A6-11F6-40EF-AC45-EF49FA594AFA}" dt="2024-05-09T16:02:43.735" v="8147" actId="22"/>
          <ac:picMkLst>
            <pc:docMk/>
            <pc:sldMk cId="2376570440" sldId="334"/>
            <ac:picMk id="8" creationId="{73B723F1-A54D-2F83-F0E6-1A32E0234C59}"/>
          </ac:picMkLst>
        </pc:picChg>
        <pc:picChg chg="del">
          <ac:chgData name="Jefferson Passerini" userId="ec684a97d9b6a829" providerId="LiveId" clId="{B70817A6-11F6-40EF-AC45-EF49FA594AFA}" dt="2024-05-09T15:53:41.465" v="8099" actId="478"/>
          <ac:picMkLst>
            <pc:docMk/>
            <pc:sldMk cId="2376570440" sldId="334"/>
            <ac:picMk id="10" creationId="{B89C7E24-AD50-A452-9497-9B6E24845B15}"/>
          </ac:picMkLst>
        </pc:picChg>
      </pc:sldChg>
      <pc:sldChg chg="modSp mod">
        <pc:chgData name="Jefferson Passerini" userId="ec684a97d9b6a829" providerId="LiveId" clId="{B70817A6-11F6-40EF-AC45-EF49FA594AFA}" dt="2024-05-09T16:08:56.459" v="8232" actId="20577"/>
        <pc:sldMkLst>
          <pc:docMk/>
          <pc:sldMk cId="358681607" sldId="335"/>
        </pc:sldMkLst>
        <pc:spChg chg="mod">
          <ac:chgData name="Jefferson Passerini" userId="ec684a97d9b6a829" providerId="LiveId" clId="{B70817A6-11F6-40EF-AC45-EF49FA594AFA}" dt="2024-05-09T16:08:56.459" v="8232" actId="20577"/>
          <ac:spMkLst>
            <pc:docMk/>
            <pc:sldMk cId="358681607" sldId="335"/>
            <ac:spMk id="2" creationId="{833D04CD-11B8-55DE-B219-63E10E011332}"/>
          </ac:spMkLst>
        </pc:spChg>
      </pc:sldChg>
      <pc:sldChg chg="del">
        <pc:chgData name="Jefferson Passerini" userId="ec684a97d9b6a829" providerId="LiveId" clId="{B70817A6-11F6-40EF-AC45-EF49FA594AFA}" dt="2024-05-08T16:14:53.679" v="233" actId="47"/>
        <pc:sldMkLst>
          <pc:docMk/>
          <pc:sldMk cId="3063174417" sldId="335"/>
        </pc:sldMkLst>
      </pc:sldChg>
      <pc:sldChg chg="modSp mod">
        <pc:chgData name="Jefferson Passerini" userId="ec684a97d9b6a829" providerId="LiveId" clId="{B70817A6-11F6-40EF-AC45-EF49FA594AFA}" dt="2024-05-09T16:09:02.965" v="8238" actId="20577"/>
        <pc:sldMkLst>
          <pc:docMk/>
          <pc:sldMk cId="286797159" sldId="336"/>
        </pc:sldMkLst>
        <pc:spChg chg="mod">
          <ac:chgData name="Jefferson Passerini" userId="ec684a97d9b6a829" providerId="LiveId" clId="{B70817A6-11F6-40EF-AC45-EF49FA594AFA}" dt="2024-05-09T16:09:02.965" v="8238" actId="20577"/>
          <ac:spMkLst>
            <pc:docMk/>
            <pc:sldMk cId="286797159" sldId="336"/>
            <ac:spMk id="2" creationId="{833D04CD-11B8-55DE-B219-63E10E011332}"/>
          </ac:spMkLst>
        </pc:spChg>
      </pc:sldChg>
      <pc:sldChg chg="del">
        <pc:chgData name="Jefferson Passerini" userId="ec684a97d9b6a829" providerId="LiveId" clId="{B70817A6-11F6-40EF-AC45-EF49FA594AFA}" dt="2024-05-08T16:14:54.038" v="234" actId="47"/>
        <pc:sldMkLst>
          <pc:docMk/>
          <pc:sldMk cId="3264559796" sldId="336"/>
        </pc:sldMkLst>
      </pc:sldChg>
      <pc:sldChg chg="del">
        <pc:chgData name="Jefferson Passerini" userId="ec684a97d9b6a829" providerId="LiveId" clId="{B70817A6-11F6-40EF-AC45-EF49FA594AFA}" dt="2024-05-08T16:14:54.445" v="235" actId="47"/>
        <pc:sldMkLst>
          <pc:docMk/>
          <pc:sldMk cId="2333072688" sldId="337"/>
        </pc:sldMkLst>
      </pc:sldChg>
      <pc:sldChg chg="addSp delSp modSp mod">
        <pc:chgData name="Jefferson Passerini" userId="ec684a97d9b6a829" providerId="LiveId" clId="{B70817A6-11F6-40EF-AC45-EF49FA594AFA}" dt="2024-05-09T16:09:07.496" v="8244" actId="20577"/>
        <pc:sldMkLst>
          <pc:docMk/>
          <pc:sldMk cId="4176450885" sldId="337"/>
        </pc:sldMkLst>
        <pc:spChg chg="mod">
          <ac:chgData name="Jefferson Passerini" userId="ec684a97d9b6a829" providerId="LiveId" clId="{B70817A6-11F6-40EF-AC45-EF49FA594AFA}" dt="2024-05-09T16:09:07.496" v="8244" actId="20577"/>
          <ac:spMkLst>
            <pc:docMk/>
            <pc:sldMk cId="4176450885" sldId="337"/>
            <ac:spMk id="2" creationId="{833D04CD-11B8-55DE-B219-63E10E011332}"/>
          </ac:spMkLst>
        </pc:spChg>
        <pc:spChg chg="add mod">
          <ac:chgData name="Jefferson Passerini" userId="ec684a97d9b6a829" providerId="LiveId" clId="{B70817A6-11F6-40EF-AC45-EF49FA594AFA}" dt="2024-05-09T15:55:05.484" v="8112" actId="1076"/>
          <ac:spMkLst>
            <pc:docMk/>
            <pc:sldMk cId="4176450885" sldId="337"/>
            <ac:spMk id="5" creationId="{9DF40B2D-82C1-8A5F-81E1-584798392C5C}"/>
          </ac:spMkLst>
        </pc:spChg>
        <pc:picChg chg="add mod">
          <ac:chgData name="Jefferson Passerini" userId="ec684a97d9b6a829" providerId="LiveId" clId="{B70817A6-11F6-40EF-AC45-EF49FA594AFA}" dt="2024-05-09T15:54:57.394" v="8111"/>
          <ac:picMkLst>
            <pc:docMk/>
            <pc:sldMk cId="4176450885" sldId="337"/>
            <ac:picMk id="3" creationId="{8AF76AE5-AC38-6E1A-0F41-5F8DA662CBFE}"/>
          </ac:picMkLst>
        </pc:picChg>
        <pc:picChg chg="del">
          <ac:chgData name="Jefferson Passerini" userId="ec684a97d9b6a829" providerId="LiveId" clId="{B70817A6-11F6-40EF-AC45-EF49FA594AFA}" dt="2024-05-09T15:55:08.080" v="8114" actId="478"/>
          <ac:picMkLst>
            <pc:docMk/>
            <pc:sldMk cId="4176450885" sldId="337"/>
            <ac:picMk id="6" creationId="{DF1A88CA-C620-9F53-565E-E3EB050A9E34}"/>
          </ac:picMkLst>
        </pc:picChg>
        <pc:picChg chg="add mod">
          <ac:chgData name="Jefferson Passerini" userId="ec684a97d9b6a829" providerId="LiveId" clId="{B70817A6-11F6-40EF-AC45-EF49FA594AFA}" dt="2024-05-09T15:55:32.971" v="8116" actId="1076"/>
          <ac:picMkLst>
            <pc:docMk/>
            <pc:sldMk cId="4176450885" sldId="337"/>
            <ac:picMk id="8" creationId="{941311F0-9813-5D33-CBE7-F1468B26A7A1}"/>
          </ac:picMkLst>
        </pc:picChg>
        <pc:picChg chg="del">
          <ac:chgData name="Jefferson Passerini" userId="ec684a97d9b6a829" providerId="LiveId" clId="{B70817A6-11F6-40EF-AC45-EF49FA594AFA}" dt="2024-05-09T15:55:07.391" v="8113" actId="478"/>
          <ac:picMkLst>
            <pc:docMk/>
            <pc:sldMk cId="4176450885" sldId="337"/>
            <ac:picMk id="10" creationId="{D1141EB0-FCFA-06C1-058E-6961BAF6CA10}"/>
          </ac:picMkLst>
        </pc:picChg>
        <pc:picChg chg="add mod">
          <ac:chgData name="Jefferson Passerini" userId="ec684a97d9b6a829" providerId="LiveId" clId="{B70817A6-11F6-40EF-AC45-EF49FA594AFA}" dt="2024-05-09T15:56:00.650" v="8118" actId="1076"/>
          <ac:picMkLst>
            <pc:docMk/>
            <pc:sldMk cId="4176450885" sldId="337"/>
            <ac:picMk id="11" creationId="{14D8D94E-0BD9-F817-55D0-AD78CE88063D}"/>
          </ac:picMkLst>
        </pc:picChg>
        <pc:picChg chg="del mod">
          <ac:chgData name="Jefferson Passerini" userId="ec684a97d9b6a829" providerId="LiveId" clId="{B70817A6-11F6-40EF-AC45-EF49FA594AFA}" dt="2024-05-09T15:54:56.316" v="8110" actId="478"/>
          <ac:picMkLst>
            <pc:docMk/>
            <pc:sldMk cId="4176450885" sldId="337"/>
            <ac:picMk id="12" creationId="{DC3DC4B2-B98E-B98B-B763-18E0D7969B89}"/>
          </ac:picMkLst>
        </pc:picChg>
      </pc:sldChg>
      <pc:sldChg chg="modSp mod">
        <pc:chgData name="Jefferson Passerini" userId="ec684a97d9b6a829" providerId="LiveId" clId="{B70817A6-11F6-40EF-AC45-EF49FA594AFA}" dt="2024-05-09T16:09:12.489" v="8250" actId="20577"/>
        <pc:sldMkLst>
          <pc:docMk/>
          <pc:sldMk cId="497967570" sldId="338"/>
        </pc:sldMkLst>
        <pc:spChg chg="mod">
          <ac:chgData name="Jefferson Passerini" userId="ec684a97d9b6a829" providerId="LiveId" clId="{B70817A6-11F6-40EF-AC45-EF49FA594AFA}" dt="2024-05-09T16:09:12.489" v="8250" actId="20577"/>
          <ac:spMkLst>
            <pc:docMk/>
            <pc:sldMk cId="497967570" sldId="338"/>
            <ac:spMk id="2" creationId="{833D04CD-11B8-55DE-B219-63E10E011332}"/>
          </ac:spMkLst>
        </pc:spChg>
      </pc:sldChg>
      <pc:sldChg chg="del">
        <pc:chgData name="Jefferson Passerini" userId="ec684a97d9b6a829" providerId="LiveId" clId="{B70817A6-11F6-40EF-AC45-EF49FA594AFA}" dt="2024-05-08T16:14:54.883" v="236" actId="47"/>
        <pc:sldMkLst>
          <pc:docMk/>
          <pc:sldMk cId="818800469" sldId="338"/>
        </pc:sldMkLst>
      </pc:sldChg>
      <pc:sldChg chg="del">
        <pc:chgData name="Jefferson Passerini" userId="ec684a97d9b6a829" providerId="LiveId" clId="{B70817A6-11F6-40EF-AC45-EF49FA594AFA}" dt="2024-05-08T16:14:55.383" v="237" actId="47"/>
        <pc:sldMkLst>
          <pc:docMk/>
          <pc:sldMk cId="9681864" sldId="339"/>
        </pc:sldMkLst>
      </pc:sldChg>
      <pc:sldChg chg="modSp mod">
        <pc:chgData name="Jefferson Passerini" userId="ec684a97d9b6a829" providerId="LiveId" clId="{B70817A6-11F6-40EF-AC45-EF49FA594AFA}" dt="2024-05-09T16:09:17.446" v="8256" actId="20577"/>
        <pc:sldMkLst>
          <pc:docMk/>
          <pc:sldMk cId="2743263013" sldId="339"/>
        </pc:sldMkLst>
        <pc:spChg chg="mod">
          <ac:chgData name="Jefferson Passerini" userId="ec684a97d9b6a829" providerId="LiveId" clId="{B70817A6-11F6-40EF-AC45-EF49FA594AFA}" dt="2024-05-09T16:09:17.446" v="8256" actId="20577"/>
          <ac:spMkLst>
            <pc:docMk/>
            <pc:sldMk cId="2743263013" sldId="339"/>
            <ac:spMk id="2" creationId="{833D04CD-11B8-55DE-B219-63E10E011332}"/>
          </ac:spMkLst>
        </pc:spChg>
      </pc:sldChg>
      <pc:sldChg chg="addSp delSp modSp mod">
        <pc:chgData name="Jefferson Passerini" userId="ec684a97d9b6a829" providerId="LiveId" clId="{B70817A6-11F6-40EF-AC45-EF49FA594AFA}" dt="2024-05-09T16:09:21.371" v="8262" actId="20577"/>
        <pc:sldMkLst>
          <pc:docMk/>
          <pc:sldMk cId="2042909194" sldId="340"/>
        </pc:sldMkLst>
        <pc:spChg chg="mod">
          <ac:chgData name="Jefferson Passerini" userId="ec684a97d9b6a829" providerId="LiveId" clId="{B70817A6-11F6-40EF-AC45-EF49FA594AFA}" dt="2024-05-09T16:09:21.371" v="8262" actId="20577"/>
          <ac:spMkLst>
            <pc:docMk/>
            <pc:sldMk cId="2042909194" sldId="340"/>
            <ac:spMk id="2" creationId="{833D04CD-11B8-55DE-B219-63E10E011332}"/>
          </ac:spMkLst>
        </pc:spChg>
        <pc:spChg chg="mod">
          <ac:chgData name="Jefferson Passerini" userId="ec684a97d9b6a829" providerId="LiveId" clId="{B70817A6-11F6-40EF-AC45-EF49FA594AFA}" dt="2024-05-09T15:56:42.250" v="8125" actId="27636"/>
          <ac:spMkLst>
            <pc:docMk/>
            <pc:sldMk cId="2042909194" sldId="340"/>
            <ac:spMk id="16" creationId="{A264D272-CB40-7EE9-55A3-FD8C2608BDA4}"/>
          </ac:spMkLst>
        </pc:spChg>
        <pc:picChg chg="add mod">
          <ac:chgData name="Jefferson Passerini" userId="ec684a97d9b6a829" providerId="LiveId" clId="{B70817A6-11F6-40EF-AC45-EF49FA594AFA}" dt="2024-05-09T15:56:39.210" v="8123" actId="1076"/>
          <ac:picMkLst>
            <pc:docMk/>
            <pc:sldMk cId="2042909194" sldId="340"/>
            <ac:picMk id="3" creationId="{8F383378-E9DA-79F2-7524-567B63B2B75A}"/>
          </ac:picMkLst>
        </pc:picChg>
        <pc:picChg chg="add del">
          <ac:chgData name="Jefferson Passerini" userId="ec684a97d9b6a829" providerId="LiveId" clId="{B70817A6-11F6-40EF-AC45-EF49FA594AFA}" dt="2024-05-09T15:56:31.616" v="8121" actId="478"/>
          <ac:picMkLst>
            <pc:docMk/>
            <pc:sldMk cId="2042909194" sldId="340"/>
            <ac:picMk id="5" creationId="{4DA114D1-C1CE-49FF-837C-F36E94C1C038}"/>
          </ac:picMkLst>
        </pc:picChg>
        <pc:cxnChg chg="mod ord">
          <ac:chgData name="Jefferson Passerini" userId="ec684a97d9b6a829" providerId="LiveId" clId="{B70817A6-11F6-40EF-AC45-EF49FA594AFA}" dt="2024-05-09T15:56:50.287" v="8127" actId="14100"/>
          <ac:cxnSpMkLst>
            <pc:docMk/>
            <pc:sldMk cId="2042909194" sldId="340"/>
            <ac:cxnSpMk id="13" creationId="{1FBC83F0-222A-B5C6-330D-5829E8D60C76}"/>
          </ac:cxnSpMkLst>
        </pc:cxnChg>
        <pc:cxnChg chg="mod ord">
          <ac:chgData name="Jefferson Passerini" userId="ec684a97d9b6a829" providerId="LiveId" clId="{B70817A6-11F6-40EF-AC45-EF49FA594AFA}" dt="2024-05-09T15:56:57.447" v="8129" actId="14100"/>
          <ac:cxnSpMkLst>
            <pc:docMk/>
            <pc:sldMk cId="2042909194" sldId="340"/>
            <ac:cxnSpMk id="14" creationId="{E8E133DA-AA23-7B2F-1FCB-3B39BB79105E}"/>
          </ac:cxnSpMkLst>
        </pc:cxnChg>
      </pc:sldChg>
      <pc:sldChg chg="del">
        <pc:chgData name="Jefferson Passerini" userId="ec684a97d9b6a829" providerId="LiveId" clId="{B70817A6-11F6-40EF-AC45-EF49FA594AFA}" dt="2024-05-08T16:14:55.791" v="238" actId="47"/>
        <pc:sldMkLst>
          <pc:docMk/>
          <pc:sldMk cId="4023680734" sldId="340"/>
        </pc:sldMkLst>
      </pc:sldChg>
      <pc:sldChg chg="addSp delSp modSp mod">
        <pc:chgData name="Jefferson Passerini" userId="ec684a97d9b6a829" providerId="LiveId" clId="{B70817A6-11F6-40EF-AC45-EF49FA594AFA}" dt="2024-05-09T16:09:27.870" v="8268" actId="20577"/>
        <pc:sldMkLst>
          <pc:docMk/>
          <pc:sldMk cId="1109884352" sldId="341"/>
        </pc:sldMkLst>
        <pc:spChg chg="mod">
          <ac:chgData name="Jefferson Passerini" userId="ec684a97d9b6a829" providerId="LiveId" clId="{B70817A6-11F6-40EF-AC45-EF49FA594AFA}" dt="2024-05-09T16:09:27.870" v="8268" actId="20577"/>
          <ac:spMkLst>
            <pc:docMk/>
            <pc:sldMk cId="1109884352" sldId="341"/>
            <ac:spMk id="2" creationId="{833D04CD-11B8-55DE-B219-63E10E011332}"/>
          </ac:spMkLst>
        </pc:spChg>
        <pc:spChg chg="mod">
          <ac:chgData name="Jefferson Passerini" userId="ec684a97d9b6a829" providerId="LiveId" clId="{B70817A6-11F6-40EF-AC45-EF49FA594AFA}" dt="2024-05-09T15:57:06.885" v="8132" actId="14100"/>
          <ac:spMkLst>
            <pc:docMk/>
            <pc:sldMk cId="1109884352" sldId="341"/>
            <ac:spMk id="16" creationId="{A264D272-CB40-7EE9-55A3-FD8C2608BDA4}"/>
          </ac:spMkLst>
        </pc:spChg>
        <pc:picChg chg="add mod">
          <ac:chgData name="Jefferson Passerini" userId="ec684a97d9b6a829" providerId="LiveId" clId="{B70817A6-11F6-40EF-AC45-EF49FA594AFA}" dt="2024-05-09T15:57:08.648" v="8133" actId="1076"/>
          <ac:picMkLst>
            <pc:docMk/>
            <pc:sldMk cId="1109884352" sldId="341"/>
            <ac:picMk id="3" creationId="{1D7384F9-30CC-A0EB-68A7-0F84CF92833F}"/>
          </ac:picMkLst>
        </pc:picChg>
        <pc:picChg chg="del">
          <ac:chgData name="Jefferson Passerini" userId="ec684a97d9b6a829" providerId="LiveId" clId="{B70817A6-11F6-40EF-AC45-EF49FA594AFA}" dt="2024-05-09T15:57:02.702" v="8130" actId="478"/>
          <ac:picMkLst>
            <pc:docMk/>
            <pc:sldMk cId="1109884352" sldId="341"/>
            <ac:picMk id="5" creationId="{4DA114D1-C1CE-49FF-837C-F36E94C1C038}"/>
          </ac:picMkLst>
        </pc:picChg>
        <pc:cxnChg chg="mod ord">
          <ac:chgData name="Jefferson Passerini" userId="ec684a97d9b6a829" providerId="LiveId" clId="{B70817A6-11F6-40EF-AC45-EF49FA594AFA}" dt="2024-05-09T15:57:14.125" v="8135" actId="14100"/>
          <ac:cxnSpMkLst>
            <pc:docMk/>
            <pc:sldMk cId="1109884352" sldId="341"/>
            <ac:cxnSpMk id="13" creationId="{1FBC83F0-222A-B5C6-330D-5829E8D60C76}"/>
          </ac:cxnSpMkLst>
        </pc:cxnChg>
        <pc:cxnChg chg="mod ord">
          <ac:chgData name="Jefferson Passerini" userId="ec684a97d9b6a829" providerId="LiveId" clId="{B70817A6-11F6-40EF-AC45-EF49FA594AFA}" dt="2024-05-09T15:57:19.869" v="8137" actId="14100"/>
          <ac:cxnSpMkLst>
            <pc:docMk/>
            <pc:sldMk cId="1109884352" sldId="341"/>
            <ac:cxnSpMk id="14" creationId="{E8E133DA-AA23-7B2F-1FCB-3B39BB79105E}"/>
          </ac:cxnSpMkLst>
        </pc:cxnChg>
      </pc:sldChg>
      <pc:sldChg chg="del">
        <pc:chgData name="Jefferson Passerini" userId="ec684a97d9b6a829" providerId="LiveId" clId="{B70817A6-11F6-40EF-AC45-EF49FA594AFA}" dt="2024-05-08T16:14:56.197" v="239" actId="47"/>
        <pc:sldMkLst>
          <pc:docMk/>
          <pc:sldMk cId="2528765997" sldId="341"/>
        </pc:sldMkLst>
      </pc:sldChg>
      <pc:sldChg chg="del">
        <pc:chgData name="Jefferson Passerini" userId="ec684a97d9b6a829" providerId="LiveId" clId="{B70817A6-11F6-40EF-AC45-EF49FA594AFA}" dt="2024-05-08T16:14:56.604" v="240" actId="47"/>
        <pc:sldMkLst>
          <pc:docMk/>
          <pc:sldMk cId="1567527344" sldId="342"/>
        </pc:sldMkLst>
      </pc:sldChg>
      <pc:sldChg chg="del">
        <pc:chgData name="Jefferson Passerini" userId="ec684a97d9b6a829" providerId="LiveId" clId="{B70817A6-11F6-40EF-AC45-EF49FA594AFA}" dt="2024-05-08T16:14:57.120" v="241" actId="47"/>
        <pc:sldMkLst>
          <pc:docMk/>
          <pc:sldMk cId="582786621" sldId="343"/>
        </pc:sldMkLst>
      </pc:sldChg>
      <pc:sldChg chg="del">
        <pc:chgData name="Jefferson Passerini" userId="ec684a97d9b6a829" providerId="LiveId" clId="{B70817A6-11F6-40EF-AC45-EF49FA594AFA}" dt="2024-05-08T16:14:57.636" v="242" actId="47"/>
        <pc:sldMkLst>
          <pc:docMk/>
          <pc:sldMk cId="2354675870" sldId="344"/>
        </pc:sldMkLst>
      </pc:sldChg>
      <pc:sldChg chg="del">
        <pc:chgData name="Jefferson Passerini" userId="ec684a97d9b6a829" providerId="LiveId" clId="{B70817A6-11F6-40EF-AC45-EF49FA594AFA}" dt="2024-05-08T16:14:58.091" v="243" actId="47"/>
        <pc:sldMkLst>
          <pc:docMk/>
          <pc:sldMk cId="3433562868" sldId="345"/>
        </pc:sldMkLst>
      </pc:sldChg>
      <pc:sldChg chg="del">
        <pc:chgData name="Jefferson Passerini" userId="ec684a97d9b6a829" providerId="LiveId" clId="{B70817A6-11F6-40EF-AC45-EF49FA594AFA}" dt="2024-05-08T16:14:58.622" v="244" actId="47"/>
        <pc:sldMkLst>
          <pc:docMk/>
          <pc:sldMk cId="654068275" sldId="346"/>
        </pc:sldMkLst>
      </pc:sldChg>
      <pc:sldChg chg="del">
        <pc:chgData name="Jefferson Passerini" userId="ec684a97d9b6a829" providerId="LiveId" clId="{B70817A6-11F6-40EF-AC45-EF49FA594AFA}" dt="2024-05-08T16:14:59.091" v="245" actId="47"/>
        <pc:sldMkLst>
          <pc:docMk/>
          <pc:sldMk cId="461174643" sldId="347"/>
        </pc:sldMkLst>
      </pc:sldChg>
    </pc:docChg>
  </pc:docChgLst>
  <pc:docChgLst>
    <pc:chgData name="Jefferson Passerini" userId="ec684a97d9b6a829" providerId="LiveId" clId="{F5EEF206-4977-45B6-A81A-94B9E4CE91A1}"/>
    <pc:docChg chg="custSel addSld modSld sldOrd">
      <pc:chgData name="Jefferson Passerini" userId="ec684a97d9b6a829" providerId="LiveId" clId="{F5EEF206-4977-45B6-A81A-94B9E4CE91A1}" dt="2024-04-25T16:10:54.730" v="141" actId="1038"/>
      <pc:docMkLst>
        <pc:docMk/>
      </pc:docMkLst>
      <pc:sldChg chg="addSp modSp mod ord">
        <pc:chgData name="Jefferson Passerini" userId="ec684a97d9b6a829" providerId="LiveId" clId="{F5EEF206-4977-45B6-A81A-94B9E4CE91A1}" dt="2024-04-25T16:06:41.922" v="100" actId="14100"/>
        <pc:sldMkLst>
          <pc:docMk/>
          <pc:sldMk cId="3941556169" sldId="298"/>
        </pc:sldMkLst>
        <pc:spChg chg="mod">
          <ac:chgData name="Jefferson Passerini" userId="ec684a97d9b6a829" providerId="LiveId" clId="{F5EEF206-4977-45B6-A81A-94B9E4CE91A1}" dt="2024-04-25T16:04:28.623" v="47" actId="14100"/>
          <ac:spMkLst>
            <pc:docMk/>
            <pc:sldMk cId="3941556169" sldId="298"/>
            <ac:spMk id="3" creationId="{212081E4-07F6-C689-2ACC-B6CADD634983}"/>
          </ac:spMkLst>
        </pc:spChg>
        <pc:spChg chg="add mod">
          <ac:chgData name="Jefferson Passerini" userId="ec684a97d9b6a829" providerId="LiveId" clId="{F5EEF206-4977-45B6-A81A-94B9E4CE91A1}" dt="2024-04-25T16:06:30.312" v="96" actId="208"/>
          <ac:spMkLst>
            <pc:docMk/>
            <pc:sldMk cId="3941556169" sldId="298"/>
            <ac:spMk id="11" creationId="{0386DF24-07F8-767B-BFAC-7E18129FA235}"/>
          </ac:spMkLst>
        </pc:spChg>
        <pc:spChg chg="add mod">
          <ac:chgData name="Jefferson Passerini" userId="ec684a97d9b6a829" providerId="LiveId" clId="{F5EEF206-4977-45B6-A81A-94B9E4CE91A1}" dt="2024-04-25T16:06:41.922" v="100" actId="14100"/>
          <ac:spMkLst>
            <pc:docMk/>
            <pc:sldMk cId="3941556169" sldId="298"/>
            <ac:spMk id="12" creationId="{D655C0D7-3805-E23E-E5C7-CC5A53B29CBA}"/>
          </ac:spMkLst>
        </pc:spChg>
        <pc:picChg chg="add mod">
          <ac:chgData name="Jefferson Passerini" userId="ec684a97d9b6a829" providerId="LiveId" clId="{F5EEF206-4977-45B6-A81A-94B9E4CE91A1}" dt="2024-04-25T16:04:16.601" v="45" actId="1076"/>
          <ac:picMkLst>
            <pc:docMk/>
            <pc:sldMk cId="3941556169" sldId="298"/>
            <ac:picMk id="5" creationId="{DB8EEDC1-7F9C-4F5F-335B-6A4E93DFEEF8}"/>
          </ac:picMkLst>
        </pc:picChg>
        <pc:picChg chg="mod">
          <ac:chgData name="Jefferson Passerini" userId="ec684a97d9b6a829" providerId="LiveId" clId="{F5EEF206-4977-45B6-A81A-94B9E4CE91A1}" dt="2024-04-25T16:04:31.295" v="48" actId="1076"/>
          <ac:picMkLst>
            <pc:docMk/>
            <pc:sldMk cId="3941556169" sldId="298"/>
            <ac:picMk id="6" creationId="{4576082E-F29A-1EA6-E9C1-265AD1DD5446}"/>
          </ac:picMkLst>
        </pc:picChg>
        <pc:picChg chg="add mod">
          <ac:chgData name="Jefferson Passerini" userId="ec684a97d9b6a829" providerId="LiveId" clId="{F5EEF206-4977-45B6-A81A-94B9E4CE91A1}" dt="2024-04-25T16:05:19.216" v="90" actId="1037"/>
          <ac:picMkLst>
            <pc:docMk/>
            <pc:sldMk cId="3941556169" sldId="298"/>
            <ac:picMk id="8" creationId="{A7D597FA-E03C-DE66-CA77-0361139A946F}"/>
          </ac:picMkLst>
        </pc:picChg>
        <pc:picChg chg="add mod">
          <ac:chgData name="Jefferson Passerini" userId="ec684a97d9b6a829" providerId="LiveId" clId="{F5EEF206-4977-45B6-A81A-94B9E4CE91A1}" dt="2024-04-25T16:06:03.832" v="92" actId="1076"/>
          <ac:picMkLst>
            <pc:docMk/>
            <pc:sldMk cId="3941556169" sldId="298"/>
            <ac:picMk id="10" creationId="{DCB61C3E-B4EB-5156-2BEB-C7414B70AC50}"/>
          </ac:picMkLst>
        </pc:picChg>
      </pc:sldChg>
      <pc:sldChg chg="modSp add ord">
        <pc:chgData name="Jefferson Passerini" userId="ec684a97d9b6a829" providerId="LiveId" clId="{F5EEF206-4977-45B6-A81A-94B9E4CE91A1}" dt="2024-04-25T16:01:28.862" v="27" actId="20577"/>
        <pc:sldMkLst>
          <pc:docMk/>
          <pc:sldMk cId="3243978600" sldId="299"/>
        </pc:sldMkLst>
        <pc:spChg chg="mod">
          <ac:chgData name="Jefferson Passerini" userId="ec684a97d9b6a829" providerId="LiveId" clId="{F5EEF206-4977-45B6-A81A-94B9E4CE91A1}" dt="2024-04-25T16:01:28.862" v="27" actId="20577"/>
          <ac:spMkLst>
            <pc:docMk/>
            <pc:sldMk cId="3243978600" sldId="299"/>
            <ac:spMk id="2" creationId="{2E243026-E16F-9CDD-AE56-CF691B008A41}"/>
          </ac:spMkLst>
        </pc:spChg>
      </pc:sldChg>
      <pc:sldChg chg="modSp add">
        <pc:chgData name="Jefferson Passerini" userId="ec684a97d9b6a829" providerId="LiveId" clId="{F5EEF206-4977-45B6-A81A-94B9E4CE91A1}" dt="2024-04-25T16:01:51.065" v="39" actId="20577"/>
        <pc:sldMkLst>
          <pc:docMk/>
          <pc:sldMk cId="182436320" sldId="300"/>
        </pc:sldMkLst>
        <pc:spChg chg="mod">
          <ac:chgData name="Jefferson Passerini" userId="ec684a97d9b6a829" providerId="LiveId" clId="{F5EEF206-4977-45B6-A81A-94B9E4CE91A1}" dt="2024-04-25T16:01:51.065" v="39" actId="20577"/>
          <ac:spMkLst>
            <pc:docMk/>
            <pc:sldMk cId="182436320" sldId="300"/>
            <ac:spMk id="2" creationId="{2E243026-E16F-9CDD-AE56-CF691B008A41}"/>
          </ac:spMkLst>
        </pc:spChg>
      </pc:sldChg>
      <pc:sldChg chg="add ord">
        <pc:chgData name="Jefferson Passerini" userId="ec684a97d9b6a829" providerId="LiveId" clId="{F5EEF206-4977-45B6-A81A-94B9E4CE91A1}" dt="2024-04-25T16:01:54.066" v="41"/>
        <pc:sldMkLst>
          <pc:docMk/>
          <pc:sldMk cId="1149481752" sldId="301"/>
        </pc:sldMkLst>
      </pc:sldChg>
      <pc:sldChg chg="addSp delSp modSp add mod">
        <pc:chgData name="Jefferson Passerini" userId="ec684a97d9b6a829" providerId="LiveId" clId="{F5EEF206-4977-45B6-A81A-94B9E4CE91A1}" dt="2024-04-25T16:09:22.637" v="110" actId="14100"/>
        <pc:sldMkLst>
          <pc:docMk/>
          <pc:sldMk cId="3136303844" sldId="302"/>
        </pc:sldMkLst>
        <pc:spChg chg="mod">
          <ac:chgData name="Jefferson Passerini" userId="ec684a97d9b6a829" providerId="LiveId" clId="{F5EEF206-4977-45B6-A81A-94B9E4CE91A1}" dt="2024-04-25T16:07:00.893" v="102" actId="1076"/>
          <ac:spMkLst>
            <pc:docMk/>
            <pc:sldMk cId="3136303844" sldId="302"/>
            <ac:spMk id="11" creationId="{0386DF24-07F8-767B-BFAC-7E18129FA235}"/>
          </ac:spMkLst>
        </pc:spChg>
        <pc:spChg chg="mod">
          <ac:chgData name="Jefferson Passerini" userId="ec684a97d9b6a829" providerId="LiveId" clId="{F5EEF206-4977-45B6-A81A-94B9E4CE91A1}" dt="2024-04-25T16:07:06.097" v="103" actId="1076"/>
          <ac:spMkLst>
            <pc:docMk/>
            <pc:sldMk cId="3136303844" sldId="302"/>
            <ac:spMk id="12" creationId="{D655C0D7-3805-E23E-E5C7-CC5A53B29CBA}"/>
          </ac:spMkLst>
        </pc:spChg>
        <pc:picChg chg="del">
          <ac:chgData name="Jefferson Passerini" userId="ec684a97d9b6a829" providerId="LiveId" clId="{F5EEF206-4977-45B6-A81A-94B9E4CE91A1}" dt="2024-04-25T16:07:11.863" v="105" actId="478"/>
          <ac:picMkLst>
            <pc:docMk/>
            <pc:sldMk cId="3136303844" sldId="302"/>
            <ac:picMk id="5" creationId="{DB8EEDC1-7F9C-4F5F-335B-6A4E93DFEEF8}"/>
          </ac:picMkLst>
        </pc:picChg>
        <pc:picChg chg="add mod">
          <ac:chgData name="Jefferson Passerini" userId="ec684a97d9b6a829" providerId="LiveId" clId="{F5EEF206-4977-45B6-A81A-94B9E4CE91A1}" dt="2024-04-25T16:09:22.637" v="110" actId="14100"/>
          <ac:picMkLst>
            <pc:docMk/>
            <pc:sldMk cId="3136303844" sldId="302"/>
            <ac:picMk id="7" creationId="{AB1D3527-6B59-54AC-867E-C273ED9CCF87}"/>
          </ac:picMkLst>
        </pc:picChg>
        <pc:picChg chg="del">
          <ac:chgData name="Jefferson Passerini" userId="ec684a97d9b6a829" providerId="LiveId" clId="{F5EEF206-4977-45B6-A81A-94B9E4CE91A1}" dt="2024-04-25T16:07:08.815" v="104" actId="478"/>
          <ac:picMkLst>
            <pc:docMk/>
            <pc:sldMk cId="3136303844" sldId="302"/>
            <ac:picMk id="8" creationId="{A7D597FA-E03C-DE66-CA77-0361139A946F}"/>
          </ac:picMkLst>
        </pc:picChg>
      </pc:sldChg>
      <pc:sldChg chg="addSp delSp modSp add mod">
        <pc:chgData name="Jefferson Passerini" userId="ec684a97d9b6a829" providerId="LiveId" clId="{F5EEF206-4977-45B6-A81A-94B9E4CE91A1}" dt="2024-04-25T16:10:54.730" v="141" actId="1038"/>
        <pc:sldMkLst>
          <pc:docMk/>
          <pc:sldMk cId="3625965374" sldId="303"/>
        </pc:sldMkLst>
        <pc:spChg chg="del">
          <ac:chgData name="Jefferson Passerini" userId="ec684a97d9b6a829" providerId="LiveId" clId="{F5EEF206-4977-45B6-A81A-94B9E4CE91A1}" dt="2024-04-25T16:09:44.560" v="113" actId="478"/>
          <ac:spMkLst>
            <pc:docMk/>
            <pc:sldMk cId="3625965374" sldId="303"/>
            <ac:spMk id="11" creationId="{0386DF24-07F8-767B-BFAC-7E18129FA235}"/>
          </ac:spMkLst>
        </pc:spChg>
        <pc:spChg chg="mod">
          <ac:chgData name="Jefferson Passerini" userId="ec684a97d9b6a829" providerId="LiveId" clId="{F5EEF206-4977-45B6-A81A-94B9E4CE91A1}" dt="2024-04-25T16:09:53.999" v="119" actId="1035"/>
          <ac:spMkLst>
            <pc:docMk/>
            <pc:sldMk cId="3625965374" sldId="303"/>
            <ac:spMk id="12" creationId="{D655C0D7-3805-E23E-E5C7-CC5A53B29CBA}"/>
          </ac:spMkLst>
        </pc:spChg>
        <pc:picChg chg="add mod">
          <ac:chgData name="Jefferson Passerini" userId="ec684a97d9b6a829" providerId="LiveId" clId="{F5EEF206-4977-45B6-A81A-94B9E4CE91A1}" dt="2024-04-25T16:10:54.730" v="141" actId="1038"/>
          <ac:picMkLst>
            <pc:docMk/>
            <pc:sldMk cId="3625965374" sldId="303"/>
            <ac:picMk id="5" creationId="{CC475AF1-F939-1B17-6A63-1AC25EC2FDE5}"/>
          </ac:picMkLst>
        </pc:picChg>
        <pc:picChg chg="del">
          <ac:chgData name="Jefferson Passerini" userId="ec684a97d9b6a829" providerId="LiveId" clId="{F5EEF206-4977-45B6-A81A-94B9E4CE91A1}" dt="2024-04-25T16:09:37.451" v="112" actId="478"/>
          <ac:picMkLst>
            <pc:docMk/>
            <pc:sldMk cId="3625965374" sldId="303"/>
            <ac:picMk id="7" creationId="{AB1D3527-6B59-54AC-867E-C273ED9CCF87}"/>
          </ac:picMkLst>
        </pc:picChg>
      </pc:sldChg>
    </pc:docChg>
  </pc:docChgLst>
  <pc:docChgLst>
    <pc:chgData name="Jefferson Passerini" userId="ec684a97d9b6a829" providerId="LiveId" clId="{A2B4FCE1-F6B7-4886-85C8-2CEA9DF7C957}"/>
    <pc:docChg chg="undo custSel addSld delSld modSld sldOrd">
      <pc:chgData name="Jefferson Passerini" userId="ec684a97d9b6a829" providerId="LiveId" clId="{A2B4FCE1-F6B7-4886-85C8-2CEA9DF7C957}" dt="2024-05-28T16:28:44.333" v="1398" actId="15"/>
      <pc:docMkLst>
        <pc:docMk/>
      </pc:docMkLst>
      <pc:sldChg chg="addSp delSp modSp mod modAnim">
        <pc:chgData name="Jefferson Passerini" userId="ec684a97d9b6a829" providerId="LiveId" clId="{A2B4FCE1-F6B7-4886-85C8-2CEA9DF7C957}" dt="2024-05-28T13:25:38.172" v="53" actId="20577"/>
        <pc:sldMkLst>
          <pc:docMk/>
          <pc:sldMk cId="3568309152" sldId="256"/>
        </pc:sldMkLst>
        <pc:spChg chg="mod">
          <ac:chgData name="Jefferson Passerini" userId="ec684a97d9b6a829" providerId="LiveId" clId="{A2B4FCE1-F6B7-4886-85C8-2CEA9DF7C957}" dt="2024-05-28T13:25:30.934" v="37" actId="20577"/>
          <ac:spMkLst>
            <pc:docMk/>
            <pc:sldMk cId="3568309152" sldId="256"/>
            <ac:spMk id="2" creationId="{2E243026-E16F-9CDD-AE56-CF691B008A41}"/>
          </ac:spMkLst>
        </pc:spChg>
        <pc:spChg chg="mod">
          <ac:chgData name="Jefferson Passerini" userId="ec684a97d9b6a829" providerId="LiveId" clId="{A2B4FCE1-F6B7-4886-85C8-2CEA9DF7C957}" dt="2024-05-28T13:25:38.172" v="53" actId="20577"/>
          <ac:spMkLst>
            <pc:docMk/>
            <pc:sldMk cId="3568309152" sldId="256"/>
            <ac:spMk id="3" creationId="{A782A01C-CDB4-BEF0-9F78-DD3F68C87023}"/>
          </ac:spMkLst>
        </pc:spChg>
        <pc:spChg chg="del">
          <ac:chgData name="Jefferson Passerini" userId="ec684a97d9b6a829" providerId="LiveId" clId="{A2B4FCE1-F6B7-4886-85C8-2CEA9DF7C957}" dt="2024-05-28T13:25:18.112" v="5" actId="26606"/>
          <ac:spMkLst>
            <pc:docMk/>
            <pc:sldMk cId="3568309152" sldId="256"/>
            <ac:spMk id="166" creationId="{6CCA5F87-1D1E-45CB-8D83-FC7EEFAD9935}"/>
          </ac:spMkLst>
        </pc:spChg>
        <pc:spChg chg="del">
          <ac:chgData name="Jefferson Passerini" userId="ec684a97d9b6a829" providerId="LiveId" clId="{A2B4FCE1-F6B7-4886-85C8-2CEA9DF7C957}" dt="2024-05-28T13:25:18.112" v="5" actId="26606"/>
          <ac:spMkLst>
            <pc:docMk/>
            <pc:sldMk cId="3568309152" sldId="256"/>
            <ac:spMk id="168" creationId="{7CCFC2C6-6238-4A2F-93DE-2ADF74AF635E}"/>
          </ac:spMkLst>
        </pc:spChg>
        <pc:spChg chg="del">
          <ac:chgData name="Jefferson Passerini" userId="ec684a97d9b6a829" providerId="LiveId" clId="{A2B4FCE1-F6B7-4886-85C8-2CEA9DF7C957}" dt="2024-05-28T13:25:18.112" v="5" actId="26606"/>
          <ac:spMkLst>
            <pc:docMk/>
            <pc:sldMk cId="3568309152" sldId="256"/>
            <ac:spMk id="170" creationId="{AF2F604E-43BE-4DC3-B983-E071523364F8}"/>
          </ac:spMkLst>
        </pc:spChg>
        <pc:spChg chg="del">
          <ac:chgData name="Jefferson Passerini" userId="ec684a97d9b6a829" providerId="LiveId" clId="{A2B4FCE1-F6B7-4886-85C8-2CEA9DF7C957}" dt="2024-05-28T13:25:18.112" v="5" actId="26606"/>
          <ac:spMkLst>
            <pc:docMk/>
            <pc:sldMk cId="3568309152" sldId="256"/>
            <ac:spMk id="172" creationId="{08C9B587-E65E-4B52-B37C-ABEBB6E87928}"/>
          </ac:spMkLst>
        </pc:spChg>
        <pc:spChg chg="add">
          <ac:chgData name="Jefferson Passerini" userId="ec684a97d9b6a829" providerId="LiveId" clId="{A2B4FCE1-F6B7-4886-85C8-2CEA9DF7C957}" dt="2024-05-28T13:25:18.112" v="5" actId="26606"/>
          <ac:spMkLst>
            <pc:docMk/>
            <pc:sldMk cId="3568309152" sldId="256"/>
            <ac:spMk id="177" creationId="{0671A8AE-40A1-4631-A6B8-581AFF065482}"/>
          </ac:spMkLst>
        </pc:spChg>
        <pc:spChg chg="add">
          <ac:chgData name="Jefferson Passerini" userId="ec684a97d9b6a829" providerId="LiveId" clId="{A2B4FCE1-F6B7-4886-85C8-2CEA9DF7C957}" dt="2024-05-28T13:25:18.112" v="5" actId="26606"/>
          <ac:spMkLst>
            <pc:docMk/>
            <pc:sldMk cId="3568309152" sldId="256"/>
            <ac:spMk id="179" creationId="{AB58EF07-17C2-48CF-ABB0-EEF1F17CB8F0}"/>
          </ac:spMkLst>
        </pc:spChg>
        <pc:spChg chg="add">
          <ac:chgData name="Jefferson Passerini" userId="ec684a97d9b6a829" providerId="LiveId" clId="{A2B4FCE1-F6B7-4886-85C8-2CEA9DF7C957}" dt="2024-05-28T13:25:18.112" v="5" actId="26606"/>
          <ac:spMkLst>
            <pc:docMk/>
            <pc:sldMk cId="3568309152" sldId="256"/>
            <ac:spMk id="181" creationId="{AF2F604E-43BE-4DC3-B983-E071523364F8}"/>
          </ac:spMkLst>
        </pc:spChg>
        <pc:spChg chg="add">
          <ac:chgData name="Jefferson Passerini" userId="ec684a97d9b6a829" providerId="LiveId" clId="{A2B4FCE1-F6B7-4886-85C8-2CEA9DF7C957}" dt="2024-05-28T13:25:18.112" v="5" actId="26606"/>
          <ac:spMkLst>
            <pc:docMk/>
            <pc:sldMk cId="3568309152" sldId="256"/>
            <ac:spMk id="183" creationId="{08C9B587-E65E-4B52-B37C-ABEBB6E87928}"/>
          </ac:spMkLst>
        </pc:spChg>
        <pc:picChg chg="add mod ord">
          <ac:chgData name="Jefferson Passerini" userId="ec684a97d9b6a829" providerId="LiveId" clId="{A2B4FCE1-F6B7-4886-85C8-2CEA9DF7C957}" dt="2024-05-28T13:25:18.112" v="5" actId="26606"/>
          <ac:picMkLst>
            <pc:docMk/>
            <pc:sldMk cId="3568309152" sldId="256"/>
            <ac:picMk id="5" creationId="{9500FF0C-D584-0E07-97FC-4B9C011C5187}"/>
          </ac:picMkLst>
        </pc:picChg>
        <pc:picChg chg="del">
          <ac:chgData name="Jefferson Passerini" userId="ec684a97d9b6a829" providerId="LiveId" clId="{A2B4FCE1-F6B7-4886-85C8-2CEA9DF7C957}" dt="2024-05-28T13:25:02.652" v="0" actId="478"/>
          <ac:picMkLst>
            <pc:docMk/>
            <pc:sldMk cId="3568309152" sldId="256"/>
            <ac:picMk id="10" creationId="{4DA47D21-273B-7666-191F-B5AD18CAB50E}"/>
          </ac:picMkLst>
        </pc:picChg>
      </pc:sldChg>
      <pc:sldChg chg="modSp mod">
        <pc:chgData name="Jefferson Passerini" userId="ec684a97d9b6a829" providerId="LiveId" clId="{A2B4FCE1-F6B7-4886-85C8-2CEA9DF7C957}" dt="2024-05-28T13:27:39.933" v="217" actId="6549"/>
        <pc:sldMkLst>
          <pc:docMk/>
          <pc:sldMk cId="1879529569" sldId="287"/>
        </pc:sldMkLst>
        <pc:spChg chg="mod">
          <ac:chgData name="Jefferson Passerini" userId="ec684a97d9b6a829" providerId="LiveId" clId="{A2B4FCE1-F6B7-4886-85C8-2CEA9DF7C957}" dt="2024-05-28T13:27:39.933" v="217" actId="6549"/>
          <ac:spMkLst>
            <pc:docMk/>
            <pc:sldMk cId="1879529569" sldId="287"/>
            <ac:spMk id="3" creationId="{212081E4-07F6-C689-2ACC-B6CADD634983}"/>
          </ac:spMkLst>
        </pc:spChg>
        <pc:spChg chg="mod">
          <ac:chgData name="Jefferson Passerini" userId="ec684a97d9b6a829" providerId="LiveId" clId="{A2B4FCE1-F6B7-4886-85C8-2CEA9DF7C957}" dt="2024-05-28T13:26:00.380" v="105" actId="20577"/>
          <ac:spMkLst>
            <pc:docMk/>
            <pc:sldMk cId="1879529569" sldId="287"/>
            <ac:spMk id="4" creationId="{5EA05B02-D80D-3624-D3E0-6EB75542A97B}"/>
          </ac:spMkLst>
        </pc:spChg>
      </pc:sldChg>
      <pc:sldChg chg="del">
        <pc:chgData name="Jefferson Passerini" userId="ec684a97d9b6a829" providerId="LiveId" clId="{A2B4FCE1-F6B7-4886-85C8-2CEA9DF7C957}" dt="2024-05-28T13:26:08.385" v="106" actId="47"/>
        <pc:sldMkLst>
          <pc:docMk/>
          <pc:sldMk cId="1036373685" sldId="288"/>
        </pc:sldMkLst>
      </pc:sldChg>
      <pc:sldChg chg="modSp add mod">
        <pc:chgData name="Jefferson Passerini" userId="ec684a97d9b6a829" providerId="LiveId" clId="{A2B4FCE1-F6B7-4886-85C8-2CEA9DF7C957}" dt="2024-05-28T13:29:07.012" v="245" actId="120"/>
        <pc:sldMkLst>
          <pc:docMk/>
          <pc:sldMk cId="3686584995" sldId="288"/>
        </pc:sldMkLst>
        <pc:spChg chg="mod">
          <ac:chgData name="Jefferson Passerini" userId="ec684a97d9b6a829" providerId="LiveId" clId="{A2B4FCE1-F6B7-4886-85C8-2CEA9DF7C957}" dt="2024-05-28T13:29:07.012" v="245" actId="120"/>
          <ac:spMkLst>
            <pc:docMk/>
            <pc:sldMk cId="3686584995" sldId="288"/>
            <ac:spMk id="3" creationId="{212081E4-07F6-C689-2ACC-B6CADD634983}"/>
          </ac:spMkLst>
        </pc:spChg>
      </pc:sldChg>
      <pc:sldChg chg="del">
        <pc:chgData name="Jefferson Passerini" userId="ec684a97d9b6a829" providerId="LiveId" clId="{A2B4FCE1-F6B7-4886-85C8-2CEA9DF7C957}" dt="2024-05-28T13:26:08.746" v="107" actId="47"/>
        <pc:sldMkLst>
          <pc:docMk/>
          <pc:sldMk cId="1252353612" sldId="289"/>
        </pc:sldMkLst>
      </pc:sldChg>
      <pc:sldChg chg="addSp modSp add mod">
        <pc:chgData name="Jefferson Passerini" userId="ec684a97d9b6a829" providerId="LiveId" clId="{A2B4FCE1-F6B7-4886-85C8-2CEA9DF7C957}" dt="2024-05-28T13:31:14.693" v="281" actId="33524"/>
        <pc:sldMkLst>
          <pc:docMk/>
          <pc:sldMk cId="1654535349" sldId="289"/>
        </pc:sldMkLst>
        <pc:spChg chg="mod">
          <ac:chgData name="Jefferson Passerini" userId="ec684a97d9b6a829" providerId="LiveId" clId="{A2B4FCE1-F6B7-4886-85C8-2CEA9DF7C957}" dt="2024-05-28T13:31:14.693" v="281" actId="33524"/>
          <ac:spMkLst>
            <pc:docMk/>
            <pc:sldMk cId="1654535349" sldId="289"/>
            <ac:spMk id="3" creationId="{212081E4-07F6-C689-2ACC-B6CADD634983}"/>
          </ac:spMkLst>
        </pc:spChg>
        <pc:picChg chg="add mod ord">
          <ac:chgData name="Jefferson Passerini" userId="ec684a97d9b6a829" providerId="LiveId" clId="{A2B4FCE1-F6B7-4886-85C8-2CEA9DF7C957}" dt="2024-05-28T13:30:54.196" v="277" actId="14100"/>
          <ac:picMkLst>
            <pc:docMk/>
            <pc:sldMk cId="1654535349" sldId="289"/>
            <ac:picMk id="5" creationId="{8E82D777-97D9-5D05-D21D-67EFF23EE8D0}"/>
          </ac:picMkLst>
        </pc:picChg>
      </pc:sldChg>
      <pc:sldChg chg="del">
        <pc:chgData name="Jefferson Passerini" userId="ec684a97d9b6a829" providerId="LiveId" clId="{A2B4FCE1-F6B7-4886-85C8-2CEA9DF7C957}" dt="2024-05-28T13:26:09.012" v="108" actId="47"/>
        <pc:sldMkLst>
          <pc:docMk/>
          <pc:sldMk cId="1647474306" sldId="290"/>
        </pc:sldMkLst>
      </pc:sldChg>
      <pc:sldChg chg="addSp delSp modSp add mod setBg">
        <pc:chgData name="Jefferson Passerini" userId="ec684a97d9b6a829" providerId="LiveId" clId="{A2B4FCE1-F6B7-4886-85C8-2CEA9DF7C957}" dt="2024-05-28T15:05:04.620" v="305" actId="27636"/>
        <pc:sldMkLst>
          <pc:docMk/>
          <pc:sldMk cId="4194978891" sldId="290"/>
        </pc:sldMkLst>
        <pc:spChg chg="mod ord">
          <ac:chgData name="Jefferson Passerini" userId="ec684a97d9b6a829" providerId="LiveId" clId="{A2B4FCE1-F6B7-4886-85C8-2CEA9DF7C957}" dt="2024-05-28T15:05:04.620" v="305" actId="27636"/>
          <ac:spMkLst>
            <pc:docMk/>
            <pc:sldMk cId="4194978891" sldId="290"/>
            <ac:spMk id="3" creationId="{212081E4-07F6-C689-2ACC-B6CADD634983}"/>
          </ac:spMkLst>
        </pc:spChg>
        <pc:spChg chg="mod">
          <ac:chgData name="Jefferson Passerini" userId="ec684a97d9b6a829" providerId="LiveId" clId="{A2B4FCE1-F6B7-4886-85C8-2CEA9DF7C957}" dt="2024-05-28T15:04:33.853" v="301" actId="26606"/>
          <ac:spMkLst>
            <pc:docMk/>
            <pc:sldMk cId="4194978891" sldId="290"/>
            <ac:spMk id="4" creationId="{5EA05B02-D80D-3624-D3E0-6EB75542A97B}"/>
          </ac:spMkLst>
        </pc:spChg>
        <pc:spChg chg="add del">
          <ac:chgData name="Jefferson Passerini" userId="ec684a97d9b6a829" providerId="LiveId" clId="{A2B4FCE1-F6B7-4886-85C8-2CEA9DF7C957}" dt="2024-05-28T15:04:33.853" v="301" actId="26606"/>
          <ac:spMkLst>
            <pc:docMk/>
            <pc:sldMk cId="4194978891" sldId="290"/>
            <ac:spMk id="11" creationId="{E8A8EAB8-D2FF-444D-B34B-7D32F106AD0E}"/>
          </ac:spMkLst>
        </pc:spChg>
        <pc:picChg chg="del">
          <ac:chgData name="Jefferson Passerini" userId="ec684a97d9b6a829" providerId="LiveId" clId="{A2B4FCE1-F6B7-4886-85C8-2CEA9DF7C957}" dt="2024-05-28T13:31:57.475" v="292" actId="478"/>
          <ac:picMkLst>
            <pc:docMk/>
            <pc:sldMk cId="4194978891" sldId="290"/>
            <ac:picMk id="5" creationId="{8E82D777-97D9-5D05-D21D-67EFF23EE8D0}"/>
          </ac:picMkLst>
        </pc:picChg>
        <pc:picChg chg="add mod">
          <ac:chgData name="Jefferson Passerini" userId="ec684a97d9b6a829" providerId="LiveId" clId="{A2B4FCE1-F6B7-4886-85C8-2CEA9DF7C957}" dt="2024-05-28T15:04:51.328" v="303" actId="1076"/>
          <ac:picMkLst>
            <pc:docMk/>
            <pc:sldMk cId="4194978891" sldId="290"/>
            <ac:picMk id="6" creationId="{83EFE5AA-7996-3671-76CE-542152A62329}"/>
          </ac:picMkLst>
        </pc:picChg>
        <pc:cxnChg chg="add del">
          <ac:chgData name="Jefferson Passerini" userId="ec684a97d9b6a829" providerId="LiveId" clId="{A2B4FCE1-F6B7-4886-85C8-2CEA9DF7C957}" dt="2024-05-28T15:04:33.853" v="301" actId="26606"/>
          <ac:cxnSpMkLst>
            <pc:docMk/>
            <pc:sldMk cId="4194978891" sldId="290"/>
            <ac:cxnSpMk id="13" creationId="{EEA38897-7BA3-4408-8083-3235339C4A60}"/>
          </ac:cxnSpMkLst>
        </pc:cxnChg>
        <pc:cxnChg chg="add del">
          <ac:chgData name="Jefferson Passerini" userId="ec684a97d9b6a829" providerId="LiveId" clId="{A2B4FCE1-F6B7-4886-85C8-2CEA9DF7C957}" dt="2024-05-28T15:04:33.853" v="301" actId="26606"/>
          <ac:cxnSpMkLst>
            <pc:docMk/>
            <pc:sldMk cId="4194978891" sldId="290"/>
            <ac:cxnSpMk id="15" creationId="{F11AD06B-AB20-4097-8606-5DA00DBACE88}"/>
          </ac:cxnSpMkLst>
        </pc:cxnChg>
      </pc:sldChg>
      <pc:sldChg chg="del">
        <pc:chgData name="Jefferson Passerini" userId="ec684a97d9b6a829" providerId="LiveId" clId="{A2B4FCE1-F6B7-4886-85C8-2CEA9DF7C957}" dt="2024-05-28T13:26:09.608" v="109" actId="47"/>
        <pc:sldMkLst>
          <pc:docMk/>
          <pc:sldMk cId="447674259" sldId="291"/>
        </pc:sldMkLst>
      </pc:sldChg>
      <pc:sldChg chg="addSp delSp modSp add mod">
        <pc:chgData name="Jefferson Passerini" userId="ec684a97d9b6a829" providerId="LiveId" clId="{A2B4FCE1-F6B7-4886-85C8-2CEA9DF7C957}" dt="2024-05-28T15:13:20.695" v="527" actId="20577"/>
        <pc:sldMkLst>
          <pc:docMk/>
          <pc:sldMk cId="3835373218" sldId="291"/>
        </pc:sldMkLst>
        <pc:spChg chg="mod">
          <ac:chgData name="Jefferson Passerini" userId="ec684a97d9b6a829" providerId="LiveId" clId="{A2B4FCE1-F6B7-4886-85C8-2CEA9DF7C957}" dt="2024-05-28T15:13:20.695" v="527" actId="20577"/>
          <ac:spMkLst>
            <pc:docMk/>
            <pc:sldMk cId="3835373218" sldId="291"/>
            <ac:spMk id="3" creationId="{212081E4-07F6-C689-2ACC-B6CADD634983}"/>
          </ac:spMkLst>
        </pc:spChg>
        <pc:spChg chg="add mod">
          <ac:chgData name="Jefferson Passerini" userId="ec684a97d9b6a829" providerId="LiveId" clId="{A2B4FCE1-F6B7-4886-85C8-2CEA9DF7C957}" dt="2024-05-28T15:10:39.573" v="415" actId="27636"/>
          <ac:spMkLst>
            <pc:docMk/>
            <pc:sldMk cId="3835373218" sldId="291"/>
            <ac:spMk id="7" creationId="{E4D47900-51FD-10C7-F74F-1FD8315AB9B6}"/>
          </ac:spMkLst>
        </pc:spChg>
        <pc:picChg chg="add mod">
          <ac:chgData name="Jefferson Passerini" userId="ec684a97d9b6a829" providerId="LiveId" clId="{A2B4FCE1-F6B7-4886-85C8-2CEA9DF7C957}" dt="2024-05-28T15:07:52.642" v="384" actId="1076"/>
          <ac:picMkLst>
            <pc:docMk/>
            <pc:sldMk cId="3835373218" sldId="291"/>
            <ac:picMk id="5" creationId="{8E41838F-DCDB-5B78-BC25-DF9AE7CC8843}"/>
          </ac:picMkLst>
        </pc:picChg>
        <pc:picChg chg="del">
          <ac:chgData name="Jefferson Passerini" userId="ec684a97d9b6a829" providerId="LiveId" clId="{A2B4FCE1-F6B7-4886-85C8-2CEA9DF7C957}" dt="2024-05-28T15:06:01.759" v="307" actId="478"/>
          <ac:picMkLst>
            <pc:docMk/>
            <pc:sldMk cId="3835373218" sldId="291"/>
            <ac:picMk id="6" creationId="{83EFE5AA-7996-3671-76CE-542152A62329}"/>
          </ac:picMkLst>
        </pc:picChg>
      </pc:sldChg>
      <pc:sldChg chg="addSp delSp modSp add mod">
        <pc:chgData name="Jefferson Passerini" userId="ec684a97d9b6a829" providerId="LiveId" clId="{A2B4FCE1-F6B7-4886-85C8-2CEA9DF7C957}" dt="2024-05-28T15:19:29.876" v="611" actId="1076"/>
        <pc:sldMkLst>
          <pc:docMk/>
          <pc:sldMk cId="2077147058" sldId="292"/>
        </pc:sldMkLst>
        <pc:spChg chg="mod">
          <ac:chgData name="Jefferson Passerini" userId="ec684a97d9b6a829" providerId="LiveId" clId="{A2B4FCE1-F6B7-4886-85C8-2CEA9DF7C957}" dt="2024-05-28T15:15:37.011" v="552"/>
          <ac:spMkLst>
            <pc:docMk/>
            <pc:sldMk cId="2077147058" sldId="292"/>
            <ac:spMk id="3" creationId="{212081E4-07F6-C689-2ACC-B6CADD634983}"/>
          </ac:spMkLst>
        </pc:spChg>
        <pc:spChg chg="del">
          <ac:chgData name="Jefferson Passerini" userId="ec684a97d9b6a829" providerId="LiveId" clId="{A2B4FCE1-F6B7-4886-85C8-2CEA9DF7C957}" dt="2024-05-28T15:09:58.825" v="410" actId="478"/>
          <ac:spMkLst>
            <pc:docMk/>
            <pc:sldMk cId="2077147058" sldId="292"/>
            <ac:spMk id="7" creationId="{E4D47900-51FD-10C7-F74F-1FD8315AB9B6}"/>
          </ac:spMkLst>
        </pc:spChg>
        <pc:picChg chg="del">
          <ac:chgData name="Jefferson Passerini" userId="ec684a97d9b6a829" providerId="LiveId" clId="{A2B4FCE1-F6B7-4886-85C8-2CEA9DF7C957}" dt="2024-05-28T15:09:56.696" v="409" actId="478"/>
          <ac:picMkLst>
            <pc:docMk/>
            <pc:sldMk cId="2077147058" sldId="292"/>
            <ac:picMk id="5" creationId="{8E41838F-DCDB-5B78-BC25-DF9AE7CC8843}"/>
          </ac:picMkLst>
        </pc:picChg>
        <pc:picChg chg="add del mod ord">
          <ac:chgData name="Jefferson Passerini" userId="ec684a97d9b6a829" providerId="LiveId" clId="{A2B4FCE1-F6B7-4886-85C8-2CEA9DF7C957}" dt="2024-05-28T15:19:18.633" v="606" actId="478"/>
          <ac:picMkLst>
            <pc:docMk/>
            <pc:sldMk cId="2077147058" sldId="292"/>
            <ac:picMk id="6" creationId="{E5C97D3C-47E5-31C7-BBFC-D775EADF7517}"/>
          </ac:picMkLst>
        </pc:picChg>
        <pc:picChg chg="add mod">
          <ac:chgData name="Jefferson Passerini" userId="ec684a97d9b6a829" providerId="LiveId" clId="{A2B4FCE1-F6B7-4886-85C8-2CEA9DF7C957}" dt="2024-05-28T15:19:29.876" v="611" actId="1076"/>
          <ac:picMkLst>
            <pc:docMk/>
            <pc:sldMk cId="2077147058" sldId="292"/>
            <ac:picMk id="9" creationId="{44A7261A-4EFB-353A-163E-9A40114921BE}"/>
          </ac:picMkLst>
        </pc:picChg>
      </pc:sldChg>
      <pc:sldChg chg="del">
        <pc:chgData name="Jefferson Passerini" userId="ec684a97d9b6a829" providerId="LiveId" clId="{A2B4FCE1-F6B7-4886-85C8-2CEA9DF7C957}" dt="2024-05-28T13:26:09.624" v="110" actId="47"/>
        <pc:sldMkLst>
          <pc:docMk/>
          <pc:sldMk cId="3560801495" sldId="292"/>
        </pc:sldMkLst>
      </pc:sldChg>
      <pc:sldChg chg="del">
        <pc:chgData name="Jefferson Passerini" userId="ec684a97d9b6a829" providerId="LiveId" clId="{A2B4FCE1-F6B7-4886-85C8-2CEA9DF7C957}" dt="2024-05-28T13:26:10.080" v="111" actId="47"/>
        <pc:sldMkLst>
          <pc:docMk/>
          <pc:sldMk cId="274877644" sldId="293"/>
        </pc:sldMkLst>
      </pc:sldChg>
      <pc:sldChg chg="modSp add mod ord">
        <pc:chgData name="Jefferson Passerini" userId="ec684a97d9b6a829" providerId="LiveId" clId="{A2B4FCE1-F6B7-4886-85C8-2CEA9DF7C957}" dt="2024-05-28T15:17:28.400" v="586" actId="14100"/>
        <pc:sldMkLst>
          <pc:docMk/>
          <pc:sldMk cId="444709592" sldId="293"/>
        </pc:sldMkLst>
        <pc:spChg chg="mod">
          <ac:chgData name="Jefferson Passerini" userId="ec684a97d9b6a829" providerId="LiveId" clId="{A2B4FCE1-F6B7-4886-85C8-2CEA9DF7C957}" dt="2024-05-28T15:17:28.400" v="586" actId="14100"/>
          <ac:spMkLst>
            <pc:docMk/>
            <pc:sldMk cId="444709592" sldId="293"/>
            <ac:spMk id="2" creationId="{2E243026-E16F-9CDD-AE56-CF691B008A41}"/>
          </ac:spMkLst>
        </pc:spChg>
      </pc:sldChg>
      <pc:sldChg chg="addSp delSp modSp add mod ord">
        <pc:chgData name="Jefferson Passerini" userId="ec684a97d9b6a829" providerId="LiveId" clId="{A2B4FCE1-F6B7-4886-85C8-2CEA9DF7C957}" dt="2024-05-28T15:23:19.746" v="616"/>
        <pc:sldMkLst>
          <pc:docMk/>
          <pc:sldMk cId="209200274" sldId="294"/>
        </pc:sldMkLst>
        <pc:spChg chg="mod">
          <ac:chgData name="Jefferson Passerini" userId="ec684a97d9b6a829" providerId="LiveId" clId="{A2B4FCE1-F6B7-4886-85C8-2CEA9DF7C957}" dt="2024-05-28T15:23:13.077" v="614" actId="20577"/>
          <ac:spMkLst>
            <pc:docMk/>
            <pc:sldMk cId="209200274" sldId="294"/>
            <ac:spMk id="3" creationId="{212081E4-07F6-C689-2ACC-B6CADD634983}"/>
          </ac:spMkLst>
        </pc:spChg>
        <pc:picChg chg="add mod">
          <ac:chgData name="Jefferson Passerini" userId="ec684a97d9b6a829" providerId="LiveId" clId="{A2B4FCE1-F6B7-4886-85C8-2CEA9DF7C957}" dt="2024-05-28T15:19:35.916" v="613"/>
          <ac:picMkLst>
            <pc:docMk/>
            <pc:sldMk cId="209200274" sldId="294"/>
            <ac:picMk id="2" creationId="{CA62A6EC-2722-06EF-3309-621ADB21FBE5}"/>
          </ac:picMkLst>
        </pc:picChg>
        <pc:picChg chg="del">
          <ac:chgData name="Jefferson Passerini" userId="ec684a97d9b6a829" providerId="LiveId" clId="{A2B4FCE1-F6B7-4886-85C8-2CEA9DF7C957}" dt="2024-05-28T15:19:34.356" v="612" actId="478"/>
          <ac:picMkLst>
            <pc:docMk/>
            <pc:sldMk cId="209200274" sldId="294"/>
            <ac:picMk id="6" creationId="{E5C97D3C-47E5-31C7-BBFC-D775EADF7517}"/>
          </ac:picMkLst>
        </pc:picChg>
      </pc:sldChg>
      <pc:sldChg chg="del">
        <pc:chgData name="Jefferson Passerini" userId="ec684a97d9b6a829" providerId="LiveId" clId="{A2B4FCE1-F6B7-4886-85C8-2CEA9DF7C957}" dt="2024-05-28T13:26:10.254" v="112" actId="47"/>
        <pc:sldMkLst>
          <pc:docMk/>
          <pc:sldMk cId="2008480332" sldId="294"/>
        </pc:sldMkLst>
      </pc:sldChg>
      <pc:sldChg chg="addSp delSp add del setBg delDesignElem">
        <pc:chgData name="Jefferson Passerini" userId="ec684a97d9b6a829" providerId="LiveId" clId="{A2B4FCE1-F6B7-4886-85C8-2CEA9DF7C957}" dt="2024-05-28T15:17:44.886" v="592"/>
        <pc:sldMkLst>
          <pc:docMk/>
          <pc:sldMk cId="16302466" sldId="295"/>
        </pc:sldMkLst>
        <pc:spChg chg="add del">
          <ac:chgData name="Jefferson Passerini" userId="ec684a97d9b6a829" providerId="LiveId" clId="{A2B4FCE1-F6B7-4886-85C8-2CEA9DF7C957}" dt="2024-05-28T15:17:44.886" v="592"/>
          <ac:spMkLst>
            <pc:docMk/>
            <pc:sldMk cId="16302466" sldId="295"/>
            <ac:spMk id="177" creationId="{0671A8AE-40A1-4631-A6B8-581AFF065482}"/>
          </ac:spMkLst>
        </pc:spChg>
        <pc:spChg chg="add del">
          <ac:chgData name="Jefferson Passerini" userId="ec684a97d9b6a829" providerId="LiveId" clId="{A2B4FCE1-F6B7-4886-85C8-2CEA9DF7C957}" dt="2024-05-28T15:17:44.886" v="592"/>
          <ac:spMkLst>
            <pc:docMk/>
            <pc:sldMk cId="16302466" sldId="295"/>
            <ac:spMk id="179" creationId="{AB58EF07-17C2-48CF-ABB0-EEF1F17CB8F0}"/>
          </ac:spMkLst>
        </pc:spChg>
        <pc:spChg chg="add del">
          <ac:chgData name="Jefferson Passerini" userId="ec684a97d9b6a829" providerId="LiveId" clId="{A2B4FCE1-F6B7-4886-85C8-2CEA9DF7C957}" dt="2024-05-28T15:17:44.886" v="592"/>
          <ac:spMkLst>
            <pc:docMk/>
            <pc:sldMk cId="16302466" sldId="295"/>
            <ac:spMk id="181" creationId="{AF2F604E-43BE-4DC3-B983-E071523364F8}"/>
          </ac:spMkLst>
        </pc:spChg>
        <pc:spChg chg="add del">
          <ac:chgData name="Jefferson Passerini" userId="ec684a97d9b6a829" providerId="LiveId" clId="{A2B4FCE1-F6B7-4886-85C8-2CEA9DF7C957}" dt="2024-05-28T15:17:44.886" v="592"/>
          <ac:spMkLst>
            <pc:docMk/>
            <pc:sldMk cId="16302466" sldId="295"/>
            <ac:spMk id="183" creationId="{08C9B587-E65E-4B52-B37C-ABEBB6E87928}"/>
          </ac:spMkLst>
        </pc:spChg>
      </pc:sldChg>
      <pc:sldChg chg="modSp add mod ord">
        <pc:chgData name="Jefferson Passerini" userId="ec684a97d9b6a829" providerId="LiveId" clId="{A2B4FCE1-F6B7-4886-85C8-2CEA9DF7C957}" dt="2024-05-28T15:17:55.129" v="602" actId="14100"/>
        <pc:sldMkLst>
          <pc:docMk/>
          <pc:sldMk cId="1131151772" sldId="295"/>
        </pc:sldMkLst>
        <pc:spChg chg="mod">
          <ac:chgData name="Jefferson Passerini" userId="ec684a97d9b6a829" providerId="LiveId" clId="{A2B4FCE1-F6B7-4886-85C8-2CEA9DF7C957}" dt="2024-05-28T15:17:55.129" v="602" actId="14100"/>
          <ac:spMkLst>
            <pc:docMk/>
            <pc:sldMk cId="1131151772" sldId="295"/>
            <ac:spMk id="2" creationId="{2E243026-E16F-9CDD-AE56-CF691B008A41}"/>
          </ac:spMkLst>
        </pc:spChg>
      </pc:sldChg>
      <pc:sldChg chg="del">
        <pc:chgData name="Jefferson Passerini" userId="ec684a97d9b6a829" providerId="LiveId" clId="{A2B4FCE1-F6B7-4886-85C8-2CEA9DF7C957}" dt="2024-05-28T13:26:10.553" v="113" actId="47"/>
        <pc:sldMkLst>
          <pc:docMk/>
          <pc:sldMk cId="1934900836" sldId="295"/>
        </pc:sldMkLst>
      </pc:sldChg>
      <pc:sldChg chg="addSp delSp modSp add mod ord">
        <pc:chgData name="Jefferson Passerini" userId="ec684a97d9b6a829" providerId="LiveId" clId="{A2B4FCE1-F6B7-4886-85C8-2CEA9DF7C957}" dt="2024-05-28T16:07:33.772" v="981" actId="1076"/>
        <pc:sldMkLst>
          <pc:docMk/>
          <pc:sldMk cId="1746408620" sldId="296"/>
        </pc:sldMkLst>
        <pc:spChg chg="mod">
          <ac:chgData name="Jefferson Passerini" userId="ec684a97d9b6a829" providerId="LiveId" clId="{A2B4FCE1-F6B7-4886-85C8-2CEA9DF7C957}" dt="2024-05-28T15:48:31.698" v="711" actId="120"/>
          <ac:spMkLst>
            <pc:docMk/>
            <pc:sldMk cId="1746408620" sldId="296"/>
            <ac:spMk id="3" creationId="{212081E4-07F6-C689-2ACC-B6CADD634983}"/>
          </ac:spMkLst>
        </pc:spChg>
        <pc:picChg chg="del mod">
          <ac:chgData name="Jefferson Passerini" userId="ec684a97d9b6a829" providerId="LiveId" clId="{A2B4FCE1-F6B7-4886-85C8-2CEA9DF7C957}" dt="2024-05-28T16:07:31.306" v="980" actId="478"/>
          <ac:picMkLst>
            <pc:docMk/>
            <pc:sldMk cId="1746408620" sldId="296"/>
            <ac:picMk id="2" creationId="{CA62A6EC-2722-06EF-3309-621ADB21FBE5}"/>
          </ac:picMkLst>
        </pc:picChg>
        <pc:picChg chg="add mod">
          <ac:chgData name="Jefferson Passerini" userId="ec684a97d9b6a829" providerId="LiveId" clId="{A2B4FCE1-F6B7-4886-85C8-2CEA9DF7C957}" dt="2024-05-28T16:07:33.772" v="981" actId="1076"/>
          <ac:picMkLst>
            <pc:docMk/>
            <pc:sldMk cId="1746408620" sldId="296"/>
            <ac:picMk id="6" creationId="{8BBDE2D1-4669-E704-F607-BA415F3D6E42}"/>
          </ac:picMkLst>
        </pc:picChg>
        <pc:picChg chg="add mod">
          <ac:chgData name="Jefferson Passerini" userId="ec684a97d9b6a829" providerId="LiveId" clId="{A2B4FCE1-F6B7-4886-85C8-2CEA9DF7C957}" dt="2024-05-28T15:39:10.361" v="706" actId="1076"/>
          <ac:picMkLst>
            <pc:docMk/>
            <pc:sldMk cId="1746408620" sldId="296"/>
            <ac:picMk id="8" creationId="{07C45294-3FE7-7307-8190-3700D66B3AEA}"/>
          </ac:picMkLst>
        </pc:picChg>
      </pc:sldChg>
      <pc:sldChg chg="del">
        <pc:chgData name="Jefferson Passerini" userId="ec684a97d9b6a829" providerId="LiveId" clId="{A2B4FCE1-F6B7-4886-85C8-2CEA9DF7C957}" dt="2024-05-28T13:26:10.946" v="114" actId="47"/>
        <pc:sldMkLst>
          <pc:docMk/>
          <pc:sldMk cId="2079458162" sldId="296"/>
        </pc:sldMkLst>
      </pc:sldChg>
      <pc:sldChg chg="del">
        <pc:chgData name="Jefferson Passerini" userId="ec684a97d9b6a829" providerId="LiveId" clId="{A2B4FCE1-F6B7-4886-85C8-2CEA9DF7C957}" dt="2024-05-28T13:26:11.668" v="116" actId="47"/>
        <pc:sldMkLst>
          <pc:docMk/>
          <pc:sldMk cId="1221013158" sldId="297"/>
        </pc:sldMkLst>
      </pc:sldChg>
      <pc:sldChg chg="addSp delSp modSp add mod">
        <pc:chgData name="Jefferson Passerini" userId="ec684a97d9b6a829" providerId="LiveId" clId="{A2B4FCE1-F6B7-4886-85C8-2CEA9DF7C957}" dt="2024-05-28T15:52:08.345" v="830" actId="1076"/>
        <pc:sldMkLst>
          <pc:docMk/>
          <pc:sldMk cId="2975223583" sldId="297"/>
        </pc:sldMkLst>
        <pc:spChg chg="mod">
          <ac:chgData name="Jefferson Passerini" userId="ec684a97d9b6a829" providerId="LiveId" clId="{A2B4FCE1-F6B7-4886-85C8-2CEA9DF7C957}" dt="2024-05-28T15:50:57.623" v="824" actId="1076"/>
          <ac:spMkLst>
            <pc:docMk/>
            <pc:sldMk cId="2975223583" sldId="297"/>
            <ac:spMk id="3" creationId="{212081E4-07F6-C689-2ACC-B6CADD634983}"/>
          </ac:spMkLst>
        </pc:spChg>
        <pc:picChg chg="del">
          <ac:chgData name="Jefferson Passerini" userId="ec684a97d9b6a829" providerId="LiveId" clId="{A2B4FCE1-F6B7-4886-85C8-2CEA9DF7C957}" dt="2024-05-28T15:50:15.428" v="712" actId="478"/>
          <ac:picMkLst>
            <pc:docMk/>
            <pc:sldMk cId="2975223583" sldId="297"/>
            <ac:picMk id="2" creationId="{CA62A6EC-2722-06EF-3309-621ADB21FBE5}"/>
          </ac:picMkLst>
        </pc:picChg>
        <pc:picChg chg="del">
          <ac:chgData name="Jefferson Passerini" userId="ec684a97d9b6a829" providerId="LiveId" clId="{A2B4FCE1-F6B7-4886-85C8-2CEA9DF7C957}" dt="2024-05-28T15:50:16.653" v="713" actId="478"/>
          <ac:picMkLst>
            <pc:docMk/>
            <pc:sldMk cId="2975223583" sldId="297"/>
            <ac:picMk id="6" creationId="{8BBDE2D1-4669-E704-F607-BA415F3D6E42}"/>
          </ac:picMkLst>
        </pc:picChg>
        <pc:picChg chg="add mod">
          <ac:chgData name="Jefferson Passerini" userId="ec684a97d9b6a829" providerId="LiveId" clId="{A2B4FCE1-F6B7-4886-85C8-2CEA9DF7C957}" dt="2024-05-28T15:51:28.771" v="827" actId="1076"/>
          <ac:picMkLst>
            <pc:docMk/>
            <pc:sldMk cId="2975223583" sldId="297"/>
            <ac:picMk id="7" creationId="{09E71812-903E-9BA3-D8AB-ABCBAA89B0B7}"/>
          </ac:picMkLst>
        </pc:picChg>
        <pc:picChg chg="del">
          <ac:chgData name="Jefferson Passerini" userId="ec684a97d9b6a829" providerId="LiveId" clId="{A2B4FCE1-F6B7-4886-85C8-2CEA9DF7C957}" dt="2024-05-28T15:50:17.328" v="714" actId="478"/>
          <ac:picMkLst>
            <pc:docMk/>
            <pc:sldMk cId="2975223583" sldId="297"/>
            <ac:picMk id="8" creationId="{07C45294-3FE7-7307-8190-3700D66B3AEA}"/>
          </ac:picMkLst>
        </pc:picChg>
        <pc:picChg chg="add mod">
          <ac:chgData name="Jefferson Passerini" userId="ec684a97d9b6a829" providerId="LiveId" clId="{A2B4FCE1-F6B7-4886-85C8-2CEA9DF7C957}" dt="2024-05-28T15:52:08.345" v="830" actId="1076"/>
          <ac:picMkLst>
            <pc:docMk/>
            <pc:sldMk cId="2975223583" sldId="297"/>
            <ac:picMk id="10" creationId="{A7097CEA-2DDA-577E-397F-96BE2A919501}"/>
          </ac:picMkLst>
        </pc:picChg>
      </pc:sldChg>
      <pc:sldChg chg="del">
        <pc:chgData name="Jefferson Passerini" userId="ec684a97d9b6a829" providerId="LiveId" clId="{A2B4FCE1-F6B7-4886-85C8-2CEA9DF7C957}" dt="2024-05-28T13:26:18.749" v="136" actId="47"/>
        <pc:sldMkLst>
          <pc:docMk/>
          <pc:sldMk cId="91061547" sldId="298"/>
        </pc:sldMkLst>
      </pc:sldChg>
      <pc:sldChg chg="addSp delSp modSp add mod">
        <pc:chgData name="Jefferson Passerini" userId="ec684a97d9b6a829" providerId="LiveId" clId="{A2B4FCE1-F6B7-4886-85C8-2CEA9DF7C957}" dt="2024-05-28T15:52:59.712" v="839" actId="1076"/>
        <pc:sldMkLst>
          <pc:docMk/>
          <pc:sldMk cId="4004696029" sldId="298"/>
        </pc:sldMkLst>
        <pc:picChg chg="add mod">
          <ac:chgData name="Jefferson Passerini" userId="ec684a97d9b6a829" providerId="LiveId" clId="{A2B4FCE1-F6B7-4886-85C8-2CEA9DF7C957}" dt="2024-05-28T15:52:59.712" v="839" actId="1076"/>
          <ac:picMkLst>
            <pc:docMk/>
            <pc:sldMk cId="4004696029" sldId="298"/>
            <ac:picMk id="5" creationId="{CD4F8E1F-F5DF-1BFF-EA5A-DDE20CB5C7D9}"/>
          </ac:picMkLst>
        </pc:picChg>
        <pc:picChg chg="del">
          <ac:chgData name="Jefferson Passerini" userId="ec684a97d9b6a829" providerId="LiveId" clId="{A2B4FCE1-F6B7-4886-85C8-2CEA9DF7C957}" dt="2024-05-28T15:52:22.414" v="836" actId="478"/>
          <ac:picMkLst>
            <pc:docMk/>
            <pc:sldMk cId="4004696029" sldId="298"/>
            <ac:picMk id="10" creationId="{A7097CEA-2DDA-577E-397F-96BE2A919501}"/>
          </ac:picMkLst>
        </pc:picChg>
      </pc:sldChg>
      <pc:sldChg chg="del">
        <pc:chgData name="Jefferson Passerini" userId="ec684a97d9b6a829" providerId="LiveId" clId="{A2B4FCE1-F6B7-4886-85C8-2CEA9DF7C957}" dt="2024-05-28T13:26:25.548" v="156" actId="47"/>
        <pc:sldMkLst>
          <pc:docMk/>
          <pc:sldMk cId="700012455" sldId="299"/>
        </pc:sldMkLst>
      </pc:sldChg>
      <pc:sldChg chg="addSp delSp modSp add mod">
        <pc:chgData name="Jefferson Passerini" userId="ec684a97d9b6a829" providerId="LiveId" clId="{A2B4FCE1-F6B7-4886-85C8-2CEA9DF7C957}" dt="2024-05-28T15:53:22.999" v="843" actId="14100"/>
        <pc:sldMkLst>
          <pc:docMk/>
          <pc:sldMk cId="3622481177" sldId="299"/>
        </pc:sldMkLst>
        <pc:picChg chg="add mod">
          <ac:chgData name="Jefferson Passerini" userId="ec684a97d9b6a829" providerId="LiveId" clId="{A2B4FCE1-F6B7-4886-85C8-2CEA9DF7C957}" dt="2024-05-28T15:53:22.999" v="843" actId="14100"/>
          <ac:picMkLst>
            <pc:docMk/>
            <pc:sldMk cId="3622481177" sldId="299"/>
            <ac:picMk id="5" creationId="{6121DFB3-DD26-A692-9D1A-8EC87A017DD1}"/>
          </ac:picMkLst>
        </pc:picChg>
        <pc:picChg chg="del">
          <ac:chgData name="Jefferson Passerini" userId="ec684a97d9b6a829" providerId="LiveId" clId="{A2B4FCE1-F6B7-4886-85C8-2CEA9DF7C957}" dt="2024-05-28T15:52:20.876" v="835" actId="478"/>
          <ac:picMkLst>
            <pc:docMk/>
            <pc:sldMk cId="3622481177" sldId="299"/>
            <ac:picMk id="10" creationId="{A7097CEA-2DDA-577E-397F-96BE2A919501}"/>
          </ac:picMkLst>
        </pc:picChg>
      </pc:sldChg>
      <pc:sldChg chg="del">
        <pc:chgData name="Jefferson Passerini" userId="ec684a97d9b6a829" providerId="LiveId" clId="{A2B4FCE1-F6B7-4886-85C8-2CEA9DF7C957}" dt="2024-05-28T13:26:12.108" v="117" actId="47"/>
        <pc:sldMkLst>
          <pc:docMk/>
          <pc:sldMk cId="2236670369" sldId="300"/>
        </pc:sldMkLst>
      </pc:sldChg>
      <pc:sldChg chg="addSp delSp modSp add mod">
        <pc:chgData name="Jefferson Passerini" userId="ec684a97d9b6a829" providerId="LiveId" clId="{A2B4FCE1-F6B7-4886-85C8-2CEA9DF7C957}" dt="2024-05-28T15:53:44.555" v="845" actId="1076"/>
        <pc:sldMkLst>
          <pc:docMk/>
          <pc:sldMk cId="2966873240" sldId="300"/>
        </pc:sldMkLst>
        <pc:picChg chg="add mod">
          <ac:chgData name="Jefferson Passerini" userId="ec684a97d9b6a829" providerId="LiveId" clId="{A2B4FCE1-F6B7-4886-85C8-2CEA9DF7C957}" dt="2024-05-28T15:53:44.555" v="845" actId="1076"/>
          <ac:picMkLst>
            <pc:docMk/>
            <pc:sldMk cId="2966873240" sldId="300"/>
            <ac:picMk id="5" creationId="{62368863-4D6C-49C8-6877-BE37CA73859E}"/>
          </ac:picMkLst>
        </pc:picChg>
        <pc:picChg chg="del">
          <ac:chgData name="Jefferson Passerini" userId="ec684a97d9b6a829" providerId="LiveId" clId="{A2B4FCE1-F6B7-4886-85C8-2CEA9DF7C957}" dt="2024-05-28T15:52:19.071" v="834" actId="478"/>
          <ac:picMkLst>
            <pc:docMk/>
            <pc:sldMk cId="2966873240" sldId="300"/>
            <ac:picMk id="10" creationId="{A7097CEA-2DDA-577E-397F-96BE2A919501}"/>
          </ac:picMkLst>
        </pc:picChg>
      </pc:sldChg>
      <pc:sldChg chg="delSp modSp add mod">
        <pc:chgData name="Jefferson Passerini" userId="ec684a97d9b6a829" providerId="LiveId" clId="{A2B4FCE1-F6B7-4886-85C8-2CEA9DF7C957}" dt="2024-05-28T15:56:20.284" v="865" actId="113"/>
        <pc:sldMkLst>
          <pc:docMk/>
          <pc:sldMk cId="395707926" sldId="301"/>
        </pc:sldMkLst>
        <pc:spChg chg="mod">
          <ac:chgData name="Jefferson Passerini" userId="ec684a97d9b6a829" providerId="LiveId" clId="{A2B4FCE1-F6B7-4886-85C8-2CEA9DF7C957}" dt="2024-05-28T15:56:20.284" v="865" actId="113"/>
          <ac:spMkLst>
            <pc:docMk/>
            <pc:sldMk cId="395707926" sldId="301"/>
            <ac:spMk id="3" creationId="{212081E4-07F6-C689-2ACC-B6CADD634983}"/>
          </ac:spMkLst>
        </pc:spChg>
        <pc:picChg chg="del">
          <ac:chgData name="Jefferson Passerini" userId="ec684a97d9b6a829" providerId="LiveId" clId="{A2B4FCE1-F6B7-4886-85C8-2CEA9DF7C957}" dt="2024-05-28T15:54:57.188" v="847" actId="478"/>
          <ac:picMkLst>
            <pc:docMk/>
            <pc:sldMk cId="395707926" sldId="301"/>
            <ac:picMk id="5" creationId="{62368863-4D6C-49C8-6877-BE37CA73859E}"/>
          </ac:picMkLst>
        </pc:picChg>
        <pc:picChg chg="del">
          <ac:chgData name="Jefferson Passerini" userId="ec684a97d9b6a829" providerId="LiveId" clId="{A2B4FCE1-F6B7-4886-85C8-2CEA9DF7C957}" dt="2024-05-28T15:54:58.195" v="848" actId="478"/>
          <ac:picMkLst>
            <pc:docMk/>
            <pc:sldMk cId="395707926" sldId="301"/>
            <ac:picMk id="7" creationId="{09E71812-903E-9BA3-D8AB-ABCBAA89B0B7}"/>
          </ac:picMkLst>
        </pc:picChg>
      </pc:sldChg>
      <pc:sldChg chg="del">
        <pc:chgData name="Jefferson Passerini" userId="ec684a97d9b6a829" providerId="LiveId" clId="{A2B4FCE1-F6B7-4886-85C8-2CEA9DF7C957}" dt="2024-05-28T13:26:11.260" v="115" actId="47"/>
        <pc:sldMkLst>
          <pc:docMk/>
          <pc:sldMk cId="3867359619" sldId="301"/>
        </pc:sldMkLst>
      </pc:sldChg>
      <pc:sldChg chg="del">
        <pc:chgData name="Jefferson Passerini" userId="ec684a97d9b6a829" providerId="LiveId" clId="{A2B4FCE1-F6B7-4886-85C8-2CEA9DF7C957}" dt="2024-05-28T13:26:12.611" v="118" actId="47"/>
        <pc:sldMkLst>
          <pc:docMk/>
          <pc:sldMk cId="200069748" sldId="302"/>
        </pc:sldMkLst>
      </pc:sldChg>
      <pc:sldChg chg="addSp modSp add mod">
        <pc:chgData name="Jefferson Passerini" userId="ec684a97d9b6a829" providerId="LiveId" clId="{A2B4FCE1-F6B7-4886-85C8-2CEA9DF7C957}" dt="2024-05-28T16:03:39.370" v="882" actId="14100"/>
        <pc:sldMkLst>
          <pc:docMk/>
          <pc:sldMk cId="3958058798" sldId="302"/>
        </pc:sldMkLst>
        <pc:spChg chg="mod">
          <ac:chgData name="Jefferson Passerini" userId="ec684a97d9b6a829" providerId="LiveId" clId="{A2B4FCE1-F6B7-4886-85C8-2CEA9DF7C957}" dt="2024-05-28T16:03:39.370" v="882" actId="14100"/>
          <ac:spMkLst>
            <pc:docMk/>
            <pc:sldMk cId="3958058798" sldId="302"/>
            <ac:spMk id="3" creationId="{212081E4-07F6-C689-2ACC-B6CADD634983}"/>
          </ac:spMkLst>
        </pc:spChg>
        <pc:picChg chg="add mod">
          <ac:chgData name="Jefferson Passerini" userId="ec684a97d9b6a829" providerId="LiveId" clId="{A2B4FCE1-F6B7-4886-85C8-2CEA9DF7C957}" dt="2024-05-28T16:03:36.795" v="881" actId="1076"/>
          <ac:picMkLst>
            <pc:docMk/>
            <pc:sldMk cId="3958058798" sldId="302"/>
            <ac:picMk id="5" creationId="{B396F889-BBCC-7821-64B0-C3B2351C491E}"/>
          </ac:picMkLst>
        </pc:picChg>
      </pc:sldChg>
      <pc:sldChg chg="del">
        <pc:chgData name="Jefferson Passerini" userId="ec684a97d9b6a829" providerId="LiveId" clId="{A2B4FCE1-F6B7-4886-85C8-2CEA9DF7C957}" dt="2024-05-28T13:26:12.893" v="119" actId="47"/>
        <pc:sldMkLst>
          <pc:docMk/>
          <pc:sldMk cId="1178990290" sldId="303"/>
        </pc:sldMkLst>
      </pc:sldChg>
      <pc:sldChg chg="addSp delSp modSp add mod">
        <pc:chgData name="Jefferson Passerini" userId="ec684a97d9b6a829" providerId="LiveId" clId="{A2B4FCE1-F6B7-4886-85C8-2CEA9DF7C957}" dt="2024-05-28T16:08:36.786" v="994" actId="20577"/>
        <pc:sldMkLst>
          <pc:docMk/>
          <pc:sldMk cId="3159596241" sldId="303"/>
        </pc:sldMkLst>
        <pc:spChg chg="mod">
          <ac:chgData name="Jefferson Passerini" userId="ec684a97d9b6a829" providerId="LiveId" clId="{A2B4FCE1-F6B7-4886-85C8-2CEA9DF7C957}" dt="2024-05-28T16:08:36.786" v="994" actId="20577"/>
          <ac:spMkLst>
            <pc:docMk/>
            <pc:sldMk cId="3159596241" sldId="303"/>
            <ac:spMk id="3" creationId="{212081E4-07F6-C689-2ACC-B6CADD634983}"/>
          </ac:spMkLst>
        </pc:spChg>
        <pc:picChg chg="del">
          <ac:chgData name="Jefferson Passerini" userId="ec684a97d9b6a829" providerId="LiveId" clId="{A2B4FCE1-F6B7-4886-85C8-2CEA9DF7C957}" dt="2024-05-28T16:05:15.432" v="884" actId="478"/>
          <ac:picMkLst>
            <pc:docMk/>
            <pc:sldMk cId="3159596241" sldId="303"/>
            <ac:picMk id="5" creationId="{B396F889-BBCC-7821-64B0-C3B2351C491E}"/>
          </ac:picMkLst>
        </pc:picChg>
        <pc:picChg chg="add mod">
          <ac:chgData name="Jefferson Passerini" userId="ec684a97d9b6a829" providerId="LiveId" clId="{A2B4FCE1-F6B7-4886-85C8-2CEA9DF7C957}" dt="2024-05-28T16:08:24.463" v="990" actId="14100"/>
          <ac:picMkLst>
            <pc:docMk/>
            <pc:sldMk cId="3159596241" sldId="303"/>
            <ac:picMk id="6" creationId="{00AC383B-F456-66AD-ACCA-BA9745BBAE06}"/>
          </ac:picMkLst>
        </pc:picChg>
        <pc:picChg chg="add mod">
          <ac:chgData name="Jefferson Passerini" userId="ec684a97d9b6a829" providerId="LiveId" clId="{A2B4FCE1-F6B7-4886-85C8-2CEA9DF7C957}" dt="2024-05-28T16:08:25.641" v="991" actId="1076"/>
          <ac:picMkLst>
            <pc:docMk/>
            <pc:sldMk cId="3159596241" sldId="303"/>
            <ac:picMk id="8" creationId="{489294B6-B298-3970-535E-DA58C6AEF562}"/>
          </ac:picMkLst>
        </pc:picChg>
      </pc:sldChg>
      <pc:sldChg chg="del">
        <pc:chgData name="Jefferson Passerini" userId="ec684a97d9b6a829" providerId="LiveId" clId="{A2B4FCE1-F6B7-4886-85C8-2CEA9DF7C957}" dt="2024-05-28T13:26:13.207" v="120" actId="47"/>
        <pc:sldMkLst>
          <pc:docMk/>
          <pc:sldMk cId="1713220751" sldId="304"/>
        </pc:sldMkLst>
      </pc:sldChg>
      <pc:sldChg chg="addSp modSp add mod">
        <pc:chgData name="Jefferson Passerini" userId="ec684a97d9b6a829" providerId="LiveId" clId="{A2B4FCE1-F6B7-4886-85C8-2CEA9DF7C957}" dt="2024-05-28T16:16:40.913" v="1325" actId="167"/>
        <pc:sldMkLst>
          <pc:docMk/>
          <pc:sldMk cId="2768501172" sldId="304"/>
        </pc:sldMkLst>
        <pc:spChg chg="mod">
          <ac:chgData name="Jefferson Passerini" userId="ec684a97d9b6a829" providerId="LiveId" clId="{A2B4FCE1-F6B7-4886-85C8-2CEA9DF7C957}" dt="2024-05-28T16:11:46.054" v="1323" actId="20577"/>
          <ac:spMkLst>
            <pc:docMk/>
            <pc:sldMk cId="2768501172" sldId="304"/>
            <ac:spMk id="3" creationId="{212081E4-07F6-C689-2ACC-B6CADD634983}"/>
          </ac:spMkLst>
        </pc:spChg>
        <pc:picChg chg="mod ord">
          <ac:chgData name="Jefferson Passerini" userId="ec684a97d9b6a829" providerId="LiveId" clId="{A2B4FCE1-F6B7-4886-85C8-2CEA9DF7C957}" dt="2024-05-28T16:09:54.374" v="1006" actId="14100"/>
          <ac:picMkLst>
            <pc:docMk/>
            <pc:sldMk cId="2768501172" sldId="304"/>
            <ac:picMk id="2" creationId="{CA62A6EC-2722-06EF-3309-621ADB21FBE5}"/>
          </ac:picMkLst>
        </pc:picChg>
        <pc:picChg chg="add mod ord">
          <ac:chgData name="Jefferson Passerini" userId="ec684a97d9b6a829" providerId="LiveId" clId="{A2B4FCE1-F6B7-4886-85C8-2CEA9DF7C957}" dt="2024-05-28T16:16:40.913" v="1325" actId="167"/>
          <ac:picMkLst>
            <pc:docMk/>
            <pc:sldMk cId="2768501172" sldId="304"/>
            <ac:picMk id="6" creationId="{DD0D64DB-6110-27CA-F7BE-56D0B4003658}"/>
          </ac:picMkLst>
        </pc:picChg>
      </pc:sldChg>
      <pc:sldChg chg="modSp add">
        <pc:chgData name="Jefferson Passerini" userId="ec684a97d9b6a829" providerId="LiveId" clId="{A2B4FCE1-F6B7-4886-85C8-2CEA9DF7C957}" dt="2024-05-28T16:22:21.138" v="1341" actId="20577"/>
        <pc:sldMkLst>
          <pc:docMk/>
          <pc:sldMk cId="93727847" sldId="305"/>
        </pc:sldMkLst>
        <pc:spChg chg="mod">
          <ac:chgData name="Jefferson Passerini" userId="ec684a97d9b6a829" providerId="LiveId" clId="{A2B4FCE1-F6B7-4886-85C8-2CEA9DF7C957}" dt="2024-05-28T16:22:21.138" v="1341" actId="20577"/>
          <ac:spMkLst>
            <pc:docMk/>
            <pc:sldMk cId="93727847" sldId="305"/>
            <ac:spMk id="2" creationId="{2E243026-E16F-9CDD-AE56-CF691B008A41}"/>
          </ac:spMkLst>
        </pc:spChg>
      </pc:sldChg>
      <pc:sldChg chg="del">
        <pc:chgData name="Jefferson Passerini" userId="ec684a97d9b6a829" providerId="LiveId" clId="{A2B4FCE1-F6B7-4886-85C8-2CEA9DF7C957}" dt="2024-05-28T13:26:13.584" v="121" actId="47"/>
        <pc:sldMkLst>
          <pc:docMk/>
          <pc:sldMk cId="2029857168" sldId="305"/>
        </pc:sldMkLst>
      </pc:sldChg>
      <pc:sldChg chg="modSp add mod ord">
        <pc:chgData name="Jefferson Passerini" userId="ec684a97d9b6a829" providerId="LiveId" clId="{A2B4FCE1-F6B7-4886-85C8-2CEA9DF7C957}" dt="2024-05-28T16:25:58.636" v="1387" actId="20577"/>
        <pc:sldMkLst>
          <pc:docMk/>
          <pc:sldMk cId="1937452184" sldId="306"/>
        </pc:sldMkLst>
        <pc:spChg chg="mod">
          <ac:chgData name="Jefferson Passerini" userId="ec684a97d9b6a829" providerId="LiveId" clId="{A2B4FCE1-F6B7-4886-85C8-2CEA9DF7C957}" dt="2024-05-28T16:25:58.636" v="1387" actId="20577"/>
          <ac:spMkLst>
            <pc:docMk/>
            <pc:sldMk cId="1937452184" sldId="306"/>
            <ac:spMk id="3" creationId="{212081E4-07F6-C689-2ACC-B6CADD634983}"/>
          </ac:spMkLst>
        </pc:spChg>
      </pc:sldChg>
      <pc:sldChg chg="del">
        <pc:chgData name="Jefferson Passerini" userId="ec684a97d9b6a829" providerId="LiveId" clId="{A2B4FCE1-F6B7-4886-85C8-2CEA9DF7C957}" dt="2024-05-28T13:26:13.929" v="122" actId="47"/>
        <pc:sldMkLst>
          <pc:docMk/>
          <pc:sldMk cId="4194286319" sldId="306"/>
        </pc:sldMkLst>
      </pc:sldChg>
      <pc:sldChg chg="modSp add mod">
        <pc:chgData name="Jefferson Passerini" userId="ec684a97d9b6a829" providerId="LiveId" clId="{A2B4FCE1-F6B7-4886-85C8-2CEA9DF7C957}" dt="2024-05-28T16:28:44.333" v="1398" actId="15"/>
        <pc:sldMkLst>
          <pc:docMk/>
          <pc:sldMk cId="502575284" sldId="307"/>
        </pc:sldMkLst>
        <pc:spChg chg="mod">
          <ac:chgData name="Jefferson Passerini" userId="ec684a97d9b6a829" providerId="LiveId" clId="{A2B4FCE1-F6B7-4886-85C8-2CEA9DF7C957}" dt="2024-05-28T16:28:44.333" v="1398" actId="15"/>
          <ac:spMkLst>
            <pc:docMk/>
            <pc:sldMk cId="502575284" sldId="307"/>
            <ac:spMk id="3" creationId="{212081E4-07F6-C689-2ACC-B6CADD634983}"/>
          </ac:spMkLst>
        </pc:spChg>
      </pc:sldChg>
      <pc:sldChg chg="del">
        <pc:chgData name="Jefferson Passerini" userId="ec684a97d9b6a829" providerId="LiveId" clId="{A2B4FCE1-F6B7-4886-85C8-2CEA9DF7C957}" dt="2024-05-28T13:26:14.290" v="123" actId="47"/>
        <pc:sldMkLst>
          <pc:docMk/>
          <pc:sldMk cId="1083298591" sldId="307"/>
        </pc:sldMkLst>
      </pc:sldChg>
      <pc:sldChg chg="del">
        <pc:chgData name="Jefferson Passerini" userId="ec684a97d9b6a829" providerId="LiveId" clId="{A2B4FCE1-F6B7-4886-85C8-2CEA9DF7C957}" dt="2024-05-28T13:26:14.652" v="124" actId="47"/>
        <pc:sldMkLst>
          <pc:docMk/>
          <pc:sldMk cId="477010040" sldId="308"/>
        </pc:sldMkLst>
      </pc:sldChg>
      <pc:sldChg chg="del">
        <pc:chgData name="Jefferson Passerini" userId="ec684a97d9b6a829" providerId="LiveId" clId="{A2B4FCE1-F6B7-4886-85C8-2CEA9DF7C957}" dt="2024-05-28T13:26:14.951" v="125" actId="47"/>
        <pc:sldMkLst>
          <pc:docMk/>
          <pc:sldMk cId="4167290710" sldId="309"/>
        </pc:sldMkLst>
      </pc:sldChg>
      <pc:sldChg chg="del">
        <pc:chgData name="Jefferson Passerini" userId="ec684a97d9b6a829" providerId="LiveId" clId="{A2B4FCE1-F6B7-4886-85C8-2CEA9DF7C957}" dt="2024-05-28T13:26:15.280" v="126" actId="47"/>
        <pc:sldMkLst>
          <pc:docMk/>
          <pc:sldMk cId="3780850620" sldId="310"/>
        </pc:sldMkLst>
      </pc:sldChg>
      <pc:sldChg chg="del">
        <pc:chgData name="Jefferson Passerini" userId="ec684a97d9b6a829" providerId="LiveId" clId="{A2B4FCE1-F6B7-4886-85C8-2CEA9DF7C957}" dt="2024-05-28T13:26:15.594" v="127" actId="47"/>
        <pc:sldMkLst>
          <pc:docMk/>
          <pc:sldMk cId="2013935366" sldId="311"/>
        </pc:sldMkLst>
      </pc:sldChg>
      <pc:sldChg chg="del">
        <pc:chgData name="Jefferson Passerini" userId="ec684a97d9b6a829" providerId="LiveId" clId="{A2B4FCE1-F6B7-4886-85C8-2CEA9DF7C957}" dt="2024-05-28T13:26:15.923" v="128" actId="47"/>
        <pc:sldMkLst>
          <pc:docMk/>
          <pc:sldMk cId="547630217" sldId="312"/>
        </pc:sldMkLst>
      </pc:sldChg>
      <pc:sldChg chg="del">
        <pc:chgData name="Jefferson Passerini" userId="ec684a97d9b6a829" providerId="LiveId" clId="{A2B4FCE1-F6B7-4886-85C8-2CEA9DF7C957}" dt="2024-05-28T13:26:16.315" v="129" actId="47"/>
        <pc:sldMkLst>
          <pc:docMk/>
          <pc:sldMk cId="1902030872" sldId="313"/>
        </pc:sldMkLst>
      </pc:sldChg>
      <pc:sldChg chg="del">
        <pc:chgData name="Jefferson Passerini" userId="ec684a97d9b6a829" providerId="LiveId" clId="{A2B4FCE1-F6B7-4886-85C8-2CEA9DF7C957}" dt="2024-05-28T13:26:17.045" v="131" actId="47"/>
        <pc:sldMkLst>
          <pc:docMk/>
          <pc:sldMk cId="890289903" sldId="314"/>
        </pc:sldMkLst>
      </pc:sldChg>
      <pc:sldChg chg="del">
        <pc:chgData name="Jefferson Passerini" userId="ec684a97d9b6a829" providerId="LiveId" clId="{A2B4FCE1-F6B7-4886-85C8-2CEA9DF7C957}" dt="2024-05-28T13:26:18.074" v="134" actId="47"/>
        <pc:sldMkLst>
          <pc:docMk/>
          <pc:sldMk cId="3989626140" sldId="315"/>
        </pc:sldMkLst>
      </pc:sldChg>
      <pc:sldChg chg="del">
        <pc:chgData name="Jefferson Passerini" userId="ec684a97d9b6a829" providerId="LiveId" clId="{A2B4FCE1-F6B7-4886-85C8-2CEA9DF7C957}" dt="2024-05-28T13:26:18.419" v="135" actId="47"/>
        <pc:sldMkLst>
          <pc:docMk/>
          <pc:sldMk cId="4138734264" sldId="316"/>
        </pc:sldMkLst>
      </pc:sldChg>
      <pc:sldChg chg="del">
        <pc:chgData name="Jefferson Passerini" userId="ec684a97d9b6a829" providerId="LiveId" clId="{A2B4FCE1-F6B7-4886-85C8-2CEA9DF7C957}" dt="2024-05-28T13:26:25.941" v="157" actId="47"/>
        <pc:sldMkLst>
          <pc:docMk/>
          <pc:sldMk cId="550494546" sldId="317"/>
        </pc:sldMkLst>
      </pc:sldChg>
      <pc:sldChg chg="del">
        <pc:chgData name="Jefferson Passerini" userId="ec684a97d9b6a829" providerId="LiveId" clId="{A2B4FCE1-F6B7-4886-85C8-2CEA9DF7C957}" dt="2024-05-28T13:26:26.239" v="158" actId="47"/>
        <pc:sldMkLst>
          <pc:docMk/>
          <pc:sldMk cId="300379777" sldId="318"/>
        </pc:sldMkLst>
      </pc:sldChg>
      <pc:sldChg chg="del">
        <pc:chgData name="Jefferson Passerini" userId="ec684a97d9b6a829" providerId="LiveId" clId="{A2B4FCE1-F6B7-4886-85C8-2CEA9DF7C957}" dt="2024-05-28T13:26:26.563" v="159" actId="47"/>
        <pc:sldMkLst>
          <pc:docMk/>
          <pc:sldMk cId="1133984934" sldId="319"/>
        </pc:sldMkLst>
      </pc:sldChg>
      <pc:sldChg chg="del">
        <pc:chgData name="Jefferson Passerini" userId="ec684a97d9b6a829" providerId="LiveId" clId="{A2B4FCE1-F6B7-4886-85C8-2CEA9DF7C957}" dt="2024-05-28T13:26:16.692" v="130" actId="47"/>
        <pc:sldMkLst>
          <pc:docMk/>
          <pc:sldMk cId="2830565104" sldId="320"/>
        </pc:sldMkLst>
      </pc:sldChg>
      <pc:sldChg chg="del">
        <pc:chgData name="Jefferson Passerini" userId="ec684a97d9b6a829" providerId="LiveId" clId="{A2B4FCE1-F6B7-4886-85C8-2CEA9DF7C957}" dt="2024-05-28T13:26:17.368" v="132" actId="47"/>
        <pc:sldMkLst>
          <pc:docMk/>
          <pc:sldMk cId="3732822316" sldId="321"/>
        </pc:sldMkLst>
      </pc:sldChg>
      <pc:sldChg chg="del">
        <pc:chgData name="Jefferson Passerini" userId="ec684a97d9b6a829" providerId="LiveId" clId="{A2B4FCE1-F6B7-4886-85C8-2CEA9DF7C957}" dt="2024-05-28T13:26:17.697" v="133" actId="47"/>
        <pc:sldMkLst>
          <pc:docMk/>
          <pc:sldMk cId="4100475490" sldId="322"/>
        </pc:sldMkLst>
      </pc:sldChg>
      <pc:sldChg chg="del">
        <pc:chgData name="Jefferson Passerini" userId="ec684a97d9b6a829" providerId="LiveId" clId="{A2B4FCE1-F6B7-4886-85C8-2CEA9DF7C957}" dt="2024-05-28T13:26:19.149" v="137" actId="47"/>
        <pc:sldMkLst>
          <pc:docMk/>
          <pc:sldMk cId="279521282" sldId="323"/>
        </pc:sldMkLst>
      </pc:sldChg>
      <pc:sldChg chg="del">
        <pc:chgData name="Jefferson Passerini" userId="ec684a97d9b6a829" providerId="LiveId" clId="{A2B4FCE1-F6B7-4886-85C8-2CEA9DF7C957}" dt="2024-05-28T13:26:19.472" v="138" actId="47"/>
        <pc:sldMkLst>
          <pc:docMk/>
          <pc:sldMk cId="1081212900" sldId="324"/>
        </pc:sldMkLst>
      </pc:sldChg>
      <pc:sldChg chg="del">
        <pc:chgData name="Jefferson Passerini" userId="ec684a97d9b6a829" providerId="LiveId" clId="{A2B4FCE1-F6B7-4886-85C8-2CEA9DF7C957}" dt="2024-05-28T13:26:19.848" v="139" actId="47"/>
        <pc:sldMkLst>
          <pc:docMk/>
          <pc:sldMk cId="3394127444" sldId="325"/>
        </pc:sldMkLst>
      </pc:sldChg>
      <pc:sldChg chg="del">
        <pc:chgData name="Jefferson Passerini" userId="ec684a97d9b6a829" providerId="LiveId" clId="{A2B4FCE1-F6B7-4886-85C8-2CEA9DF7C957}" dt="2024-05-28T13:26:20.194" v="140" actId="47"/>
        <pc:sldMkLst>
          <pc:docMk/>
          <pc:sldMk cId="694678048" sldId="326"/>
        </pc:sldMkLst>
      </pc:sldChg>
      <pc:sldChg chg="del">
        <pc:chgData name="Jefferson Passerini" userId="ec684a97d9b6a829" providerId="LiveId" clId="{A2B4FCE1-F6B7-4886-85C8-2CEA9DF7C957}" dt="2024-05-28T13:26:20.523" v="141" actId="47"/>
        <pc:sldMkLst>
          <pc:docMk/>
          <pc:sldMk cId="4204572861" sldId="327"/>
        </pc:sldMkLst>
      </pc:sldChg>
      <pc:sldChg chg="del">
        <pc:chgData name="Jefferson Passerini" userId="ec684a97d9b6a829" providerId="LiveId" clId="{A2B4FCE1-F6B7-4886-85C8-2CEA9DF7C957}" dt="2024-05-28T13:26:20.821" v="142" actId="47"/>
        <pc:sldMkLst>
          <pc:docMk/>
          <pc:sldMk cId="1924196251" sldId="328"/>
        </pc:sldMkLst>
      </pc:sldChg>
      <pc:sldChg chg="del">
        <pc:chgData name="Jefferson Passerini" userId="ec684a97d9b6a829" providerId="LiveId" clId="{A2B4FCE1-F6B7-4886-85C8-2CEA9DF7C957}" dt="2024-05-28T13:26:21.153" v="143" actId="47"/>
        <pc:sldMkLst>
          <pc:docMk/>
          <pc:sldMk cId="678171038" sldId="329"/>
        </pc:sldMkLst>
      </pc:sldChg>
      <pc:sldChg chg="del">
        <pc:chgData name="Jefferson Passerini" userId="ec684a97d9b6a829" providerId="LiveId" clId="{A2B4FCE1-F6B7-4886-85C8-2CEA9DF7C957}" dt="2024-05-28T13:26:21.465" v="144" actId="47"/>
        <pc:sldMkLst>
          <pc:docMk/>
          <pc:sldMk cId="2456613664" sldId="330"/>
        </pc:sldMkLst>
      </pc:sldChg>
      <pc:sldChg chg="del">
        <pc:chgData name="Jefferson Passerini" userId="ec684a97d9b6a829" providerId="LiveId" clId="{A2B4FCE1-F6B7-4886-85C8-2CEA9DF7C957}" dt="2024-05-28T13:26:21.795" v="145" actId="47"/>
        <pc:sldMkLst>
          <pc:docMk/>
          <pc:sldMk cId="3508168714" sldId="331"/>
        </pc:sldMkLst>
      </pc:sldChg>
      <pc:sldChg chg="del">
        <pc:chgData name="Jefferson Passerini" userId="ec684a97d9b6a829" providerId="LiveId" clId="{A2B4FCE1-F6B7-4886-85C8-2CEA9DF7C957}" dt="2024-05-28T13:26:22.124" v="146" actId="47"/>
        <pc:sldMkLst>
          <pc:docMk/>
          <pc:sldMk cId="3746975360" sldId="332"/>
        </pc:sldMkLst>
      </pc:sldChg>
      <pc:sldChg chg="del">
        <pc:chgData name="Jefferson Passerini" userId="ec684a97d9b6a829" providerId="LiveId" clId="{A2B4FCE1-F6B7-4886-85C8-2CEA9DF7C957}" dt="2024-05-28T13:26:22.455" v="147" actId="47"/>
        <pc:sldMkLst>
          <pc:docMk/>
          <pc:sldMk cId="4123629895" sldId="333"/>
        </pc:sldMkLst>
      </pc:sldChg>
      <pc:sldChg chg="del">
        <pc:chgData name="Jefferson Passerini" userId="ec684a97d9b6a829" providerId="LiveId" clId="{A2B4FCE1-F6B7-4886-85C8-2CEA9DF7C957}" dt="2024-05-28T13:26:22.830" v="148" actId="47"/>
        <pc:sldMkLst>
          <pc:docMk/>
          <pc:sldMk cId="2376570440" sldId="334"/>
        </pc:sldMkLst>
      </pc:sldChg>
      <pc:sldChg chg="del">
        <pc:chgData name="Jefferson Passerini" userId="ec684a97d9b6a829" providerId="LiveId" clId="{A2B4FCE1-F6B7-4886-85C8-2CEA9DF7C957}" dt="2024-05-28T13:26:23.257" v="149" actId="47"/>
        <pc:sldMkLst>
          <pc:docMk/>
          <pc:sldMk cId="358681607" sldId="335"/>
        </pc:sldMkLst>
      </pc:sldChg>
      <pc:sldChg chg="del">
        <pc:chgData name="Jefferson Passerini" userId="ec684a97d9b6a829" providerId="LiveId" clId="{A2B4FCE1-F6B7-4886-85C8-2CEA9DF7C957}" dt="2024-05-28T13:26:23.567" v="150" actId="47"/>
        <pc:sldMkLst>
          <pc:docMk/>
          <pc:sldMk cId="286797159" sldId="336"/>
        </pc:sldMkLst>
      </pc:sldChg>
      <pc:sldChg chg="del">
        <pc:chgData name="Jefferson Passerini" userId="ec684a97d9b6a829" providerId="LiveId" clId="{A2B4FCE1-F6B7-4886-85C8-2CEA9DF7C957}" dt="2024-05-28T13:26:23.881" v="151" actId="47"/>
        <pc:sldMkLst>
          <pc:docMk/>
          <pc:sldMk cId="4176450885" sldId="337"/>
        </pc:sldMkLst>
      </pc:sldChg>
      <pc:sldChg chg="del">
        <pc:chgData name="Jefferson Passerini" userId="ec684a97d9b6a829" providerId="LiveId" clId="{A2B4FCE1-F6B7-4886-85C8-2CEA9DF7C957}" dt="2024-05-28T13:26:24.195" v="152" actId="47"/>
        <pc:sldMkLst>
          <pc:docMk/>
          <pc:sldMk cId="497967570" sldId="338"/>
        </pc:sldMkLst>
      </pc:sldChg>
      <pc:sldChg chg="del">
        <pc:chgData name="Jefferson Passerini" userId="ec684a97d9b6a829" providerId="LiveId" clId="{A2B4FCE1-F6B7-4886-85C8-2CEA9DF7C957}" dt="2024-05-28T13:26:24.525" v="153" actId="47"/>
        <pc:sldMkLst>
          <pc:docMk/>
          <pc:sldMk cId="2743263013" sldId="339"/>
        </pc:sldMkLst>
      </pc:sldChg>
      <pc:sldChg chg="del">
        <pc:chgData name="Jefferson Passerini" userId="ec684a97d9b6a829" providerId="LiveId" clId="{A2B4FCE1-F6B7-4886-85C8-2CEA9DF7C957}" dt="2024-05-28T13:26:24.888" v="154" actId="47"/>
        <pc:sldMkLst>
          <pc:docMk/>
          <pc:sldMk cId="2042909194" sldId="340"/>
        </pc:sldMkLst>
      </pc:sldChg>
      <pc:sldChg chg="del">
        <pc:chgData name="Jefferson Passerini" userId="ec684a97d9b6a829" providerId="LiveId" clId="{A2B4FCE1-F6B7-4886-85C8-2CEA9DF7C957}" dt="2024-05-28T13:26:25.203" v="155" actId="47"/>
        <pc:sldMkLst>
          <pc:docMk/>
          <pc:sldMk cId="1109884352" sldId="341"/>
        </pc:sldMkLst>
      </pc:sldChg>
    </pc:docChg>
  </pc:docChgLst>
  <pc:docChgLst>
    <pc:chgData name="Jefferson Passerini" userId="ec684a97d9b6a829" providerId="LiveId" clId="{9C18CC58-E3C4-4569-ACAC-931F122A13B5}"/>
    <pc:docChg chg="undo custSel addSld delSld modSld sldOrd">
      <pc:chgData name="Jefferson Passerini" userId="ec684a97d9b6a829" providerId="LiveId" clId="{9C18CC58-E3C4-4569-ACAC-931F122A13B5}" dt="2024-04-23T14:39:44.422" v="4646" actId="1076"/>
      <pc:docMkLst>
        <pc:docMk/>
      </pc:docMkLst>
      <pc:sldChg chg="addSp delSp modSp mod modAnim">
        <pc:chgData name="Jefferson Passerini" userId="ec684a97d9b6a829" providerId="LiveId" clId="{9C18CC58-E3C4-4569-ACAC-931F122A13B5}" dt="2024-04-23T10:57:01.929" v="21" actId="20577"/>
        <pc:sldMkLst>
          <pc:docMk/>
          <pc:sldMk cId="3568309152" sldId="256"/>
        </pc:sldMkLst>
        <pc:spChg chg="mod">
          <ac:chgData name="Jefferson Passerini" userId="ec684a97d9b6a829" providerId="LiveId" clId="{9C18CC58-E3C4-4569-ACAC-931F122A13B5}" dt="2024-04-23T10:57:01.929" v="21" actId="20577"/>
          <ac:spMkLst>
            <pc:docMk/>
            <pc:sldMk cId="3568309152" sldId="256"/>
            <ac:spMk id="2" creationId="{2E243026-E16F-9CDD-AE56-CF691B008A41}"/>
          </ac:spMkLst>
        </pc:spChg>
        <pc:spChg chg="mod">
          <ac:chgData name="Jefferson Passerini" userId="ec684a97d9b6a829" providerId="LiveId" clId="{9C18CC58-E3C4-4569-ACAC-931F122A13B5}" dt="2024-04-23T10:56:49.476" v="5" actId="26606"/>
          <ac:spMkLst>
            <pc:docMk/>
            <pc:sldMk cId="3568309152" sldId="256"/>
            <ac:spMk id="3" creationId="{A782A01C-CDB4-BEF0-9F78-DD3F68C87023}"/>
          </ac:spMkLst>
        </pc:spChg>
        <pc:spChg chg="add del">
          <ac:chgData name="Jefferson Passerini" userId="ec684a97d9b6a829" providerId="LiveId" clId="{9C18CC58-E3C4-4569-ACAC-931F122A13B5}" dt="2024-04-23T10:56:49.491" v="6" actId="26606"/>
          <ac:spMkLst>
            <pc:docMk/>
            <pc:sldMk cId="3568309152" sldId="256"/>
            <ac:spMk id="115" creationId="{0671A8AE-40A1-4631-A6B8-581AFF065482}"/>
          </ac:spMkLst>
        </pc:spChg>
        <pc:spChg chg="add del">
          <ac:chgData name="Jefferson Passerini" userId="ec684a97d9b6a829" providerId="LiveId" clId="{9C18CC58-E3C4-4569-ACAC-931F122A13B5}" dt="2024-04-23T10:56:49.491" v="6" actId="26606"/>
          <ac:spMkLst>
            <pc:docMk/>
            <pc:sldMk cId="3568309152" sldId="256"/>
            <ac:spMk id="117" creationId="{AB58EF07-17C2-48CF-ABB0-EEF1F17CB8F0}"/>
          </ac:spMkLst>
        </pc:spChg>
        <pc:spChg chg="add del">
          <ac:chgData name="Jefferson Passerini" userId="ec684a97d9b6a829" providerId="LiveId" clId="{9C18CC58-E3C4-4569-ACAC-931F122A13B5}" dt="2024-04-23T10:56:49.491" v="6" actId="26606"/>
          <ac:spMkLst>
            <pc:docMk/>
            <pc:sldMk cId="3568309152" sldId="256"/>
            <ac:spMk id="119" creationId="{AF2F604E-43BE-4DC3-B983-E071523364F8}"/>
          </ac:spMkLst>
        </pc:spChg>
        <pc:spChg chg="add del">
          <ac:chgData name="Jefferson Passerini" userId="ec684a97d9b6a829" providerId="LiveId" clId="{9C18CC58-E3C4-4569-ACAC-931F122A13B5}" dt="2024-04-23T10:56:49.491" v="6" actId="26606"/>
          <ac:spMkLst>
            <pc:docMk/>
            <pc:sldMk cId="3568309152" sldId="256"/>
            <ac:spMk id="121" creationId="{08C9B587-E65E-4B52-B37C-ABEBB6E87928}"/>
          </ac:spMkLst>
        </pc:spChg>
        <pc:spChg chg="add del">
          <ac:chgData name="Jefferson Passerini" userId="ec684a97d9b6a829" providerId="LiveId" clId="{9C18CC58-E3C4-4569-ACAC-931F122A13B5}" dt="2024-04-23T10:56:49.476" v="5" actId="26606"/>
          <ac:spMkLst>
            <pc:docMk/>
            <pc:sldMk cId="3568309152" sldId="256"/>
            <ac:spMk id="126" creationId="{06DA9DF9-31F7-4056-B42E-878CC92417B8}"/>
          </ac:spMkLst>
        </pc:spChg>
        <pc:spChg chg="add">
          <ac:chgData name="Jefferson Passerini" userId="ec684a97d9b6a829" providerId="LiveId" clId="{9C18CC58-E3C4-4569-ACAC-931F122A13B5}" dt="2024-04-23T10:56:49.491" v="6" actId="26606"/>
          <ac:spMkLst>
            <pc:docMk/>
            <pc:sldMk cId="3568309152" sldId="256"/>
            <ac:spMk id="128" creationId="{AB58EF07-17C2-48CF-ABB0-EEF1F17CB8F0}"/>
          </ac:spMkLst>
        </pc:spChg>
        <pc:spChg chg="add">
          <ac:chgData name="Jefferson Passerini" userId="ec684a97d9b6a829" providerId="LiveId" clId="{9C18CC58-E3C4-4569-ACAC-931F122A13B5}" dt="2024-04-23T10:56:49.491" v="6" actId="26606"/>
          <ac:spMkLst>
            <pc:docMk/>
            <pc:sldMk cId="3568309152" sldId="256"/>
            <ac:spMk id="129" creationId="{0671A8AE-40A1-4631-A6B8-581AFF065482}"/>
          </ac:spMkLst>
        </pc:spChg>
        <pc:spChg chg="add">
          <ac:chgData name="Jefferson Passerini" userId="ec684a97d9b6a829" providerId="LiveId" clId="{9C18CC58-E3C4-4569-ACAC-931F122A13B5}" dt="2024-04-23T10:56:49.491" v="6" actId="26606"/>
          <ac:spMkLst>
            <pc:docMk/>
            <pc:sldMk cId="3568309152" sldId="256"/>
            <ac:spMk id="130" creationId="{AF2F604E-43BE-4DC3-B983-E071523364F8}"/>
          </ac:spMkLst>
        </pc:spChg>
        <pc:spChg chg="add">
          <ac:chgData name="Jefferson Passerini" userId="ec684a97d9b6a829" providerId="LiveId" clId="{9C18CC58-E3C4-4569-ACAC-931F122A13B5}" dt="2024-04-23T10:56:49.491" v="6" actId="26606"/>
          <ac:spMkLst>
            <pc:docMk/>
            <pc:sldMk cId="3568309152" sldId="256"/>
            <ac:spMk id="132" creationId="{08C9B587-E65E-4B52-B37C-ABEBB6E87928}"/>
          </ac:spMkLst>
        </pc:spChg>
        <pc:picChg chg="del">
          <ac:chgData name="Jefferson Passerini" userId="ec684a97d9b6a829" providerId="LiveId" clId="{9C18CC58-E3C4-4569-ACAC-931F122A13B5}" dt="2024-04-23T10:56:15.270" v="0" actId="478"/>
          <ac:picMkLst>
            <pc:docMk/>
            <pc:sldMk cId="3568309152" sldId="256"/>
            <ac:picMk id="5" creationId="{DFBD80F6-AE02-EB17-E133-E43FE5294113}"/>
          </ac:picMkLst>
        </pc:picChg>
        <pc:picChg chg="add mod ord">
          <ac:chgData name="Jefferson Passerini" userId="ec684a97d9b6a829" providerId="LiveId" clId="{9C18CC58-E3C4-4569-ACAC-931F122A13B5}" dt="2024-04-23T10:56:49.491" v="6" actId="26606"/>
          <ac:picMkLst>
            <pc:docMk/>
            <pc:sldMk cId="3568309152" sldId="256"/>
            <ac:picMk id="6" creationId="{FA403721-A357-B7FE-7C7A-3FA192D60084}"/>
          </ac:picMkLst>
        </pc:picChg>
      </pc:sldChg>
      <pc:sldChg chg="modSp mod">
        <pc:chgData name="Jefferson Passerini" userId="ec684a97d9b6a829" providerId="LiveId" clId="{9C18CC58-E3C4-4569-ACAC-931F122A13B5}" dt="2024-04-23T10:59:17.143" v="89" actId="20577"/>
        <pc:sldMkLst>
          <pc:docMk/>
          <pc:sldMk cId="3363249029" sldId="288"/>
        </pc:sldMkLst>
        <pc:spChg chg="mod">
          <ac:chgData name="Jefferson Passerini" userId="ec684a97d9b6a829" providerId="LiveId" clId="{9C18CC58-E3C4-4569-ACAC-931F122A13B5}" dt="2024-04-23T10:59:17.143" v="89" actId="20577"/>
          <ac:spMkLst>
            <pc:docMk/>
            <pc:sldMk cId="3363249029" sldId="288"/>
            <ac:spMk id="3" creationId="{212081E4-07F6-C689-2ACC-B6CADD634983}"/>
          </ac:spMkLst>
        </pc:spChg>
      </pc:sldChg>
      <pc:sldChg chg="modSp add mod ord modAnim">
        <pc:chgData name="Jefferson Passerini" userId="ec684a97d9b6a829" providerId="LiveId" clId="{9C18CC58-E3C4-4569-ACAC-931F122A13B5}" dt="2024-04-23T11:27:45.560" v="3614"/>
        <pc:sldMkLst>
          <pc:docMk/>
          <pc:sldMk cId="2625995648" sldId="289"/>
        </pc:sldMkLst>
        <pc:spChg chg="mod">
          <ac:chgData name="Jefferson Passerini" userId="ec684a97d9b6a829" providerId="LiveId" clId="{9C18CC58-E3C4-4569-ACAC-931F122A13B5}" dt="2024-04-23T10:57:30.743" v="58" actId="20577"/>
          <ac:spMkLst>
            <pc:docMk/>
            <pc:sldMk cId="2625995648" sldId="289"/>
            <ac:spMk id="2" creationId="{2E243026-E16F-9CDD-AE56-CF691B008A41}"/>
          </ac:spMkLst>
        </pc:spChg>
        <pc:spChg chg="mod">
          <ac:chgData name="Jefferson Passerini" userId="ec684a97d9b6a829" providerId="LiveId" clId="{9C18CC58-E3C4-4569-ACAC-931F122A13B5}" dt="2024-04-23T10:57:38.306" v="68" actId="27636"/>
          <ac:spMkLst>
            <pc:docMk/>
            <pc:sldMk cId="2625995648" sldId="289"/>
            <ac:spMk id="3" creationId="{A782A01C-CDB4-BEF0-9F78-DD3F68C87023}"/>
          </ac:spMkLst>
        </pc:spChg>
      </pc:sldChg>
      <pc:sldChg chg="add del">
        <pc:chgData name="Jefferson Passerini" userId="ec684a97d9b6a829" providerId="LiveId" clId="{9C18CC58-E3C4-4569-ACAC-931F122A13B5}" dt="2024-04-23T10:57:46.511" v="69" actId="47"/>
        <pc:sldMkLst>
          <pc:docMk/>
          <pc:sldMk cId="292680534" sldId="290"/>
        </pc:sldMkLst>
      </pc:sldChg>
      <pc:sldChg chg="modSp add ord">
        <pc:chgData name="Jefferson Passerini" userId="ec684a97d9b6a829" providerId="LiveId" clId="{9C18CC58-E3C4-4569-ACAC-931F122A13B5}" dt="2024-04-23T11:27:48.070" v="3616"/>
        <pc:sldMkLst>
          <pc:docMk/>
          <pc:sldMk cId="4122005000" sldId="290"/>
        </pc:sldMkLst>
        <pc:spChg chg="mod">
          <ac:chgData name="Jefferson Passerini" userId="ec684a97d9b6a829" providerId="LiveId" clId="{9C18CC58-E3C4-4569-ACAC-931F122A13B5}" dt="2024-04-23T10:57:52.761" v="76" actId="20577"/>
          <ac:spMkLst>
            <pc:docMk/>
            <pc:sldMk cId="4122005000" sldId="290"/>
            <ac:spMk id="2" creationId="{2E243026-E16F-9CDD-AE56-CF691B008A41}"/>
          </ac:spMkLst>
        </pc:spChg>
      </pc:sldChg>
      <pc:sldChg chg="addSp delSp modSp add mod setBg">
        <pc:chgData name="Jefferson Passerini" userId="ec684a97d9b6a829" providerId="LiveId" clId="{9C18CC58-E3C4-4569-ACAC-931F122A13B5}" dt="2024-04-23T11:05:32.033" v="537" actId="14100"/>
        <pc:sldMkLst>
          <pc:docMk/>
          <pc:sldMk cId="2088371813" sldId="291"/>
        </pc:sldMkLst>
        <pc:spChg chg="mod ord">
          <ac:chgData name="Jefferson Passerini" userId="ec684a97d9b6a829" providerId="LiveId" clId="{9C18CC58-E3C4-4569-ACAC-931F122A13B5}" dt="2024-04-23T11:05:32.033" v="537" actId="14100"/>
          <ac:spMkLst>
            <pc:docMk/>
            <pc:sldMk cId="2088371813" sldId="291"/>
            <ac:spMk id="3" creationId="{212081E4-07F6-C689-2ACC-B6CADD634983}"/>
          </ac:spMkLst>
        </pc:spChg>
        <pc:spChg chg="mod ord">
          <ac:chgData name="Jefferson Passerini" userId="ec684a97d9b6a829" providerId="LiveId" clId="{9C18CC58-E3C4-4569-ACAC-931F122A13B5}" dt="2024-04-23T11:00:37.318" v="99" actId="26606"/>
          <ac:spMkLst>
            <pc:docMk/>
            <pc:sldMk cId="2088371813" sldId="291"/>
            <ac:spMk id="4" creationId="{5EA05B02-D80D-3624-D3E0-6EB75542A97B}"/>
          </ac:spMkLst>
        </pc:spChg>
        <pc:spChg chg="add del">
          <ac:chgData name="Jefferson Passerini" userId="ec684a97d9b6a829" providerId="LiveId" clId="{9C18CC58-E3C4-4569-ACAC-931F122A13B5}" dt="2024-04-23T11:00:37.318" v="99" actId="26606"/>
          <ac:spMkLst>
            <pc:docMk/>
            <pc:sldMk cId="2088371813" sldId="291"/>
            <ac:spMk id="10" creationId="{8FC9BE17-9A7B-462D-AE50-3D8777387304}"/>
          </ac:spMkLst>
        </pc:spChg>
        <pc:spChg chg="add del">
          <ac:chgData name="Jefferson Passerini" userId="ec684a97d9b6a829" providerId="LiveId" clId="{9C18CC58-E3C4-4569-ACAC-931F122A13B5}" dt="2024-04-23T11:00:37.318" v="99" actId="26606"/>
          <ac:spMkLst>
            <pc:docMk/>
            <pc:sldMk cId="2088371813" sldId="291"/>
            <ac:spMk id="12" creationId="{3EBE8569-6AEC-4B8C-8D53-2DE337CDBA65}"/>
          </ac:spMkLst>
        </pc:spChg>
        <pc:spChg chg="add del">
          <ac:chgData name="Jefferson Passerini" userId="ec684a97d9b6a829" providerId="LiveId" clId="{9C18CC58-E3C4-4569-ACAC-931F122A13B5}" dt="2024-04-23T11:00:37.318" v="99" actId="26606"/>
          <ac:spMkLst>
            <pc:docMk/>
            <pc:sldMk cId="2088371813" sldId="291"/>
            <ac:spMk id="14" creationId="{55D4142C-5077-457F-A6AD-3FECFDB39685}"/>
          </ac:spMkLst>
        </pc:spChg>
        <pc:spChg chg="add del">
          <ac:chgData name="Jefferson Passerini" userId="ec684a97d9b6a829" providerId="LiveId" clId="{9C18CC58-E3C4-4569-ACAC-931F122A13B5}" dt="2024-04-23T11:00:37.318" v="99" actId="26606"/>
          <ac:spMkLst>
            <pc:docMk/>
            <pc:sldMk cId="2088371813" sldId="291"/>
            <ac:spMk id="16" creationId="{7A5F0580-5EE9-419F-96EE-B6529EF6E7D0}"/>
          </ac:spMkLst>
        </pc:spChg>
        <pc:picChg chg="add mod">
          <ac:chgData name="Jefferson Passerini" userId="ec684a97d9b6a829" providerId="LiveId" clId="{9C18CC58-E3C4-4569-ACAC-931F122A13B5}" dt="2024-04-23T11:00:54.053" v="104" actId="1076"/>
          <ac:picMkLst>
            <pc:docMk/>
            <pc:sldMk cId="2088371813" sldId="291"/>
            <ac:picMk id="5" creationId="{3CE4B6E2-6C03-E8C9-F21C-E90D3FEF0B8F}"/>
          </ac:picMkLst>
        </pc:picChg>
      </pc:sldChg>
      <pc:sldChg chg="modSp add mod">
        <pc:chgData name="Jefferson Passerini" userId="ec684a97d9b6a829" providerId="LiveId" clId="{9C18CC58-E3C4-4569-ACAC-931F122A13B5}" dt="2024-04-23T11:07:27.497" v="856" actId="20577"/>
        <pc:sldMkLst>
          <pc:docMk/>
          <pc:sldMk cId="2391206750" sldId="292"/>
        </pc:sldMkLst>
        <pc:spChg chg="mod">
          <ac:chgData name="Jefferson Passerini" userId="ec684a97d9b6a829" providerId="LiveId" clId="{9C18CC58-E3C4-4569-ACAC-931F122A13B5}" dt="2024-04-23T11:07:27.497" v="856" actId="20577"/>
          <ac:spMkLst>
            <pc:docMk/>
            <pc:sldMk cId="2391206750" sldId="292"/>
            <ac:spMk id="3" creationId="{212081E4-07F6-C689-2ACC-B6CADD634983}"/>
          </ac:spMkLst>
        </pc:spChg>
      </pc:sldChg>
      <pc:sldChg chg="addSp delSp modSp add mod setBg">
        <pc:chgData name="Jefferson Passerini" userId="ec684a97d9b6a829" providerId="LiveId" clId="{9C18CC58-E3C4-4569-ACAC-931F122A13B5}" dt="2024-04-23T11:12:06.818" v="1474" actId="113"/>
        <pc:sldMkLst>
          <pc:docMk/>
          <pc:sldMk cId="508016890" sldId="293"/>
        </pc:sldMkLst>
        <pc:spChg chg="mod ord">
          <ac:chgData name="Jefferson Passerini" userId="ec684a97d9b6a829" providerId="LiveId" clId="{9C18CC58-E3C4-4569-ACAC-931F122A13B5}" dt="2024-04-23T11:12:06.818" v="1474" actId="113"/>
          <ac:spMkLst>
            <pc:docMk/>
            <pc:sldMk cId="508016890" sldId="293"/>
            <ac:spMk id="3" creationId="{212081E4-07F6-C689-2ACC-B6CADD634983}"/>
          </ac:spMkLst>
        </pc:spChg>
        <pc:spChg chg="mod">
          <ac:chgData name="Jefferson Passerini" userId="ec684a97d9b6a829" providerId="LiveId" clId="{9C18CC58-E3C4-4569-ACAC-931F122A13B5}" dt="2024-04-23T11:08:51.388" v="876" actId="26606"/>
          <ac:spMkLst>
            <pc:docMk/>
            <pc:sldMk cId="508016890" sldId="293"/>
            <ac:spMk id="4" creationId="{5EA05B02-D80D-3624-D3E0-6EB75542A97B}"/>
          </ac:spMkLst>
        </pc:spChg>
        <pc:spChg chg="add del">
          <ac:chgData name="Jefferson Passerini" userId="ec684a97d9b6a829" providerId="LiveId" clId="{9C18CC58-E3C4-4569-ACAC-931F122A13B5}" dt="2024-04-23T11:08:51.388" v="876" actId="26606"/>
          <ac:spMkLst>
            <pc:docMk/>
            <pc:sldMk cId="508016890" sldId="293"/>
            <ac:spMk id="11" creationId="{201CC55D-ED54-4C5C-95E6-10947BD1103B}"/>
          </ac:spMkLst>
        </pc:spChg>
        <pc:spChg chg="add del">
          <ac:chgData name="Jefferson Passerini" userId="ec684a97d9b6a829" providerId="LiveId" clId="{9C18CC58-E3C4-4569-ACAC-931F122A13B5}" dt="2024-04-23T11:08:51.388" v="876" actId="26606"/>
          <ac:spMkLst>
            <pc:docMk/>
            <pc:sldMk cId="508016890" sldId="293"/>
            <ac:spMk id="17" creationId="{3873B707-463F-40B0-8227-E8CC6C67EB25}"/>
          </ac:spMkLst>
        </pc:spChg>
        <pc:spChg chg="add del">
          <ac:chgData name="Jefferson Passerini" userId="ec684a97d9b6a829" providerId="LiveId" clId="{9C18CC58-E3C4-4569-ACAC-931F122A13B5}" dt="2024-04-23T11:08:51.388" v="876" actId="26606"/>
          <ac:spMkLst>
            <pc:docMk/>
            <pc:sldMk cId="508016890" sldId="293"/>
            <ac:spMk id="19" creationId="{C13237C8-E62C-4F0D-A318-BD6FB6C2D138}"/>
          </ac:spMkLst>
        </pc:spChg>
        <pc:spChg chg="add del">
          <ac:chgData name="Jefferson Passerini" userId="ec684a97d9b6a829" providerId="LiveId" clId="{9C18CC58-E3C4-4569-ACAC-931F122A13B5}" dt="2024-04-23T11:08:51.388" v="876" actId="26606"/>
          <ac:spMkLst>
            <pc:docMk/>
            <pc:sldMk cId="508016890" sldId="293"/>
            <ac:spMk id="21" creationId="{19C9EAEA-39D0-4B0E-A0EB-51E7B26740B1}"/>
          </ac:spMkLst>
        </pc:spChg>
        <pc:grpChg chg="add del">
          <ac:chgData name="Jefferson Passerini" userId="ec684a97d9b6a829" providerId="LiveId" clId="{9C18CC58-E3C4-4569-ACAC-931F122A13B5}" dt="2024-04-23T11:08:51.388" v="876" actId="26606"/>
          <ac:grpSpMkLst>
            <pc:docMk/>
            <pc:sldMk cId="508016890" sldId="293"/>
            <ac:grpSpMk id="13" creationId="{1DE889C7-FAD6-4397-98E2-05D503484459}"/>
          </ac:grpSpMkLst>
        </pc:grpChg>
        <pc:picChg chg="del">
          <ac:chgData name="Jefferson Passerini" userId="ec684a97d9b6a829" providerId="LiveId" clId="{9C18CC58-E3C4-4569-ACAC-931F122A13B5}" dt="2024-04-23T11:08:46.879" v="873" actId="478"/>
          <ac:picMkLst>
            <pc:docMk/>
            <pc:sldMk cId="508016890" sldId="293"/>
            <ac:picMk id="5" creationId="{3CE4B6E2-6C03-E8C9-F21C-E90D3FEF0B8F}"/>
          </ac:picMkLst>
        </pc:picChg>
        <pc:picChg chg="add mod">
          <ac:chgData name="Jefferson Passerini" userId="ec684a97d9b6a829" providerId="LiveId" clId="{9C18CC58-E3C4-4569-ACAC-931F122A13B5}" dt="2024-04-23T11:09:01.363" v="879" actId="1076"/>
          <ac:picMkLst>
            <pc:docMk/>
            <pc:sldMk cId="508016890" sldId="293"/>
            <ac:picMk id="6" creationId="{3A59646E-CCE4-971E-0516-3349E4AA1305}"/>
          </ac:picMkLst>
        </pc:picChg>
      </pc:sldChg>
      <pc:sldChg chg="modSp add mod">
        <pc:chgData name="Jefferson Passerini" userId="ec684a97d9b6a829" providerId="LiveId" clId="{9C18CC58-E3C4-4569-ACAC-931F122A13B5}" dt="2024-04-23T11:16:28.286" v="1895" actId="313"/>
        <pc:sldMkLst>
          <pc:docMk/>
          <pc:sldMk cId="322081589" sldId="294"/>
        </pc:sldMkLst>
        <pc:spChg chg="mod">
          <ac:chgData name="Jefferson Passerini" userId="ec684a97d9b6a829" providerId="LiveId" clId="{9C18CC58-E3C4-4569-ACAC-931F122A13B5}" dt="2024-04-23T11:16:28.286" v="1895" actId="313"/>
          <ac:spMkLst>
            <pc:docMk/>
            <pc:sldMk cId="322081589" sldId="294"/>
            <ac:spMk id="3" creationId="{212081E4-07F6-C689-2ACC-B6CADD634983}"/>
          </ac:spMkLst>
        </pc:spChg>
      </pc:sldChg>
      <pc:sldChg chg="modSp add mod">
        <pc:chgData name="Jefferson Passerini" userId="ec684a97d9b6a829" providerId="LiveId" clId="{9C18CC58-E3C4-4569-ACAC-931F122A13B5}" dt="2024-04-23T11:17:40.146" v="2157" actId="20577"/>
        <pc:sldMkLst>
          <pc:docMk/>
          <pc:sldMk cId="3914312885" sldId="295"/>
        </pc:sldMkLst>
        <pc:spChg chg="mod">
          <ac:chgData name="Jefferson Passerini" userId="ec684a97d9b6a829" providerId="LiveId" clId="{9C18CC58-E3C4-4569-ACAC-931F122A13B5}" dt="2024-04-23T11:17:40.146" v="2157" actId="20577"/>
          <ac:spMkLst>
            <pc:docMk/>
            <pc:sldMk cId="3914312885" sldId="295"/>
            <ac:spMk id="3" creationId="{212081E4-07F6-C689-2ACC-B6CADD634983}"/>
          </ac:spMkLst>
        </pc:spChg>
      </pc:sldChg>
      <pc:sldChg chg="modSp add mod">
        <pc:chgData name="Jefferson Passerini" userId="ec684a97d9b6a829" providerId="LiveId" clId="{9C18CC58-E3C4-4569-ACAC-931F122A13B5}" dt="2024-04-23T11:20:10.226" v="2719" actId="20577"/>
        <pc:sldMkLst>
          <pc:docMk/>
          <pc:sldMk cId="212045045" sldId="296"/>
        </pc:sldMkLst>
        <pc:spChg chg="mod">
          <ac:chgData name="Jefferson Passerini" userId="ec684a97d9b6a829" providerId="LiveId" clId="{9C18CC58-E3C4-4569-ACAC-931F122A13B5}" dt="2024-04-23T11:20:10.226" v="2719" actId="20577"/>
          <ac:spMkLst>
            <pc:docMk/>
            <pc:sldMk cId="212045045" sldId="296"/>
            <ac:spMk id="3" creationId="{212081E4-07F6-C689-2ACC-B6CADD634983}"/>
          </ac:spMkLst>
        </pc:spChg>
      </pc:sldChg>
      <pc:sldChg chg="delSp modSp add mod">
        <pc:chgData name="Jefferson Passerini" userId="ec684a97d9b6a829" providerId="LiveId" clId="{9C18CC58-E3C4-4569-ACAC-931F122A13B5}" dt="2024-04-23T11:26:21.801" v="3380" actId="20577"/>
        <pc:sldMkLst>
          <pc:docMk/>
          <pc:sldMk cId="3732603199" sldId="297"/>
        </pc:sldMkLst>
        <pc:spChg chg="mod">
          <ac:chgData name="Jefferson Passerini" userId="ec684a97d9b6a829" providerId="LiveId" clId="{9C18CC58-E3C4-4569-ACAC-931F122A13B5}" dt="2024-04-23T11:26:21.801" v="3380" actId="20577"/>
          <ac:spMkLst>
            <pc:docMk/>
            <pc:sldMk cId="3732603199" sldId="297"/>
            <ac:spMk id="3" creationId="{212081E4-07F6-C689-2ACC-B6CADD634983}"/>
          </ac:spMkLst>
        </pc:spChg>
        <pc:picChg chg="del">
          <ac:chgData name="Jefferson Passerini" userId="ec684a97d9b6a829" providerId="LiveId" clId="{9C18CC58-E3C4-4569-ACAC-931F122A13B5}" dt="2024-04-23T11:20:23.462" v="2721" actId="478"/>
          <ac:picMkLst>
            <pc:docMk/>
            <pc:sldMk cId="3732603199" sldId="297"/>
            <ac:picMk id="6" creationId="{3A59646E-CCE4-971E-0516-3349E4AA1305}"/>
          </ac:picMkLst>
        </pc:picChg>
      </pc:sldChg>
      <pc:sldChg chg="modSp add mod">
        <pc:chgData name="Jefferson Passerini" userId="ec684a97d9b6a829" providerId="LiveId" clId="{9C18CC58-E3C4-4569-ACAC-931F122A13B5}" dt="2024-04-23T11:27:22.614" v="3611" actId="20577"/>
        <pc:sldMkLst>
          <pc:docMk/>
          <pc:sldMk cId="2927201400" sldId="298"/>
        </pc:sldMkLst>
        <pc:spChg chg="mod">
          <ac:chgData name="Jefferson Passerini" userId="ec684a97d9b6a829" providerId="LiveId" clId="{9C18CC58-E3C4-4569-ACAC-931F122A13B5}" dt="2024-04-23T11:27:22.614" v="3611" actId="20577"/>
          <ac:spMkLst>
            <pc:docMk/>
            <pc:sldMk cId="2927201400" sldId="298"/>
            <ac:spMk id="3" creationId="{212081E4-07F6-C689-2ACC-B6CADD634983}"/>
          </ac:spMkLst>
        </pc:spChg>
      </pc:sldChg>
      <pc:sldChg chg="addSp modSp add mod">
        <pc:chgData name="Jefferson Passerini" userId="ec684a97d9b6a829" providerId="LiveId" clId="{9C18CC58-E3C4-4569-ACAC-931F122A13B5}" dt="2024-04-23T13:56:49.831" v="3983" actId="1037"/>
        <pc:sldMkLst>
          <pc:docMk/>
          <pc:sldMk cId="3810467364" sldId="299"/>
        </pc:sldMkLst>
        <pc:spChg chg="mod">
          <ac:chgData name="Jefferson Passerini" userId="ec684a97d9b6a829" providerId="LiveId" clId="{9C18CC58-E3C4-4569-ACAC-931F122A13B5}" dt="2024-04-23T13:55:22.939" v="3968" actId="113"/>
          <ac:spMkLst>
            <pc:docMk/>
            <pc:sldMk cId="3810467364" sldId="299"/>
            <ac:spMk id="3" creationId="{212081E4-07F6-C689-2ACC-B6CADD634983}"/>
          </ac:spMkLst>
        </pc:spChg>
        <pc:spChg chg="add mod">
          <ac:chgData name="Jefferson Passerini" userId="ec684a97d9b6a829" providerId="LiveId" clId="{9C18CC58-E3C4-4569-ACAC-931F122A13B5}" dt="2024-04-23T13:52:31.267" v="3870" actId="208"/>
          <ac:spMkLst>
            <pc:docMk/>
            <pc:sldMk cId="3810467364" sldId="299"/>
            <ac:spMk id="6" creationId="{6901F2A3-B3A4-44C6-8215-DB898BB4675D}"/>
          </ac:spMkLst>
        </pc:spChg>
        <pc:spChg chg="add mod">
          <ac:chgData name="Jefferson Passerini" userId="ec684a97d9b6a829" providerId="LiveId" clId="{9C18CC58-E3C4-4569-ACAC-931F122A13B5}" dt="2024-04-23T13:54:06.534" v="3880" actId="14100"/>
          <ac:spMkLst>
            <pc:docMk/>
            <pc:sldMk cId="3810467364" sldId="299"/>
            <ac:spMk id="9" creationId="{45DBA949-10CE-E69A-0670-6F71590C8B92}"/>
          </ac:spMkLst>
        </pc:spChg>
        <pc:picChg chg="add mod">
          <ac:chgData name="Jefferson Passerini" userId="ec684a97d9b6a829" providerId="LiveId" clId="{9C18CC58-E3C4-4569-ACAC-931F122A13B5}" dt="2024-04-23T13:48:01.635" v="3643" actId="1038"/>
          <ac:picMkLst>
            <pc:docMk/>
            <pc:sldMk cId="3810467364" sldId="299"/>
            <ac:picMk id="5" creationId="{90292F62-01FC-695E-D99F-2CCDF2ABD11A}"/>
          </ac:picMkLst>
        </pc:picChg>
        <pc:picChg chg="add mod">
          <ac:chgData name="Jefferson Passerini" userId="ec684a97d9b6a829" providerId="LiveId" clId="{9C18CC58-E3C4-4569-ACAC-931F122A13B5}" dt="2024-04-23T13:53:47.691" v="3876" actId="1076"/>
          <ac:picMkLst>
            <pc:docMk/>
            <pc:sldMk cId="3810467364" sldId="299"/>
            <ac:picMk id="8" creationId="{E2BE2CC3-A4F2-1EB1-C9A1-AC6319F863FC}"/>
          </ac:picMkLst>
        </pc:picChg>
        <pc:picChg chg="add mod">
          <ac:chgData name="Jefferson Passerini" userId="ec684a97d9b6a829" providerId="LiveId" clId="{9C18CC58-E3C4-4569-ACAC-931F122A13B5}" dt="2024-04-23T13:56:49.831" v="3983" actId="1037"/>
          <ac:picMkLst>
            <pc:docMk/>
            <pc:sldMk cId="3810467364" sldId="299"/>
            <ac:picMk id="11" creationId="{006D393B-A746-99D0-1984-D8D42BF8FF77}"/>
          </ac:picMkLst>
        </pc:picChg>
      </pc:sldChg>
      <pc:sldChg chg="add ord">
        <pc:chgData name="Jefferson Passerini" userId="ec684a97d9b6a829" providerId="LiveId" clId="{9C18CC58-E3C4-4569-ACAC-931F122A13B5}" dt="2024-04-23T13:51:33.754" v="3866"/>
        <pc:sldMkLst>
          <pc:docMk/>
          <pc:sldMk cId="2080967768" sldId="300"/>
        </pc:sldMkLst>
      </pc:sldChg>
      <pc:sldChg chg="addSp delSp modSp add mod">
        <pc:chgData name="Jefferson Passerini" userId="ec684a97d9b6a829" providerId="LiveId" clId="{9C18CC58-E3C4-4569-ACAC-931F122A13B5}" dt="2024-04-23T13:57:37.349" v="3989" actId="1076"/>
        <pc:sldMkLst>
          <pc:docMk/>
          <pc:sldMk cId="2135612644" sldId="301"/>
        </pc:sldMkLst>
        <pc:picChg chg="add mod">
          <ac:chgData name="Jefferson Passerini" userId="ec684a97d9b6a829" providerId="LiveId" clId="{9C18CC58-E3C4-4569-ACAC-931F122A13B5}" dt="2024-04-23T13:57:37.349" v="3989" actId="1076"/>
          <ac:picMkLst>
            <pc:docMk/>
            <pc:sldMk cId="2135612644" sldId="301"/>
            <ac:picMk id="7" creationId="{C06FD6D3-0310-A1E1-32F5-C54878C5C0C4}"/>
          </ac:picMkLst>
        </pc:picChg>
        <pc:picChg chg="del">
          <ac:chgData name="Jefferson Passerini" userId="ec684a97d9b6a829" providerId="LiveId" clId="{9C18CC58-E3C4-4569-ACAC-931F122A13B5}" dt="2024-04-23T13:57:04.213" v="3985" actId="478"/>
          <ac:picMkLst>
            <pc:docMk/>
            <pc:sldMk cId="2135612644" sldId="301"/>
            <ac:picMk id="11" creationId="{006D393B-A746-99D0-1984-D8D42BF8FF77}"/>
          </ac:picMkLst>
        </pc:picChg>
      </pc:sldChg>
      <pc:sldChg chg="addSp delSp modSp add mod">
        <pc:chgData name="Jefferson Passerini" userId="ec684a97d9b6a829" providerId="LiveId" clId="{9C18CC58-E3C4-4569-ACAC-931F122A13B5}" dt="2024-04-23T13:59:02.033" v="3996" actId="1076"/>
        <pc:sldMkLst>
          <pc:docMk/>
          <pc:sldMk cId="1539175940" sldId="302"/>
        </pc:sldMkLst>
        <pc:picChg chg="del">
          <ac:chgData name="Jefferson Passerini" userId="ec684a97d9b6a829" providerId="LiveId" clId="{9C18CC58-E3C4-4569-ACAC-931F122A13B5}" dt="2024-04-23T13:57:48.116" v="3991" actId="478"/>
          <ac:picMkLst>
            <pc:docMk/>
            <pc:sldMk cId="1539175940" sldId="302"/>
            <ac:picMk id="7" creationId="{C06FD6D3-0310-A1E1-32F5-C54878C5C0C4}"/>
          </ac:picMkLst>
        </pc:picChg>
        <pc:picChg chg="add mod">
          <ac:chgData name="Jefferson Passerini" userId="ec684a97d9b6a829" providerId="LiveId" clId="{9C18CC58-E3C4-4569-ACAC-931F122A13B5}" dt="2024-04-23T13:59:02.033" v="3996" actId="1076"/>
          <ac:picMkLst>
            <pc:docMk/>
            <pc:sldMk cId="1539175940" sldId="302"/>
            <ac:picMk id="10" creationId="{289D6F51-3B4C-26F0-FF29-318381706385}"/>
          </ac:picMkLst>
        </pc:picChg>
      </pc:sldChg>
      <pc:sldChg chg="addSp delSp modSp add mod">
        <pc:chgData name="Jefferson Passerini" userId="ec684a97d9b6a829" providerId="LiveId" clId="{9C18CC58-E3C4-4569-ACAC-931F122A13B5}" dt="2024-04-23T13:59:56.764" v="4003" actId="1076"/>
        <pc:sldMkLst>
          <pc:docMk/>
          <pc:sldMk cId="1718121619" sldId="303"/>
        </pc:sldMkLst>
        <pc:picChg chg="add mod">
          <ac:chgData name="Jefferson Passerini" userId="ec684a97d9b6a829" providerId="LiveId" clId="{9C18CC58-E3C4-4569-ACAC-931F122A13B5}" dt="2024-04-23T13:59:56.764" v="4003" actId="1076"/>
          <ac:picMkLst>
            <pc:docMk/>
            <pc:sldMk cId="1718121619" sldId="303"/>
            <ac:picMk id="7" creationId="{406391DA-3896-5CF5-22B8-FF3F903E8ECF}"/>
          </ac:picMkLst>
        </pc:picChg>
        <pc:picChg chg="del">
          <ac:chgData name="Jefferson Passerini" userId="ec684a97d9b6a829" providerId="LiveId" clId="{9C18CC58-E3C4-4569-ACAC-931F122A13B5}" dt="2024-04-23T13:59:18.799" v="3998" actId="478"/>
          <ac:picMkLst>
            <pc:docMk/>
            <pc:sldMk cId="1718121619" sldId="303"/>
            <ac:picMk id="10" creationId="{289D6F51-3B4C-26F0-FF29-318381706385}"/>
          </ac:picMkLst>
        </pc:picChg>
      </pc:sldChg>
      <pc:sldChg chg="addSp delSp modSp add mod">
        <pc:chgData name="Jefferson Passerini" userId="ec684a97d9b6a829" providerId="LiveId" clId="{9C18CC58-E3C4-4569-ACAC-931F122A13B5}" dt="2024-04-23T14:03:18.122" v="4118" actId="1076"/>
        <pc:sldMkLst>
          <pc:docMk/>
          <pc:sldMk cId="1524712591" sldId="304"/>
        </pc:sldMkLst>
        <pc:spChg chg="mod">
          <ac:chgData name="Jefferson Passerini" userId="ec684a97d9b6a829" providerId="LiveId" clId="{9C18CC58-E3C4-4569-ACAC-931F122A13B5}" dt="2024-04-23T14:00:46.516" v="4071" actId="113"/>
          <ac:spMkLst>
            <pc:docMk/>
            <pc:sldMk cId="1524712591" sldId="304"/>
            <ac:spMk id="3" creationId="{212081E4-07F6-C689-2ACC-B6CADD634983}"/>
          </ac:spMkLst>
        </pc:spChg>
        <pc:spChg chg="mod">
          <ac:chgData name="Jefferson Passerini" userId="ec684a97d9b6a829" providerId="LiveId" clId="{9C18CC58-E3C4-4569-ACAC-931F122A13B5}" dt="2024-04-23T14:01:05.759" v="4074" actId="14100"/>
          <ac:spMkLst>
            <pc:docMk/>
            <pc:sldMk cId="1524712591" sldId="304"/>
            <ac:spMk id="6" creationId="{6901F2A3-B3A4-44C6-8215-DB898BB4675D}"/>
          </ac:spMkLst>
        </pc:spChg>
        <pc:spChg chg="mod ord">
          <ac:chgData name="Jefferson Passerini" userId="ec684a97d9b6a829" providerId="LiveId" clId="{9C18CC58-E3C4-4569-ACAC-931F122A13B5}" dt="2024-04-23T14:01:59.335" v="4110" actId="1038"/>
          <ac:spMkLst>
            <pc:docMk/>
            <pc:sldMk cId="1524712591" sldId="304"/>
            <ac:spMk id="9" creationId="{45DBA949-10CE-E69A-0670-6F71590C8B92}"/>
          </ac:spMkLst>
        </pc:spChg>
        <pc:picChg chg="del">
          <ac:chgData name="Jefferson Passerini" userId="ec684a97d9b6a829" providerId="LiveId" clId="{9C18CC58-E3C4-4569-ACAC-931F122A13B5}" dt="2024-04-23T14:00:21.816" v="4005" actId="478"/>
          <ac:picMkLst>
            <pc:docMk/>
            <pc:sldMk cId="1524712591" sldId="304"/>
            <ac:picMk id="7" creationId="{406391DA-3896-5CF5-22B8-FF3F903E8ECF}"/>
          </ac:picMkLst>
        </pc:picChg>
        <pc:picChg chg="del">
          <ac:chgData name="Jefferson Passerini" userId="ec684a97d9b6a829" providerId="LiveId" clId="{9C18CC58-E3C4-4569-ACAC-931F122A13B5}" dt="2024-04-23T14:00:50.796" v="4072" actId="478"/>
          <ac:picMkLst>
            <pc:docMk/>
            <pc:sldMk cId="1524712591" sldId="304"/>
            <ac:picMk id="8" creationId="{E2BE2CC3-A4F2-1EB1-C9A1-AC6319F863FC}"/>
          </ac:picMkLst>
        </pc:picChg>
        <pc:picChg chg="add mod">
          <ac:chgData name="Jefferson Passerini" userId="ec684a97d9b6a829" providerId="LiveId" clId="{9C18CC58-E3C4-4569-ACAC-931F122A13B5}" dt="2024-04-23T14:01:46.757" v="4076" actId="1076"/>
          <ac:picMkLst>
            <pc:docMk/>
            <pc:sldMk cId="1524712591" sldId="304"/>
            <ac:picMk id="10" creationId="{BC5B4EB5-5E07-4CCA-BE22-E3175C4FC161}"/>
          </ac:picMkLst>
        </pc:picChg>
        <pc:picChg chg="add mod">
          <ac:chgData name="Jefferson Passerini" userId="ec684a97d9b6a829" providerId="LiveId" clId="{9C18CC58-E3C4-4569-ACAC-931F122A13B5}" dt="2024-04-23T14:03:18.122" v="4118" actId="1076"/>
          <ac:picMkLst>
            <pc:docMk/>
            <pc:sldMk cId="1524712591" sldId="304"/>
            <ac:picMk id="12" creationId="{5B512C72-9FB2-C6DF-B3E8-DF2C2B742830}"/>
          </ac:picMkLst>
        </pc:picChg>
      </pc:sldChg>
      <pc:sldChg chg="addSp delSp modSp add mod">
        <pc:chgData name="Jefferson Passerini" userId="ec684a97d9b6a829" providerId="LiveId" clId="{9C18CC58-E3C4-4569-ACAC-931F122A13B5}" dt="2024-04-23T14:07:03.418" v="4603" actId="1076"/>
        <pc:sldMkLst>
          <pc:docMk/>
          <pc:sldMk cId="864378556" sldId="305"/>
        </pc:sldMkLst>
        <pc:spChg chg="mod">
          <ac:chgData name="Jefferson Passerini" userId="ec684a97d9b6a829" providerId="LiveId" clId="{9C18CC58-E3C4-4569-ACAC-931F122A13B5}" dt="2024-04-23T14:06:26.478" v="4599" actId="20577"/>
          <ac:spMkLst>
            <pc:docMk/>
            <pc:sldMk cId="864378556" sldId="305"/>
            <ac:spMk id="3" creationId="{212081E4-07F6-C689-2ACC-B6CADD634983}"/>
          </ac:spMkLst>
        </pc:spChg>
        <pc:spChg chg="del">
          <ac:chgData name="Jefferson Passerini" userId="ec684a97d9b6a829" providerId="LiveId" clId="{9C18CC58-E3C4-4569-ACAC-931F122A13B5}" dt="2024-04-23T14:03:46.682" v="4121" actId="478"/>
          <ac:spMkLst>
            <pc:docMk/>
            <pc:sldMk cId="864378556" sldId="305"/>
            <ac:spMk id="6" creationId="{6901F2A3-B3A4-44C6-8215-DB898BB4675D}"/>
          </ac:spMkLst>
        </pc:spChg>
        <pc:spChg chg="del">
          <ac:chgData name="Jefferson Passerini" userId="ec684a97d9b6a829" providerId="LiveId" clId="{9C18CC58-E3C4-4569-ACAC-931F122A13B5}" dt="2024-04-23T14:03:49.524" v="4122" actId="478"/>
          <ac:spMkLst>
            <pc:docMk/>
            <pc:sldMk cId="864378556" sldId="305"/>
            <ac:spMk id="9" creationId="{45DBA949-10CE-E69A-0670-6F71590C8B92}"/>
          </ac:spMkLst>
        </pc:spChg>
        <pc:picChg chg="del">
          <ac:chgData name="Jefferson Passerini" userId="ec684a97d9b6a829" providerId="LiveId" clId="{9C18CC58-E3C4-4569-ACAC-931F122A13B5}" dt="2024-04-23T14:03:44.628" v="4120" actId="478"/>
          <ac:picMkLst>
            <pc:docMk/>
            <pc:sldMk cId="864378556" sldId="305"/>
            <ac:picMk id="5" creationId="{90292F62-01FC-695E-D99F-2CCDF2ABD11A}"/>
          </ac:picMkLst>
        </pc:picChg>
        <pc:picChg chg="add mod">
          <ac:chgData name="Jefferson Passerini" userId="ec684a97d9b6a829" providerId="LiveId" clId="{9C18CC58-E3C4-4569-ACAC-931F122A13B5}" dt="2024-04-23T14:07:03.418" v="4603" actId="1076"/>
          <ac:picMkLst>
            <pc:docMk/>
            <pc:sldMk cId="864378556" sldId="305"/>
            <ac:picMk id="7" creationId="{421DFECC-17D6-533B-004F-8E5EF062897F}"/>
          </ac:picMkLst>
        </pc:picChg>
        <pc:picChg chg="del">
          <ac:chgData name="Jefferson Passerini" userId="ec684a97d9b6a829" providerId="LiveId" clId="{9C18CC58-E3C4-4569-ACAC-931F122A13B5}" dt="2024-04-23T14:03:50.329" v="4123" actId="478"/>
          <ac:picMkLst>
            <pc:docMk/>
            <pc:sldMk cId="864378556" sldId="305"/>
            <ac:picMk id="10" creationId="{BC5B4EB5-5E07-4CCA-BE22-E3175C4FC161}"/>
          </ac:picMkLst>
        </pc:picChg>
        <pc:picChg chg="del">
          <ac:chgData name="Jefferson Passerini" userId="ec684a97d9b6a829" providerId="LiveId" clId="{9C18CC58-E3C4-4569-ACAC-931F122A13B5}" dt="2024-04-23T14:04:23.632" v="4127" actId="478"/>
          <ac:picMkLst>
            <pc:docMk/>
            <pc:sldMk cId="864378556" sldId="305"/>
            <ac:picMk id="12" creationId="{5B512C72-9FB2-C6DF-B3E8-DF2C2B742830}"/>
          </ac:picMkLst>
        </pc:picChg>
      </pc:sldChg>
      <pc:sldChg chg="addSp delSp modSp add mod ord">
        <pc:chgData name="Jefferson Passerini" userId="ec684a97d9b6a829" providerId="LiveId" clId="{9C18CC58-E3C4-4569-ACAC-931F122A13B5}" dt="2024-04-23T14:38:44.161" v="4639" actId="1076"/>
        <pc:sldMkLst>
          <pc:docMk/>
          <pc:sldMk cId="3386403249" sldId="306"/>
        </pc:sldMkLst>
        <pc:spChg chg="mod ord">
          <ac:chgData name="Jefferson Passerini" userId="ec684a97d9b6a829" providerId="LiveId" clId="{9C18CC58-E3C4-4569-ACAC-931F122A13B5}" dt="2024-04-23T14:38:18.042" v="4635" actId="1076"/>
          <ac:spMkLst>
            <pc:docMk/>
            <pc:sldMk cId="3386403249" sldId="306"/>
            <ac:spMk id="9" creationId="{45DBA949-10CE-E69A-0670-6F71590C8B92}"/>
          </ac:spMkLst>
        </pc:spChg>
        <pc:picChg chg="add mod">
          <ac:chgData name="Jefferson Passerini" userId="ec684a97d9b6a829" providerId="LiveId" clId="{9C18CC58-E3C4-4569-ACAC-931F122A13B5}" dt="2024-04-23T14:38:10.800" v="4633" actId="1076"/>
          <ac:picMkLst>
            <pc:docMk/>
            <pc:sldMk cId="3386403249" sldId="306"/>
            <ac:picMk id="7" creationId="{19FF0F70-8F68-647D-A039-8CA33FBE6CBC}"/>
          </ac:picMkLst>
        </pc:picChg>
        <pc:picChg chg="del">
          <ac:chgData name="Jefferson Passerini" userId="ec684a97d9b6a829" providerId="LiveId" clId="{9C18CC58-E3C4-4569-ACAC-931F122A13B5}" dt="2024-04-23T14:37:41.852" v="4631" actId="478"/>
          <ac:picMkLst>
            <pc:docMk/>
            <pc:sldMk cId="3386403249" sldId="306"/>
            <ac:picMk id="8" creationId="{E2BE2CC3-A4F2-1EB1-C9A1-AC6319F863FC}"/>
          </ac:picMkLst>
        </pc:picChg>
        <pc:picChg chg="del">
          <ac:chgData name="Jefferson Passerini" userId="ec684a97d9b6a829" providerId="LiveId" clId="{9C18CC58-E3C4-4569-ACAC-931F122A13B5}" dt="2024-04-23T14:37:38.968" v="4630" actId="478"/>
          <ac:picMkLst>
            <pc:docMk/>
            <pc:sldMk cId="3386403249" sldId="306"/>
            <ac:picMk id="11" creationId="{006D393B-A746-99D0-1984-D8D42BF8FF77}"/>
          </ac:picMkLst>
        </pc:picChg>
        <pc:picChg chg="add mod">
          <ac:chgData name="Jefferson Passerini" userId="ec684a97d9b6a829" providerId="LiveId" clId="{9C18CC58-E3C4-4569-ACAC-931F122A13B5}" dt="2024-04-23T14:38:44.161" v="4639" actId="1076"/>
          <ac:picMkLst>
            <pc:docMk/>
            <pc:sldMk cId="3386403249" sldId="306"/>
            <ac:picMk id="12" creationId="{77F732DF-F348-FE1F-3757-A7434CF237F2}"/>
          </ac:picMkLst>
        </pc:picChg>
      </pc:sldChg>
      <pc:sldChg chg="addSp delSp modSp add mod ord">
        <pc:chgData name="Jefferson Passerini" userId="ec684a97d9b6a829" providerId="LiveId" clId="{9C18CC58-E3C4-4569-ACAC-931F122A13B5}" dt="2024-04-23T14:37:04.290" v="4623" actId="14100"/>
        <pc:sldMkLst>
          <pc:docMk/>
          <pc:sldMk cId="2214601448" sldId="307"/>
        </pc:sldMkLst>
        <pc:spChg chg="mod ord">
          <ac:chgData name="Jefferson Passerini" userId="ec684a97d9b6a829" providerId="LiveId" clId="{9C18CC58-E3C4-4569-ACAC-931F122A13B5}" dt="2024-04-23T14:37:04.290" v="4623" actId="14100"/>
          <ac:spMkLst>
            <pc:docMk/>
            <pc:sldMk cId="2214601448" sldId="307"/>
            <ac:spMk id="9" creationId="{45DBA949-10CE-E69A-0670-6F71590C8B92}"/>
          </ac:spMkLst>
        </pc:spChg>
        <pc:picChg chg="add mod">
          <ac:chgData name="Jefferson Passerini" userId="ec684a97d9b6a829" providerId="LiveId" clId="{9C18CC58-E3C4-4569-ACAC-931F122A13B5}" dt="2024-04-23T14:36:17.982" v="4615" actId="1076"/>
          <ac:picMkLst>
            <pc:docMk/>
            <pc:sldMk cId="2214601448" sldId="307"/>
            <ac:picMk id="7" creationId="{A930516F-AF16-551B-7809-459D0F88CC0B}"/>
          </ac:picMkLst>
        </pc:picChg>
        <pc:picChg chg="del">
          <ac:chgData name="Jefferson Passerini" userId="ec684a97d9b6a829" providerId="LiveId" clId="{9C18CC58-E3C4-4569-ACAC-931F122A13B5}" dt="2024-04-23T14:36:20.488" v="4616" actId="478"/>
          <ac:picMkLst>
            <pc:docMk/>
            <pc:sldMk cId="2214601448" sldId="307"/>
            <ac:picMk id="10" creationId="{BC5B4EB5-5E07-4CCA-BE22-E3175C4FC161}"/>
          </ac:picMkLst>
        </pc:picChg>
        <pc:picChg chg="add mod">
          <ac:chgData name="Jefferson Passerini" userId="ec684a97d9b6a829" providerId="LiveId" clId="{9C18CC58-E3C4-4569-ACAC-931F122A13B5}" dt="2024-04-23T14:36:46.503" v="4618" actId="1076"/>
          <ac:picMkLst>
            <pc:docMk/>
            <pc:sldMk cId="2214601448" sldId="307"/>
            <ac:picMk id="11" creationId="{01126A4F-BD7D-7B65-A5D1-3FBCC49F7D71}"/>
          </ac:picMkLst>
        </pc:picChg>
        <pc:picChg chg="del">
          <ac:chgData name="Jefferson Passerini" userId="ec684a97d9b6a829" providerId="LiveId" clId="{9C18CC58-E3C4-4569-ACAC-931F122A13B5}" dt="2024-04-23T14:35:57.456" v="4613" actId="478"/>
          <ac:picMkLst>
            <pc:docMk/>
            <pc:sldMk cId="2214601448" sldId="307"/>
            <ac:picMk id="12" creationId="{5B512C72-9FB2-C6DF-B3E8-DF2C2B742830}"/>
          </ac:picMkLst>
        </pc:picChg>
      </pc:sldChg>
      <pc:sldChg chg="addSp delSp modSp add mod ord">
        <pc:chgData name="Jefferson Passerini" userId="ec684a97d9b6a829" providerId="LiveId" clId="{9C18CC58-E3C4-4569-ACAC-931F122A13B5}" dt="2024-04-23T14:37:32.928" v="4629" actId="1076"/>
        <pc:sldMkLst>
          <pc:docMk/>
          <pc:sldMk cId="414143457" sldId="308"/>
        </pc:sldMkLst>
        <pc:picChg chg="add mod">
          <ac:chgData name="Jefferson Passerini" userId="ec684a97d9b6a829" providerId="LiveId" clId="{9C18CC58-E3C4-4569-ACAC-931F122A13B5}" dt="2024-04-23T14:37:32.928" v="4629" actId="1076"/>
          <ac:picMkLst>
            <pc:docMk/>
            <pc:sldMk cId="414143457" sldId="308"/>
            <ac:picMk id="5" creationId="{CDB39C5E-2013-0D22-0319-8CBDDBD5D30D}"/>
          </ac:picMkLst>
        </pc:picChg>
        <pc:picChg chg="del">
          <ac:chgData name="Jefferson Passerini" userId="ec684a97d9b6a829" providerId="LiveId" clId="{9C18CC58-E3C4-4569-ACAC-931F122A13B5}" dt="2024-04-23T14:37:09.851" v="4624" actId="478"/>
          <ac:picMkLst>
            <pc:docMk/>
            <pc:sldMk cId="414143457" sldId="308"/>
            <ac:picMk id="7" creationId="{421DFECC-17D6-533B-004F-8E5EF062897F}"/>
          </ac:picMkLst>
        </pc:picChg>
      </pc:sldChg>
      <pc:sldChg chg="addSp delSp modSp add mod">
        <pc:chgData name="Jefferson Passerini" userId="ec684a97d9b6a829" providerId="LiveId" clId="{9C18CC58-E3C4-4569-ACAC-931F122A13B5}" dt="2024-04-23T14:39:27.599" v="4644" actId="1076"/>
        <pc:sldMkLst>
          <pc:docMk/>
          <pc:sldMk cId="1249646026" sldId="309"/>
        </pc:sldMkLst>
        <pc:picChg chg="add mod">
          <ac:chgData name="Jefferson Passerini" userId="ec684a97d9b6a829" providerId="LiveId" clId="{9C18CC58-E3C4-4569-ACAC-931F122A13B5}" dt="2024-04-23T14:39:27.599" v="4644" actId="1076"/>
          <ac:picMkLst>
            <pc:docMk/>
            <pc:sldMk cId="1249646026" sldId="309"/>
            <ac:picMk id="8" creationId="{374EAEEC-2FA3-7035-86FE-5B9D6E5DB6F2}"/>
          </ac:picMkLst>
        </pc:picChg>
        <pc:picChg chg="del">
          <ac:chgData name="Jefferson Passerini" userId="ec684a97d9b6a829" providerId="LiveId" clId="{9C18CC58-E3C4-4569-ACAC-931F122A13B5}" dt="2024-04-23T14:38:53.867" v="4641" actId="478"/>
          <ac:picMkLst>
            <pc:docMk/>
            <pc:sldMk cId="1249646026" sldId="309"/>
            <ac:picMk id="12" creationId="{77F732DF-F348-FE1F-3757-A7434CF237F2}"/>
          </ac:picMkLst>
        </pc:picChg>
      </pc:sldChg>
      <pc:sldChg chg="addSp modSp add mod">
        <pc:chgData name="Jefferson Passerini" userId="ec684a97d9b6a829" providerId="LiveId" clId="{9C18CC58-E3C4-4569-ACAC-931F122A13B5}" dt="2024-04-23T14:39:44.422" v="4646" actId="1076"/>
        <pc:sldMkLst>
          <pc:docMk/>
          <pc:sldMk cId="1329588792" sldId="310"/>
        </pc:sldMkLst>
        <pc:picChg chg="add mod">
          <ac:chgData name="Jefferson Passerini" userId="ec684a97d9b6a829" providerId="LiveId" clId="{9C18CC58-E3C4-4569-ACAC-931F122A13B5}" dt="2024-04-23T14:39:44.422" v="4646" actId="1076"/>
          <ac:picMkLst>
            <pc:docMk/>
            <pc:sldMk cId="1329588792" sldId="310"/>
            <ac:picMk id="8" creationId="{D302AE78-5BDD-F505-0759-2D4789EB34ED}"/>
          </ac:picMkLst>
        </pc:picChg>
      </pc:sldChg>
    </pc:docChg>
  </pc:docChgLst>
  <pc:docChgLst>
    <pc:chgData name="Jefferson Passerini" userId="ec684a97d9b6a829" providerId="LiveId" clId="{DA8C7B24-D34C-45F8-A7E3-D30DEA821D29}"/>
    <pc:docChg chg="undo custSel addSld modSld sldOrd">
      <pc:chgData name="Jefferson Passerini" userId="ec684a97d9b6a829" providerId="LiveId" clId="{DA8C7B24-D34C-45F8-A7E3-D30DEA821D29}" dt="2024-04-18T17:05:17.708" v="5162" actId="1076"/>
      <pc:docMkLst>
        <pc:docMk/>
      </pc:docMkLst>
      <pc:sldChg chg="modSp mod">
        <pc:chgData name="Jefferson Passerini" userId="ec684a97d9b6a829" providerId="LiveId" clId="{DA8C7B24-D34C-45F8-A7E3-D30DEA821D29}" dt="2024-04-18T13:59:22.111" v="127" actId="5793"/>
        <pc:sldMkLst>
          <pc:docMk/>
          <pc:sldMk cId="229874183" sldId="289"/>
        </pc:sldMkLst>
        <pc:spChg chg="mod">
          <ac:chgData name="Jefferson Passerini" userId="ec684a97d9b6a829" providerId="LiveId" clId="{DA8C7B24-D34C-45F8-A7E3-D30DEA821D29}" dt="2024-04-18T13:59:22.111" v="127" actId="5793"/>
          <ac:spMkLst>
            <pc:docMk/>
            <pc:sldMk cId="229874183" sldId="289"/>
            <ac:spMk id="3" creationId="{212081E4-07F6-C689-2ACC-B6CADD634983}"/>
          </ac:spMkLst>
        </pc:spChg>
      </pc:sldChg>
      <pc:sldChg chg="modSp add mod">
        <pc:chgData name="Jefferson Passerini" userId="ec684a97d9b6a829" providerId="LiveId" clId="{DA8C7B24-D34C-45F8-A7E3-D30DEA821D29}" dt="2024-04-18T14:45:48.882" v="386" actId="113"/>
        <pc:sldMkLst>
          <pc:docMk/>
          <pc:sldMk cId="5637846" sldId="290"/>
        </pc:sldMkLst>
        <pc:spChg chg="mod">
          <ac:chgData name="Jefferson Passerini" userId="ec684a97d9b6a829" providerId="LiveId" clId="{DA8C7B24-D34C-45F8-A7E3-D30DEA821D29}" dt="2024-04-18T14:45:48.882" v="386" actId="113"/>
          <ac:spMkLst>
            <pc:docMk/>
            <pc:sldMk cId="5637846" sldId="290"/>
            <ac:spMk id="3" creationId="{212081E4-07F6-C689-2ACC-B6CADD634983}"/>
          </ac:spMkLst>
        </pc:spChg>
      </pc:sldChg>
      <pc:sldChg chg="modSp add mod">
        <pc:chgData name="Jefferson Passerini" userId="ec684a97d9b6a829" providerId="LiveId" clId="{DA8C7B24-D34C-45F8-A7E3-D30DEA821D29}" dt="2024-04-18T14:47:24.766" v="677" actId="113"/>
        <pc:sldMkLst>
          <pc:docMk/>
          <pc:sldMk cId="4294518467" sldId="291"/>
        </pc:sldMkLst>
        <pc:spChg chg="mod">
          <ac:chgData name="Jefferson Passerini" userId="ec684a97d9b6a829" providerId="LiveId" clId="{DA8C7B24-D34C-45F8-A7E3-D30DEA821D29}" dt="2024-04-18T14:47:24.766" v="677" actId="113"/>
          <ac:spMkLst>
            <pc:docMk/>
            <pc:sldMk cId="4294518467" sldId="291"/>
            <ac:spMk id="3" creationId="{212081E4-07F6-C689-2ACC-B6CADD634983}"/>
          </ac:spMkLst>
        </pc:spChg>
      </pc:sldChg>
      <pc:sldChg chg="modSp add mod">
        <pc:chgData name="Jefferson Passerini" userId="ec684a97d9b6a829" providerId="LiveId" clId="{DA8C7B24-D34C-45F8-A7E3-D30DEA821D29}" dt="2024-04-18T14:51:00.406" v="1000" actId="20577"/>
        <pc:sldMkLst>
          <pc:docMk/>
          <pc:sldMk cId="1538659001" sldId="292"/>
        </pc:sldMkLst>
        <pc:spChg chg="mod">
          <ac:chgData name="Jefferson Passerini" userId="ec684a97d9b6a829" providerId="LiveId" clId="{DA8C7B24-D34C-45F8-A7E3-D30DEA821D29}" dt="2024-04-18T14:51:00.406" v="1000" actId="20577"/>
          <ac:spMkLst>
            <pc:docMk/>
            <pc:sldMk cId="1538659001" sldId="292"/>
            <ac:spMk id="3" creationId="{212081E4-07F6-C689-2ACC-B6CADD634983}"/>
          </ac:spMkLst>
        </pc:spChg>
      </pc:sldChg>
      <pc:sldChg chg="addSp modSp add mod">
        <pc:chgData name="Jefferson Passerini" userId="ec684a97d9b6a829" providerId="LiveId" clId="{DA8C7B24-D34C-45F8-A7E3-D30DEA821D29}" dt="2024-04-18T14:54:25.210" v="1291" actId="114"/>
        <pc:sldMkLst>
          <pc:docMk/>
          <pc:sldMk cId="2984469269" sldId="293"/>
        </pc:sldMkLst>
        <pc:spChg chg="mod">
          <ac:chgData name="Jefferson Passerini" userId="ec684a97d9b6a829" providerId="LiveId" clId="{DA8C7B24-D34C-45F8-A7E3-D30DEA821D29}" dt="2024-04-18T14:53:02.146" v="1086" actId="1076"/>
          <ac:spMkLst>
            <pc:docMk/>
            <pc:sldMk cId="2984469269" sldId="293"/>
            <ac:spMk id="3" creationId="{212081E4-07F6-C689-2ACC-B6CADD634983}"/>
          </ac:spMkLst>
        </pc:spChg>
        <pc:spChg chg="add mod">
          <ac:chgData name="Jefferson Passerini" userId="ec684a97d9b6a829" providerId="LiveId" clId="{DA8C7B24-D34C-45F8-A7E3-D30DEA821D29}" dt="2024-04-18T14:54:25.210" v="1291" actId="114"/>
          <ac:spMkLst>
            <pc:docMk/>
            <pc:sldMk cId="2984469269" sldId="293"/>
            <ac:spMk id="10" creationId="{C655B017-0CF9-DD12-C48B-2F3A1CC87F2A}"/>
          </ac:spMkLst>
        </pc:spChg>
        <pc:picChg chg="add mod ord">
          <ac:chgData name="Jefferson Passerini" userId="ec684a97d9b6a829" providerId="LiveId" clId="{DA8C7B24-D34C-45F8-A7E3-D30DEA821D29}" dt="2024-04-18T14:52:39.459" v="1081" actId="1035"/>
          <ac:picMkLst>
            <pc:docMk/>
            <pc:sldMk cId="2984469269" sldId="293"/>
            <ac:picMk id="5" creationId="{3B169DDE-95BE-AA22-B5E9-3323B07CDACD}"/>
          </ac:picMkLst>
        </pc:picChg>
        <pc:picChg chg="add mod">
          <ac:chgData name="Jefferson Passerini" userId="ec684a97d9b6a829" providerId="LiveId" clId="{DA8C7B24-D34C-45F8-A7E3-D30DEA821D29}" dt="2024-04-18T14:52:43.309" v="1082" actId="1076"/>
          <ac:picMkLst>
            <pc:docMk/>
            <pc:sldMk cId="2984469269" sldId="293"/>
            <ac:picMk id="7" creationId="{BCF555CA-B5B8-1E92-232E-D07165C9F898}"/>
          </ac:picMkLst>
        </pc:picChg>
        <pc:picChg chg="add mod">
          <ac:chgData name="Jefferson Passerini" userId="ec684a97d9b6a829" providerId="LiveId" clId="{DA8C7B24-D34C-45F8-A7E3-D30DEA821D29}" dt="2024-04-18T14:52:45.944" v="1083" actId="1076"/>
          <ac:picMkLst>
            <pc:docMk/>
            <pc:sldMk cId="2984469269" sldId="293"/>
            <ac:picMk id="9" creationId="{3EA30FBB-F2CA-236B-C798-BB183AC2B3DE}"/>
          </ac:picMkLst>
        </pc:picChg>
      </pc:sldChg>
      <pc:sldChg chg="addSp delSp modSp add mod">
        <pc:chgData name="Jefferson Passerini" userId="ec684a97d9b6a829" providerId="LiveId" clId="{DA8C7B24-D34C-45F8-A7E3-D30DEA821D29}" dt="2024-04-18T14:58:38.668" v="1893" actId="115"/>
        <pc:sldMkLst>
          <pc:docMk/>
          <pc:sldMk cId="1316130772" sldId="294"/>
        </pc:sldMkLst>
        <pc:spChg chg="del">
          <ac:chgData name="Jefferson Passerini" userId="ec684a97d9b6a829" providerId="LiveId" clId="{DA8C7B24-D34C-45F8-A7E3-D30DEA821D29}" dt="2024-04-18T14:54:40.380" v="1293" actId="478"/>
          <ac:spMkLst>
            <pc:docMk/>
            <pc:sldMk cId="1316130772" sldId="294"/>
            <ac:spMk id="3" creationId="{212081E4-07F6-C689-2ACC-B6CADD634983}"/>
          </ac:spMkLst>
        </pc:spChg>
        <pc:spChg chg="add del mod">
          <ac:chgData name="Jefferson Passerini" userId="ec684a97d9b6a829" providerId="LiveId" clId="{DA8C7B24-D34C-45F8-A7E3-D30DEA821D29}" dt="2024-04-18T14:54:45.388" v="1296" actId="478"/>
          <ac:spMkLst>
            <pc:docMk/>
            <pc:sldMk cId="1316130772" sldId="294"/>
            <ac:spMk id="6" creationId="{CE8E5C83-8AD4-7B46-41B6-572B48F8EA05}"/>
          </ac:spMkLst>
        </pc:spChg>
        <pc:spChg chg="mod">
          <ac:chgData name="Jefferson Passerini" userId="ec684a97d9b6a829" providerId="LiveId" clId="{DA8C7B24-D34C-45F8-A7E3-D30DEA821D29}" dt="2024-04-18T14:58:38.668" v="1893" actId="115"/>
          <ac:spMkLst>
            <pc:docMk/>
            <pc:sldMk cId="1316130772" sldId="294"/>
            <ac:spMk id="10" creationId="{C655B017-0CF9-DD12-C48B-2F3A1CC87F2A}"/>
          </ac:spMkLst>
        </pc:spChg>
        <pc:picChg chg="add del mod">
          <ac:chgData name="Jefferson Passerini" userId="ec684a97d9b6a829" providerId="LiveId" clId="{DA8C7B24-D34C-45F8-A7E3-D30DEA821D29}" dt="2024-04-18T14:54:47.797" v="1297" actId="1076"/>
          <ac:picMkLst>
            <pc:docMk/>
            <pc:sldMk cId="1316130772" sldId="294"/>
            <ac:picMk id="5" creationId="{3B169DDE-95BE-AA22-B5E9-3323B07CDACD}"/>
          </ac:picMkLst>
        </pc:picChg>
        <pc:picChg chg="del">
          <ac:chgData name="Jefferson Passerini" userId="ec684a97d9b6a829" providerId="LiveId" clId="{DA8C7B24-D34C-45F8-A7E3-D30DEA821D29}" dt="2024-04-18T14:54:49.457" v="1298" actId="478"/>
          <ac:picMkLst>
            <pc:docMk/>
            <pc:sldMk cId="1316130772" sldId="294"/>
            <ac:picMk id="7" creationId="{BCF555CA-B5B8-1E92-232E-D07165C9F898}"/>
          </ac:picMkLst>
        </pc:picChg>
        <pc:picChg chg="del">
          <ac:chgData name="Jefferson Passerini" userId="ec684a97d9b6a829" providerId="LiveId" clId="{DA8C7B24-D34C-45F8-A7E3-D30DEA821D29}" dt="2024-04-18T14:54:50.021" v="1299" actId="478"/>
          <ac:picMkLst>
            <pc:docMk/>
            <pc:sldMk cId="1316130772" sldId="294"/>
            <ac:picMk id="9" creationId="{3EA30FBB-F2CA-236B-C798-BB183AC2B3DE}"/>
          </ac:picMkLst>
        </pc:picChg>
      </pc:sldChg>
      <pc:sldChg chg="addSp modSp add mod ord">
        <pc:chgData name="Jefferson Passerini" userId="ec684a97d9b6a829" providerId="LiveId" clId="{DA8C7B24-D34C-45F8-A7E3-D30DEA821D29}" dt="2024-04-18T15:02:06.207" v="2297" actId="113"/>
        <pc:sldMkLst>
          <pc:docMk/>
          <pc:sldMk cId="979282057" sldId="295"/>
        </pc:sldMkLst>
        <pc:spChg chg="mod">
          <ac:chgData name="Jefferson Passerini" userId="ec684a97d9b6a829" providerId="LiveId" clId="{DA8C7B24-D34C-45F8-A7E3-D30DEA821D29}" dt="2024-04-18T15:02:06.207" v="2297" actId="113"/>
          <ac:spMkLst>
            <pc:docMk/>
            <pc:sldMk cId="979282057" sldId="295"/>
            <ac:spMk id="3" creationId="{212081E4-07F6-C689-2ACC-B6CADD634983}"/>
          </ac:spMkLst>
        </pc:spChg>
        <pc:picChg chg="add mod">
          <ac:chgData name="Jefferson Passerini" userId="ec684a97d9b6a829" providerId="LiveId" clId="{DA8C7B24-D34C-45F8-A7E3-D30DEA821D29}" dt="2024-04-18T14:59:51.801" v="1934" actId="1076"/>
          <ac:picMkLst>
            <pc:docMk/>
            <pc:sldMk cId="979282057" sldId="295"/>
            <ac:picMk id="5" creationId="{C33B3435-DA40-51ED-97B8-2BE60034BAA6}"/>
          </ac:picMkLst>
        </pc:picChg>
      </pc:sldChg>
      <pc:sldChg chg="modSp add mod">
        <pc:chgData name="Jefferson Passerini" userId="ec684a97d9b6a829" providerId="LiveId" clId="{DA8C7B24-D34C-45F8-A7E3-D30DEA821D29}" dt="2024-04-18T15:03:49.430" v="2572" actId="20577"/>
        <pc:sldMkLst>
          <pc:docMk/>
          <pc:sldMk cId="1610955786" sldId="296"/>
        </pc:sldMkLst>
        <pc:spChg chg="mod">
          <ac:chgData name="Jefferson Passerini" userId="ec684a97d9b6a829" providerId="LiveId" clId="{DA8C7B24-D34C-45F8-A7E3-D30DEA821D29}" dt="2024-04-18T15:03:49.430" v="2572" actId="20577"/>
          <ac:spMkLst>
            <pc:docMk/>
            <pc:sldMk cId="1610955786" sldId="296"/>
            <ac:spMk id="3" creationId="{212081E4-07F6-C689-2ACC-B6CADD634983}"/>
          </ac:spMkLst>
        </pc:spChg>
      </pc:sldChg>
      <pc:sldChg chg="modSp add mod">
        <pc:chgData name="Jefferson Passerini" userId="ec684a97d9b6a829" providerId="LiveId" clId="{DA8C7B24-D34C-45F8-A7E3-D30DEA821D29}" dt="2024-04-18T15:05:24.817" v="2899" actId="108"/>
        <pc:sldMkLst>
          <pc:docMk/>
          <pc:sldMk cId="2985046621" sldId="297"/>
        </pc:sldMkLst>
        <pc:spChg chg="mod">
          <ac:chgData name="Jefferson Passerini" userId="ec684a97d9b6a829" providerId="LiveId" clId="{DA8C7B24-D34C-45F8-A7E3-D30DEA821D29}" dt="2024-04-18T15:05:24.817" v="2899" actId="108"/>
          <ac:spMkLst>
            <pc:docMk/>
            <pc:sldMk cId="2985046621" sldId="297"/>
            <ac:spMk id="3" creationId="{212081E4-07F6-C689-2ACC-B6CADD634983}"/>
          </ac:spMkLst>
        </pc:spChg>
      </pc:sldChg>
      <pc:sldChg chg="delSp modSp add mod">
        <pc:chgData name="Jefferson Passerini" userId="ec684a97d9b6a829" providerId="LiveId" clId="{DA8C7B24-D34C-45F8-A7E3-D30DEA821D29}" dt="2024-04-18T15:07:59.853" v="3515" actId="20577"/>
        <pc:sldMkLst>
          <pc:docMk/>
          <pc:sldMk cId="3329100395" sldId="298"/>
        </pc:sldMkLst>
        <pc:spChg chg="mod">
          <ac:chgData name="Jefferson Passerini" userId="ec684a97d9b6a829" providerId="LiveId" clId="{DA8C7B24-D34C-45F8-A7E3-D30DEA821D29}" dt="2024-04-18T15:07:59.853" v="3515" actId="20577"/>
          <ac:spMkLst>
            <pc:docMk/>
            <pc:sldMk cId="3329100395" sldId="298"/>
            <ac:spMk id="3" creationId="{212081E4-07F6-C689-2ACC-B6CADD634983}"/>
          </ac:spMkLst>
        </pc:spChg>
        <pc:picChg chg="del">
          <ac:chgData name="Jefferson Passerini" userId="ec684a97d9b6a829" providerId="LiveId" clId="{DA8C7B24-D34C-45F8-A7E3-D30DEA821D29}" dt="2024-04-18T15:05:41.446" v="2915" actId="478"/>
          <ac:picMkLst>
            <pc:docMk/>
            <pc:sldMk cId="3329100395" sldId="298"/>
            <ac:picMk id="5" creationId="{C33B3435-DA40-51ED-97B8-2BE60034BAA6}"/>
          </ac:picMkLst>
        </pc:picChg>
      </pc:sldChg>
      <pc:sldChg chg="modSp add mod">
        <pc:chgData name="Jefferson Passerini" userId="ec684a97d9b6a829" providerId="LiveId" clId="{DA8C7B24-D34C-45F8-A7E3-D30DEA821D29}" dt="2024-04-18T15:09:19.412" v="3552" actId="27636"/>
        <pc:sldMkLst>
          <pc:docMk/>
          <pc:sldMk cId="28890969" sldId="299"/>
        </pc:sldMkLst>
        <pc:spChg chg="mod">
          <ac:chgData name="Jefferson Passerini" userId="ec684a97d9b6a829" providerId="LiveId" clId="{DA8C7B24-D34C-45F8-A7E3-D30DEA821D29}" dt="2024-04-18T15:09:19.412" v="3552" actId="27636"/>
          <ac:spMkLst>
            <pc:docMk/>
            <pc:sldMk cId="28890969" sldId="299"/>
            <ac:spMk id="3" creationId="{212081E4-07F6-C689-2ACC-B6CADD634983}"/>
          </ac:spMkLst>
        </pc:spChg>
      </pc:sldChg>
      <pc:sldChg chg="modSp add mod">
        <pc:chgData name="Jefferson Passerini" userId="ec684a97d9b6a829" providerId="LiveId" clId="{DA8C7B24-D34C-45F8-A7E3-D30DEA821D29}" dt="2024-04-18T15:10:54.193" v="3572" actId="20577"/>
        <pc:sldMkLst>
          <pc:docMk/>
          <pc:sldMk cId="2976229801" sldId="300"/>
        </pc:sldMkLst>
        <pc:spChg chg="mod">
          <ac:chgData name="Jefferson Passerini" userId="ec684a97d9b6a829" providerId="LiveId" clId="{DA8C7B24-D34C-45F8-A7E3-D30DEA821D29}" dt="2024-04-18T15:10:54.193" v="3572" actId="20577"/>
          <ac:spMkLst>
            <pc:docMk/>
            <pc:sldMk cId="2976229801" sldId="300"/>
            <ac:spMk id="3" creationId="{212081E4-07F6-C689-2ACC-B6CADD634983}"/>
          </ac:spMkLst>
        </pc:spChg>
      </pc:sldChg>
      <pc:sldChg chg="modSp add mod">
        <pc:chgData name="Jefferson Passerini" userId="ec684a97d9b6a829" providerId="LiveId" clId="{DA8C7B24-D34C-45F8-A7E3-D30DEA821D29}" dt="2024-04-18T15:12:02.006" v="3589" actId="20577"/>
        <pc:sldMkLst>
          <pc:docMk/>
          <pc:sldMk cId="3798408245" sldId="301"/>
        </pc:sldMkLst>
        <pc:spChg chg="mod">
          <ac:chgData name="Jefferson Passerini" userId="ec684a97d9b6a829" providerId="LiveId" clId="{DA8C7B24-D34C-45F8-A7E3-D30DEA821D29}" dt="2024-04-18T15:12:02.006" v="3589" actId="20577"/>
          <ac:spMkLst>
            <pc:docMk/>
            <pc:sldMk cId="3798408245" sldId="301"/>
            <ac:spMk id="3" creationId="{212081E4-07F6-C689-2ACC-B6CADD634983}"/>
          </ac:spMkLst>
        </pc:spChg>
      </pc:sldChg>
      <pc:sldChg chg="addSp delSp modSp add mod">
        <pc:chgData name="Jefferson Passerini" userId="ec684a97d9b6a829" providerId="LiveId" clId="{DA8C7B24-D34C-45F8-A7E3-D30DEA821D29}" dt="2024-04-18T15:16:00.919" v="3887" actId="14100"/>
        <pc:sldMkLst>
          <pc:docMk/>
          <pc:sldMk cId="387464473" sldId="302"/>
        </pc:sldMkLst>
        <pc:spChg chg="add mod">
          <ac:chgData name="Jefferson Passerini" userId="ec684a97d9b6a829" providerId="LiveId" clId="{DA8C7B24-D34C-45F8-A7E3-D30DEA821D29}" dt="2024-04-18T15:16:00.919" v="3887" actId="14100"/>
          <ac:spMkLst>
            <pc:docMk/>
            <pc:sldMk cId="387464473" sldId="302"/>
            <ac:spMk id="2" creationId="{0D533B15-C5E1-B644-0939-81B376C7E634}"/>
          </ac:spMkLst>
        </pc:spChg>
        <pc:spChg chg="mod ord">
          <ac:chgData name="Jefferson Passerini" userId="ec684a97d9b6a829" providerId="LiveId" clId="{DA8C7B24-D34C-45F8-A7E3-D30DEA821D29}" dt="2024-04-18T15:13:28.010" v="3669" actId="1036"/>
          <ac:spMkLst>
            <pc:docMk/>
            <pc:sldMk cId="387464473" sldId="302"/>
            <ac:spMk id="3" creationId="{212081E4-07F6-C689-2ACC-B6CADD634983}"/>
          </ac:spMkLst>
        </pc:spChg>
        <pc:picChg chg="add del mod">
          <ac:chgData name="Jefferson Passerini" userId="ec684a97d9b6a829" providerId="LiveId" clId="{DA8C7B24-D34C-45F8-A7E3-D30DEA821D29}" dt="2024-04-18T15:15:51.683" v="3883" actId="478"/>
          <ac:picMkLst>
            <pc:docMk/>
            <pc:sldMk cId="387464473" sldId="302"/>
            <ac:picMk id="6" creationId="{05735F90-AA57-79E5-6731-D95165D1CFBB}"/>
          </ac:picMkLst>
        </pc:picChg>
        <pc:picChg chg="add mod">
          <ac:chgData name="Jefferson Passerini" userId="ec684a97d9b6a829" providerId="LiveId" clId="{DA8C7B24-D34C-45F8-A7E3-D30DEA821D29}" dt="2024-04-18T15:15:58.230" v="3886" actId="14100"/>
          <ac:picMkLst>
            <pc:docMk/>
            <pc:sldMk cId="387464473" sldId="302"/>
            <ac:picMk id="8" creationId="{87D3195E-E9BC-BF68-B210-B2917231A780}"/>
          </ac:picMkLst>
        </pc:picChg>
      </pc:sldChg>
      <pc:sldChg chg="addSp modSp add mod">
        <pc:chgData name="Jefferson Passerini" userId="ec684a97d9b6a829" providerId="LiveId" clId="{DA8C7B24-D34C-45F8-A7E3-D30DEA821D29}" dt="2024-04-18T16:19:11.058" v="4571" actId="1076"/>
        <pc:sldMkLst>
          <pc:docMk/>
          <pc:sldMk cId="2578431196" sldId="303"/>
        </pc:sldMkLst>
        <pc:spChg chg="mod">
          <ac:chgData name="Jefferson Passerini" userId="ec684a97d9b6a829" providerId="LiveId" clId="{DA8C7B24-D34C-45F8-A7E3-D30DEA821D29}" dt="2024-04-18T15:13:43.237" v="3696" actId="20577"/>
          <ac:spMkLst>
            <pc:docMk/>
            <pc:sldMk cId="2578431196" sldId="303"/>
            <ac:spMk id="3" creationId="{212081E4-07F6-C689-2ACC-B6CADD634983}"/>
          </ac:spMkLst>
        </pc:spChg>
        <pc:spChg chg="add mod">
          <ac:chgData name="Jefferson Passerini" userId="ec684a97d9b6a829" providerId="LiveId" clId="{DA8C7B24-D34C-45F8-A7E3-D30DEA821D29}" dt="2024-04-18T16:19:02.133" v="4569" actId="113"/>
          <ac:spMkLst>
            <pc:docMk/>
            <pc:sldMk cId="2578431196" sldId="303"/>
            <ac:spMk id="6" creationId="{1BF2CCAB-7606-1117-58CD-61645FF914B1}"/>
          </ac:spMkLst>
        </pc:spChg>
        <pc:spChg chg="add mod">
          <ac:chgData name="Jefferson Passerini" userId="ec684a97d9b6a829" providerId="LiveId" clId="{DA8C7B24-D34C-45F8-A7E3-D30DEA821D29}" dt="2024-04-18T16:19:11.058" v="4571" actId="1076"/>
          <ac:spMkLst>
            <pc:docMk/>
            <pc:sldMk cId="2578431196" sldId="303"/>
            <ac:spMk id="9" creationId="{9BD22AD3-394C-802E-3AB0-785C6E45D314}"/>
          </ac:spMkLst>
        </pc:spChg>
        <pc:picChg chg="add mod">
          <ac:chgData name="Jefferson Passerini" userId="ec684a97d9b6a829" providerId="LiveId" clId="{DA8C7B24-D34C-45F8-A7E3-D30DEA821D29}" dt="2024-04-18T16:14:41.840" v="4268" actId="1076"/>
          <ac:picMkLst>
            <pc:docMk/>
            <pc:sldMk cId="2578431196" sldId="303"/>
            <ac:picMk id="5" creationId="{78DC8BAA-2281-76A2-E368-39F5E984AD2D}"/>
          </ac:picMkLst>
        </pc:picChg>
        <pc:picChg chg="add mod">
          <ac:chgData name="Jefferson Passerini" userId="ec684a97d9b6a829" providerId="LiveId" clId="{DA8C7B24-D34C-45F8-A7E3-D30DEA821D29}" dt="2024-04-18T16:16:17.892" v="4471" actId="1076"/>
          <ac:picMkLst>
            <pc:docMk/>
            <pc:sldMk cId="2578431196" sldId="303"/>
            <ac:picMk id="8" creationId="{8EFF415D-6A3B-B51C-7705-BE2D31AE2E49}"/>
          </ac:picMkLst>
        </pc:picChg>
      </pc:sldChg>
      <pc:sldChg chg="addSp delSp modSp add mod">
        <pc:chgData name="Jefferson Passerini" userId="ec684a97d9b6a829" providerId="LiveId" clId="{DA8C7B24-D34C-45F8-A7E3-D30DEA821D29}" dt="2024-04-18T15:20:02.073" v="4263" actId="1076"/>
        <pc:sldMkLst>
          <pc:docMk/>
          <pc:sldMk cId="3348194972" sldId="304"/>
        </pc:sldMkLst>
        <pc:spChg chg="mod">
          <ac:chgData name="Jefferson Passerini" userId="ec684a97d9b6a829" providerId="LiveId" clId="{DA8C7B24-D34C-45F8-A7E3-D30DEA821D29}" dt="2024-04-18T15:17:57.199" v="4031" actId="14100"/>
          <ac:spMkLst>
            <pc:docMk/>
            <pc:sldMk cId="3348194972" sldId="304"/>
            <ac:spMk id="2" creationId="{0D533B15-C5E1-B644-0939-81B376C7E634}"/>
          </ac:spMkLst>
        </pc:spChg>
        <pc:spChg chg="add mod">
          <ac:chgData name="Jefferson Passerini" userId="ec684a97d9b6a829" providerId="LiveId" clId="{DA8C7B24-D34C-45F8-A7E3-D30DEA821D29}" dt="2024-04-18T15:19:57.609" v="4261" actId="1076"/>
          <ac:spMkLst>
            <pc:docMk/>
            <pc:sldMk cId="3348194972" sldId="304"/>
            <ac:spMk id="10" creationId="{E1D98700-4538-5D1B-2CCE-8C8CBBC41357}"/>
          </ac:spMkLst>
        </pc:spChg>
        <pc:picChg chg="add mod">
          <ac:chgData name="Jefferson Passerini" userId="ec684a97d9b6a829" providerId="LiveId" clId="{DA8C7B24-D34C-45F8-A7E3-D30DEA821D29}" dt="2024-04-18T15:20:00.499" v="4262" actId="1076"/>
          <ac:picMkLst>
            <pc:docMk/>
            <pc:sldMk cId="3348194972" sldId="304"/>
            <ac:picMk id="6" creationId="{8C869062-9117-1257-E879-B1CE676AEA2E}"/>
          </ac:picMkLst>
        </pc:picChg>
        <pc:picChg chg="del">
          <ac:chgData name="Jefferson Passerini" userId="ec684a97d9b6a829" providerId="LiveId" clId="{DA8C7B24-D34C-45F8-A7E3-D30DEA821D29}" dt="2024-04-18T15:16:52.559" v="4019" actId="478"/>
          <ac:picMkLst>
            <pc:docMk/>
            <pc:sldMk cId="3348194972" sldId="304"/>
            <ac:picMk id="8" creationId="{87D3195E-E9BC-BF68-B210-B2917231A780}"/>
          </ac:picMkLst>
        </pc:picChg>
        <pc:picChg chg="add mod">
          <ac:chgData name="Jefferson Passerini" userId="ec684a97d9b6a829" providerId="LiveId" clId="{DA8C7B24-D34C-45F8-A7E3-D30DEA821D29}" dt="2024-04-18T15:20:02.073" v="4263" actId="1076"/>
          <ac:picMkLst>
            <pc:docMk/>
            <pc:sldMk cId="3348194972" sldId="304"/>
            <ac:picMk id="9" creationId="{7F12723E-A6A0-BF46-A7D3-FABEAB00FB9F}"/>
          </ac:picMkLst>
        </pc:picChg>
      </pc:sldChg>
      <pc:sldChg chg="modSp add ord">
        <pc:chgData name="Jefferson Passerini" userId="ec684a97d9b6a829" providerId="LiveId" clId="{DA8C7B24-D34C-45F8-A7E3-D30DEA821D29}" dt="2024-04-18T16:16:41.106" v="4493" actId="20577"/>
        <pc:sldMkLst>
          <pc:docMk/>
          <pc:sldMk cId="3215831553" sldId="305"/>
        </pc:sldMkLst>
        <pc:spChg chg="mod">
          <ac:chgData name="Jefferson Passerini" userId="ec684a97d9b6a829" providerId="LiveId" clId="{DA8C7B24-D34C-45F8-A7E3-D30DEA821D29}" dt="2024-04-18T16:16:41.106" v="4493" actId="20577"/>
          <ac:spMkLst>
            <pc:docMk/>
            <pc:sldMk cId="3215831553" sldId="305"/>
            <ac:spMk id="2" creationId="{2E243026-E16F-9CDD-AE56-CF691B008A41}"/>
          </ac:spMkLst>
        </pc:spChg>
      </pc:sldChg>
      <pc:sldChg chg="modSp add ord">
        <pc:chgData name="Jefferson Passerini" userId="ec684a97d9b6a829" providerId="LiveId" clId="{DA8C7B24-D34C-45F8-A7E3-D30DEA821D29}" dt="2024-04-18T16:16:51.026" v="4502" actId="20577"/>
        <pc:sldMkLst>
          <pc:docMk/>
          <pc:sldMk cId="622242583" sldId="306"/>
        </pc:sldMkLst>
        <pc:spChg chg="mod">
          <ac:chgData name="Jefferson Passerini" userId="ec684a97d9b6a829" providerId="LiveId" clId="{DA8C7B24-D34C-45F8-A7E3-D30DEA821D29}" dt="2024-04-18T16:16:51.026" v="4502" actId="20577"/>
          <ac:spMkLst>
            <pc:docMk/>
            <pc:sldMk cId="622242583" sldId="306"/>
            <ac:spMk id="2" creationId="{2E243026-E16F-9CDD-AE56-CF691B008A41}"/>
          </ac:spMkLst>
        </pc:spChg>
      </pc:sldChg>
      <pc:sldChg chg="addSp modSp add mod">
        <pc:chgData name="Jefferson Passerini" userId="ec684a97d9b6a829" providerId="LiveId" clId="{DA8C7B24-D34C-45F8-A7E3-D30DEA821D29}" dt="2024-04-18T16:24:24.649" v="4871" actId="14100"/>
        <pc:sldMkLst>
          <pc:docMk/>
          <pc:sldMk cId="3771002676" sldId="307"/>
        </pc:sldMkLst>
        <pc:spChg chg="add mod">
          <ac:chgData name="Jefferson Passerini" userId="ec684a97d9b6a829" providerId="LiveId" clId="{DA8C7B24-D34C-45F8-A7E3-D30DEA821D29}" dt="2024-04-18T16:18:07.306" v="4564" actId="207"/>
          <ac:spMkLst>
            <pc:docMk/>
            <pc:sldMk cId="3771002676" sldId="307"/>
            <ac:spMk id="2" creationId="{43D50298-122A-B2CE-0F1F-EA8C66BD9C4B}"/>
          </ac:spMkLst>
        </pc:spChg>
        <pc:spChg chg="mod">
          <ac:chgData name="Jefferson Passerini" userId="ec684a97d9b6a829" providerId="LiveId" clId="{DA8C7B24-D34C-45F8-A7E3-D30DEA821D29}" dt="2024-04-18T16:17:45.847" v="4560" actId="1076"/>
          <ac:spMkLst>
            <pc:docMk/>
            <pc:sldMk cId="3771002676" sldId="307"/>
            <ac:spMk id="6" creationId="{1BF2CCAB-7606-1117-58CD-61645FF914B1}"/>
          </ac:spMkLst>
        </pc:spChg>
        <pc:spChg chg="add mod">
          <ac:chgData name="Jefferson Passerini" userId="ec684a97d9b6a829" providerId="LiveId" clId="{DA8C7B24-D34C-45F8-A7E3-D30DEA821D29}" dt="2024-04-18T16:24:24.649" v="4871" actId="14100"/>
          <ac:spMkLst>
            <pc:docMk/>
            <pc:sldMk cId="3771002676" sldId="307"/>
            <ac:spMk id="10" creationId="{16182083-9753-ECA4-E7F2-031468497E66}"/>
          </ac:spMkLst>
        </pc:spChg>
        <pc:picChg chg="mod">
          <ac:chgData name="Jefferson Passerini" userId="ec684a97d9b6a829" providerId="LiveId" clId="{DA8C7B24-D34C-45F8-A7E3-D30DEA821D29}" dt="2024-04-18T16:17:36.623" v="4557" actId="1076"/>
          <ac:picMkLst>
            <pc:docMk/>
            <pc:sldMk cId="3771002676" sldId="307"/>
            <ac:picMk id="5" creationId="{78DC8BAA-2281-76A2-E368-39F5E984AD2D}"/>
          </ac:picMkLst>
        </pc:picChg>
        <pc:picChg chg="mod">
          <ac:chgData name="Jefferson Passerini" userId="ec684a97d9b6a829" providerId="LiveId" clId="{DA8C7B24-D34C-45F8-A7E3-D30DEA821D29}" dt="2024-04-18T16:17:41.223" v="4559" actId="1076"/>
          <ac:picMkLst>
            <pc:docMk/>
            <pc:sldMk cId="3771002676" sldId="307"/>
            <ac:picMk id="8" creationId="{8EFF415D-6A3B-B51C-7705-BE2D31AE2E49}"/>
          </ac:picMkLst>
        </pc:picChg>
        <pc:picChg chg="add mod">
          <ac:chgData name="Jefferson Passerini" userId="ec684a97d9b6a829" providerId="LiveId" clId="{DA8C7B24-D34C-45F8-A7E3-D30DEA821D29}" dt="2024-04-18T16:18:42.540" v="4568" actId="1076"/>
          <ac:picMkLst>
            <pc:docMk/>
            <pc:sldMk cId="3771002676" sldId="307"/>
            <ac:picMk id="9" creationId="{C81F2640-C2F2-7CBF-EBB1-3871E29BC0FB}"/>
          </ac:picMkLst>
        </pc:picChg>
      </pc:sldChg>
      <pc:sldChg chg="addSp delSp modSp add mod">
        <pc:chgData name="Jefferson Passerini" userId="ec684a97d9b6a829" providerId="LiveId" clId="{DA8C7B24-D34C-45F8-A7E3-D30DEA821D29}" dt="2024-04-18T16:24:11.030" v="4866"/>
        <pc:sldMkLst>
          <pc:docMk/>
          <pc:sldMk cId="2124014285" sldId="308"/>
        </pc:sldMkLst>
        <pc:spChg chg="mod">
          <ac:chgData name="Jefferson Passerini" userId="ec684a97d9b6a829" providerId="LiveId" clId="{DA8C7B24-D34C-45F8-A7E3-D30DEA821D29}" dt="2024-04-18T16:20:01.088" v="4661" actId="14100"/>
          <ac:spMkLst>
            <pc:docMk/>
            <pc:sldMk cId="2124014285" sldId="308"/>
            <ac:spMk id="2" creationId="{43D50298-122A-B2CE-0F1F-EA8C66BD9C4B}"/>
          </ac:spMkLst>
        </pc:spChg>
        <pc:spChg chg="mod">
          <ac:chgData name="Jefferson Passerini" userId="ec684a97d9b6a829" providerId="LiveId" clId="{DA8C7B24-D34C-45F8-A7E3-D30DEA821D29}" dt="2024-04-18T16:19:52.072" v="4657" actId="20577"/>
          <ac:spMkLst>
            <pc:docMk/>
            <pc:sldMk cId="2124014285" sldId="308"/>
            <ac:spMk id="6" creationId="{1BF2CCAB-7606-1117-58CD-61645FF914B1}"/>
          </ac:spMkLst>
        </pc:spChg>
        <pc:spChg chg="add mod">
          <ac:chgData name="Jefferson Passerini" userId="ec684a97d9b6a829" providerId="LiveId" clId="{DA8C7B24-D34C-45F8-A7E3-D30DEA821D29}" dt="2024-04-18T16:24:11.030" v="4866"/>
          <ac:spMkLst>
            <pc:docMk/>
            <pc:sldMk cId="2124014285" sldId="308"/>
            <ac:spMk id="11" creationId="{CE2D24D1-5E99-580E-990F-082996832161}"/>
          </ac:spMkLst>
        </pc:spChg>
        <pc:picChg chg="del mod">
          <ac:chgData name="Jefferson Passerini" userId="ec684a97d9b6a829" providerId="LiveId" clId="{DA8C7B24-D34C-45F8-A7E3-D30DEA821D29}" dt="2024-04-18T16:19:55.816" v="4659" actId="478"/>
          <ac:picMkLst>
            <pc:docMk/>
            <pc:sldMk cId="2124014285" sldId="308"/>
            <ac:picMk id="9" creationId="{C81F2640-C2F2-7CBF-EBB1-3871E29BC0FB}"/>
          </ac:picMkLst>
        </pc:picChg>
        <pc:picChg chg="add mod">
          <ac:chgData name="Jefferson Passerini" userId="ec684a97d9b6a829" providerId="LiveId" clId="{DA8C7B24-D34C-45F8-A7E3-D30DEA821D29}" dt="2024-04-18T16:20:24.726" v="4664" actId="14100"/>
          <ac:picMkLst>
            <pc:docMk/>
            <pc:sldMk cId="2124014285" sldId="308"/>
            <ac:picMk id="10" creationId="{38125096-16EC-85B1-1807-3DF93CD92026}"/>
          </ac:picMkLst>
        </pc:picChg>
      </pc:sldChg>
      <pc:sldChg chg="addSp delSp modSp add mod">
        <pc:chgData name="Jefferson Passerini" userId="ec684a97d9b6a829" providerId="LiveId" clId="{DA8C7B24-D34C-45F8-A7E3-D30DEA821D29}" dt="2024-04-18T16:24:08.630" v="4865"/>
        <pc:sldMkLst>
          <pc:docMk/>
          <pc:sldMk cId="2384361358" sldId="309"/>
        </pc:sldMkLst>
        <pc:spChg chg="add mod">
          <ac:chgData name="Jefferson Passerini" userId="ec684a97d9b6a829" providerId="LiveId" clId="{DA8C7B24-D34C-45F8-A7E3-D30DEA821D29}" dt="2024-04-18T16:24:08.630" v="4865"/>
          <ac:spMkLst>
            <pc:docMk/>
            <pc:sldMk cId="2384361358" sldId="309"/>
            <ac:spMk id="11" creationId="{FB516226-1C5D-BF05-6701-075290A6C05A}"/>
          </ac:spMkLst>
        </pc:spChg>
        <pc:picChg chg="add mod">
          <ac:chgData name="Jefferson Passerini" userId="ec684a97d9b6a829" providerId="LiveId" clId="{DA8C7B24-D34C-45F8-A7E3-D30DEA821D29}" dt="2024-04-18T16:20:52.308" v="4669" actId="14100"/>
          <ac:picMkLst>
            <pc:docMk/>
            <pc:sldMk cId="2384361358" sldId="309"/>
            <ac:picMk id="9" creationId="{2BB94AF6-BA7A-DB07-A3BD-E0AEF5E49F4D}"/>
          </ac:picMkLst>
        </pc:picChg>
        <pc:picChg chg="del">
          <ac:chgData name="Jefferson Passerini" userId="ec684a97d9b6a829" providerId="LiveId" clId="{DA8C7B24-D34C-45F8-A7E3-D30DEA821D29}" dt="2024-04-18T16:20:31.390" v="4666" actId="478"/>
          <ac:picMkLst>
            <pc:docMk/>
            <pc:sldMk cId="2384361358" sldId="309"/>
            <ac:picMk id="10" creationId="{38125096-16EC-85B1-1807-3DF93CD92026}"/>
          </ac:picMkLst>
        </pc:picChg>
      </pc:sldChg>
      <pc:sldChg chg="addSp delSp modSp add mod">
        <pc:chgData name="Jefferson Passerini" userId="ec684a97d9b6a829" providerId="LiveId" clId="{DA8C7B24-D34C-45F8-A7E3-D30DEA821D29}" dt="2024-04-18T16:24:06.026" v="4864" actId="14100"/>
        <pc:sldMkLst>
          <pc:docMk/>
          <pc:sldMk cId="697114383" sldId="310"/>
        </pc:sldMkLst>
        <pc:spChg chg="add mod">
          <ac:chgData name="Jefferson Passerini" userId="ec684a97d9b6a829" providerId="LiveId" clId="{DA8C7B24-D34C-45F8-A7E3-D30DEA821D29}" dt="2024-04-18T16:24:06.026" v="4864" actId="14100"/>
          <ac:spMkLst>
            <pc:docMk/>
            <pc:sldMk cId="697114383" sldId="310"/>
            <ac:spMk id="11" creationId="{F83DC28C-7F10-9959-6E72-B02280E6CB5C}"/>
          </ac:spMkLst>
        </pc:spChg>
        <pc:picChg chg="del">
          <ac:chgData name="Jefferson Passerini" userId="ec684a97d9b6a829" providerId="LiveId" clId="{DA8C7B24-D34C-45F8-A7E3-D30DEA821D29}" dt="2024-04-18T16:21:04.788" v="4671" actId="478"/>
          <ac:picMkLst>
            <pc:docMk/>
            <pc:sldMk cId="697114383" sldId="310"/>
            <ac:picMk id="9" creationId="{2BB94AF6-BA7A-DB07-A3BD-E0AEF5E49F4D}"/>
          </ac:picMkLst>
        </pc:picChg>
        <pc:picChg chg="add mod">
          <ac:chgData name="Jefferson Passerini" userId="ec684a97d9b6a829" providerId="LiveId" clId="{DA8C7B24-D34C-45F8-A7E3-D30DEA821D29}" dt="2024-04-18T16:21:32.562" v="4674" actId="14100"/>
          <ac:picMkLst>
            <pc:docMk/>
            <pc:sldMk cId="697114383" sldId="310"/>
            <ac:picMk id="10" creationId="{8FBA6E31-EC46-5067-75A4-9364DDAA81F5}"/>
          </ac:picMkLst>
        </pc:picChg>
      </pc:sldChg>
      <pc:sldChg chg="addSp delSp modSp add mod">
        <pc:chgData name="Jefferson Passerini" userId="ec684a97d9b6a829" providerId="LiveId" clId="{DA8C7B24-D34C-45F8-A7E3-D30DEA821D29}" dt="2024-04-18T16:25:44.077" v="4889" actId="14100"/>
        <pc:sldMkLst>
          <pc:docMk/>
          <pc:sldMk cId="2877719028" sldId="311"/>
        </pc:sldMkLst>
        <pc:spChg chg="mod">
          <ac:chgData name="Jefferson Passerini" userId="ec684a97d9b6a829" providerId="LiveId" clId="{DA8C7B24-D34C-45F8-A7E3-D30DEA821D29}" dt="2024-04-18T16:25:44.077" v="4889" actId="14100"/>
          <ac:spMkLst>
            <pc:docMk/>
            <pc:sldMk cId="2877719028" sldId="311"/>
            <ac:spMk id="2" creationId="{43D50298-122A-B2CE-0F1F-EA8C66BD9C4B}"/>
          </ac:spMkLst>
        </pc:spChg>
        <pc:spChg chg="mod">
          <ac:chgData name="Jefferson Passerini" userId="ec684a97d9b6a829" providerId="LiveId" clId="{DA8C7B24-D34C-45F8-A7E3-D30DEA821D29}" dt="2024-04-18T16:24:54.091" v="4877" actId="27636"/>
          <ac:spMkLst>
            <pc:docMk/>
            <pc:sldMk cId="2877719028" sldId="311"/>
            <ac:spMk id="6" creationId="{1BF2CCAB-7606-1117-58CD-61645FF914B1}"/>
          </ac:spMkLst>
        </pc:spChg>
        <pc:spChg chg="add mod">
          <ac:chgData name="Jefferson Passerini" userId="ec684a97d9b6a829" providerId="LiveId" clId="{DA8C7B24-D34C-45F8-A7E3-D30DEA821D29}" dt="2024-04-18T16:23:52.011" v="4860" actId="14100"/>
          <ac:spMkLst>
            <pc:docMk/>
            <pc:sldMk cId="2877719028" sldId="311"/>
            <ac:spMk id="7" creationId="{C2D0CAF2-3305-B6AC-0282-924353E200DE}"/>
          </ac:spMkLst>
        </pc:spChg>
        <pc:picChg chg="mod">
          <ac:chgData name="Jefferson Passerini" userId="ec684a97d9b6a829" providerId="LiveId" clId="{DA8C7B24-D34C-45F8-A7E3-D30DEA821D29}" dt="2024-04-18T16:23:27.957" v="4855" actId="1076"/>
          <ac:picMkLst>
            <pc:docMk/>
            <pc:sldMk cId="2877719028" sldId="311"/>
            <ac:picMk id="5" creationId="{78DC8BAA-2281-76A2-E368-39F5E984AD2D}"/>
          </ac:picMkLst>
        </pc:picChg>
        <pc:picChg chg="del">
          <ac:chgData name="Jefferson Passerini" userId="ec684a97d9b6a829" providerId="LiveId" clId="{DA8C7B24-D34C-45F8-A7E3-D30DEA821D29}" dt="2024-04-18T16:23:12.301" v="4822" actId="478"/>
          <ac:picMkLst>
            <pc:docMk/>
            <pc:sldMk cId="2877719028" sldId="311"/>
            <ac:picMk id="10" creationId="{8FBA6E31-EC46-5067-75A4-9364DDAA81F5}"/>
          </ac:picMkLst>
        </pc:picChg>
        <pc:picChg chg="add mod">
          <ac:chgData name="Jefferson Passerini" userId="ec684a97d9b6a829" providerId="LiveId" clId="{DA8C7B24-D34C-45F8-A7E3-D30DEA821D29}" dt="2024-04-18T16:24:56.167" v="4878" actId="1076"/>
          <ac:picMkLst>
            <pc:docMk/>
            <pc:sldMk cId="2877719028" sldId="311"/>
            <ac:picMk id="11" creationId="{87AF4C53-FCAE-5EF0-8797-F29E50B15FA3}"/>
          </ac:picMkLst>
        </pc:picChg>
      </pc:sldChg>
      <pc:sldChg chg="addSp delSp modSp add mod">
        <pc:chgData name="Jefferson Passerini" userId="ec684a97d9b6a829" providerId="LiveId" clId="{DA8C7B24-D34C-45F8-A7E3-D30DEA821D29}" dt="2024-04-18T16:26:48.354" v="4940" actId="1076"/>
        <pc:sldMkLst>
          <pc:docMk/>
          <pc:sldMk cId="3559713515" sldId="312"/>
        </pc:sldMkLst>
        <pc:spChg chg="mod">
          <ac:chgData name="Jefferson Passerini" userId="ec684a97d9b6a829" providerId="LiveId" clId="{DA8C7B24-D34C-45F8-A7E3-D30DEA821D29}" dt="2024-04-18T16:25:33.374" v="4887" actId="14100"/>
          <ac:spMkLst>
            <pc:docMk/>
            <pc:sldMk cId="3559713515" sldId="312"/>
            <ac:spMk id="2" creationId="{43D50298-122A-B2CE-0F1F-EA8C66BD9C4B}"/>
          </ac:spMkLst>
        </pc:spChg>
        <pc:spChg chg="mod">
          <ac:chgData name="Jefferson Passerini" userId="ec684a97d9b6a829" providerId="LiveId" clId="{DA8C7B24-D34C-45F8-A7E3-D30DEA821D29}" dt="2024-04-18T16:26:23.867" v="4937" actId="20577"/>
          <ac:spMkLst>
            <pc:docMk/>
            <pc:sldMk cId="3559713515" sldId="312"/>
            <ac:spMk id="6" creationId="{1BF2CCAB-7606-1117-58CD-61645FF914B1}"/>
          </ac:spMkLst>
        </pc:spChg>
        <pc:spChg chg="mod">
          <ac:chgData name="Jefferson Passerini" userId="ec684a97d9b6a829" providerId="LiveId" clId="{DA8C7B24-D34C-45F8-A7E3-D30DEA821D29}" dt="2024-04-18T16:25:26.518" v="4885" actId="1038"/>
          <ac:spMkLst>
            <pc:docMk/>
            <pc:sldMk cId="3559713515" sldId="312"/>
            <ac:spMk id="7" creationId="{C2D0CAF2-3305-B6AC-0282-924353E200DE}"/>
          </ac:spMkLst>
        </pc:spChg>
        <pc:picChg chg="add mod">
          <ac:chgData name="Jefferson Passerini" userId="ec684a97d9b6a829" providerId="LiveId" clId="{DA8C7B24-D34C-45F8-A7E3-D30DEA821D29}" dt="2024-04-18T16:26:48.354" v="4940" actId="1076"/>
          <ac:picMkLst>
            <pc:docMk/>
            <pc:sldMk cId="3559713515" sldId="312"/>
            <ac:picMk id="10" creationId="{71DCFD56-1C65-3AAE-581F-DA2CA62F826C}"/>
          </ac:picMkLst>
        </pc:picChg>
        <pc:picChg chg="del">
          <ac:chgData name="Jefferson Passerini" userId="ec684a97d9b6a829" providerId="LiveId" clId="{DA8C7B24-D34C-45F8-A7E3-D30DEA821D29}" dt="2024-04-18T16:26:27.611" v="4938" actId="478"/>
          <ac:picMkLst>
            <pc:docMk/>
            <pc:sldMk cId="3559713515" sldId="312"/>
            <ac:picMk id="11" creationId="{87AF4C53-FCAE-5EF0-8797-F29E50B15FA3}"/>
          </ac:picMkLst>
        </pc:picChg>
      </pc:sldChg>
      <pc:sldChg chg="addSp delSp modSp add mod">
        <pc:chgData name="Jefferson Passerini" userId="ec684a97d9b6a829" providerId="LiveId" clId="{DA8C7B24-D34C-45F8-A7E3-D30DEA821D29}" dt="2024-04-18T16:27:09.305" v="4944" actId="1076"/>
        <pc:sldMkLst>
          <pc:docMk/>
          <pc:sldMk cId="3335204688" sldId="313"/>
        </pc:sldMkLst>
        <pc:picChg chg="del">
          <ac:chgData name="Jefferson Passerini" userId="ec684a97d9b6a829" providerId="LiveId" clId="{DA8C7B24-D34C-45F8-A7E3-D30DEA821D29}" dt="2024-04-18T16:26:53.225" v="4942" actId="478"/>
          <ac:picMkLst>
            <pc:docMk/>
            <pc:sldMk cId="3335204688" sldId="313"/>
            <ac:picMk id="10" creationId="{71DCFD56-1C65-3AAE-581F-DA2CA62F826C}"/>
          </ac:picMkLst>
        </pc:picChg>
        <pc:picChg chg="add mod">
          <ac:chgData name="Jefferson Passerini" userId="ec684a97d9b6a829" providerId="LiveId" clId="{DA8C7B24-D34C-45F8-A7E3-D30DEA821D29}" dt="2024-04-18T16:27:09.305" v="4944" actId="1076"/>
          <ac:picMkLst>
            <pc:docMk/>
            <pc:sldMk cId="3335204688" sldId="313"/>
            <ac:picMk id="11" creationId="{062E3DE9-987F-1E0A-2B02-8ADCF9333326}"/>
          </ac:picMkLst>
        </pc:picChg>
      </pc:sldChg>
      <pc:sldChg chg="addSp delSp modSp add mod">
        <pc:chgData name="Jefferson Passerini" userId="ec684a97d9b6a829" providerId="LiveId" clId="{DA8C7B24-D34C-45F8-A7E3-D30DEA821D29}" dt="2024-04-18T16:29:17.506" v="5007" actId="1076"/>
        <pc:sldMkLst>
          <pc:docMk/>
          <pc:sldMk cId="1122787613" sldId="314"/>
        </pc:sldMkLst>
        <pc:spChg chg="mod">
          <ac:chgData name="Jefferson Passerini" userId="ec684a97d9b6a829" providerId="LiveId" clId="{DA8C7B24-D34C-45F8-A7E3-D30DEA821D29}" dt="2024-04-18T16:27:19.288" v="4950" actId="1036"/>
          <ac:spMkLst>
            <pc:docMk/>
            <pc:sldMk cId="1122787613" sldId="314"/>
            <ac:spMk id="2" creationId="{43D50298-122A-B2CE-0F1F-EA8C66BD9C4B}"/>
          </ac:spMkLst>
        </pc:spChg>
        <pc:spChg chg="mod">
          <ac:chgData name="Jefferson Passerini" userId="ec684a97d9b6a829" providerId="LiveId" clId="{DA8C7B24-D34C-45F8-A7E3-D30DEA821D29}" dt="2024-04-18T16:27:27.736" v="4972" actId="20577"/>
          <ac:spMkLst>
            <pc:docMk/>
            <pc:sldMk cId="1122787613" sldId="314"/>
            <ac:spMk id="6" creationId="{1BF2CCAB-7606-1117-58CD-61645FF914B1}"/>
          </ac:spMkLst>
        </pc:spChg>
        <pc:spChg chg="del">
          <ac:chgData name="Jefferson Passerini" userId="ec684a97d9b6a829" providerId="LiveId" clId="{DA8C7B24-D34C-45F8-A7E3-D30DEA821D29}" dt="2024-04-18T16:27:22.192" v="4951" actId="478"/>
          <ac:spMkLst>
            <pc:docMk/>
            <pc:sldMk cId="1122787613" sldId="314"/>
            <ac:spMk id="7" creationId="{C2D0CAF2-3305-B6AC-0282-924353E200DE}"/>
          </ac:spMkLst>
        </pc:spChg>
        <pc:picChg chg="mod">
          <ac:chgData name="Jefferson Passerini" userId="ec684a97d9b6a829" providerId="LiveId" clId="{DA8C7B24-D34C-45F8-A7E3-D30DEA821D29}" dt="2024-04-18T16:29:17.506" v="5007" actId="1076"/>
          <ac:picMkLst>
            <pc:docMk/>
            <pc:sldMk cId="1122787613" sldId="314"/>
            <ac:picMk id="5" creationId="{78DC8BAA-2281-76A2-E368-39F5E984AD2D}"/>
          </ac:picMkLst>
        </pc:picChg>
        <pc:picChg chg="add mod">
          <ac:chgData name="Jefferson Passerini" userId="ec684a97d9b6a829" providerId="LiveId" clId="{DA8C7B24-D34C-45F8-A7E3-D30DEA821D29}" dt="2024-04-18T16:29:14.737" v="5006" actId="1076"/>
          <ac:picMkLst>
            <pc:docMk/>
            <pc:sldMk cId="1122787613" sldId="314"/>
            <ac:picMk id="10" creationId="{EA406F97-1ECE-D3F0-0ED9-9FFD355EA679}"/>
          </ac:picMkLst>
        </pc:picChg>
        <pc:picChg chg="del">
          <ac:chgData name="Jefferson Passerini" userId="ec684a97d9b6a829" providerId="LiveId" clId="{DA8C7B24-D34C-45F8-A7E3-D30DEA821D29}" dt="2024-04-18T16:27:29.871" v="4973" actId="478"/>
          <ac:picMkLst>
            <pc:docMk/>
            <pc:sldMk cId="1122787613" sldId="314"/>
            <ac:picMk id="11" creationId="{062E3DE9-987F-1E0A-2B02-8ADCF9333326}"/>
          </ac:picMkLst>
        </pc:picChg>
      </pc:sldChg>
      <pc:sldChg chg="addSp delSp modSp add mod">
        <pc:chgData name="Jefferson Passerini" userId="ec684a97d9b6a829" providerId="LiveId" clId="{DA8C7B24-D34C-45F8-A7E3-D30DEA821D29}" dt="2024-04-18T16:30:04.207" v="5019" actId="1076"/>
        <pc:sldMkLst>
          <pc:docMk/>
          <pc:sldMk cId="3785920978" sldId="315"/>
        </pc:sldMkLst>
        <pc:spChg chg="del">
          <ac:chgData name="Jefferson Passerini" userId="ec684a97d9b6a829" providerId="LiveId" clId="{DA8C7B24-D34C-45F8-A7E3-D30DEA821D29}" dt="2024-04-18T16:29:48.112" v="5010" actId="478"/>
          <ac:spMkLst>
            <pc:docMk/>
            <pc:sldMk cId="3785920978" sldId="315"/>
            <ac:spMk id="2" creationId="{43D50298-122A-B2CE-0F1F-EA8C66BD9C4B}"/>
          </ac:spMkLst>
        </pc:spChg>
        <pc:spChg chg="mod">
          <ac:chgData name="Jefferson Passerini" userId="ec684a97d9b6a829" providerId="LiveId" clId="{DA8C7B24-D34C-45F8-A7E3-D30DEA821D29}" dt="2024-04-18T16:29:56.184" v="5014" actId="14100"/>
          <ac:spMkLst>
            <pc:docMk/>
            <pc:sldMk cId="3785920978" sldId="315"/>
            <ac:spMk id="6" creationId="{1BF2CCAB-7606-1117-58CD-61645FF914B1}"/>
          </ac:spMkLst>
        </pc:spChg>
        <pc:picChg chg="del">
          <ac:chgData name="Jefferson Passerini" userId="ec684a97d9b6a829" providerId="LiveId" clId="{DA8C7B24-D34C-45F8-A7E3-D30DEA821D29}" dt="2024-04-18T16:28:09.037" v="4977" actId="478"/>
          <ac:picMkLst>
            <pc:docMk/>
            <pc:sldMk cId="3785920978" sldId="315"/>
            <ac:picMk id="5" creationId="{78DC8BAA-2281-76A2-E368-39F5E984AD2D}"/>
          </ac:picMkLst>
        </pc:picChg>
        <pc:picChg chg="add mod">
          <ac:chgData name="Jefferson Passerini" userId="ec684a97d9b6a829" providerId="LiveId" clId="{DA8C7B24-D34C-45F8-A7E3-D30DEA821D29}" dt="2024-04-18T16:29:58.455" v="5016" actId="1076"/>
          <ac:picMkLst>
            <pc:docMk/>
            <pc:sldMk cId="3785920978" sldId="315"/>
            <ac:picMk id="7" creationId="{3846E793-A461-84A0-87E9-9FEBE59DB710}"/>
          </ac:picMkLst>
        </pc:picChg>
        <pc:picChg chg="del">
          <ac:chgData name="Jefferson Passerini" userId="ec684a97d9b6a829" providerId="LiveId" clId="{DA8C7B24-D34C-45F8-A7E3-D30DEA821D29}" dt="2024-04-18T16:28:09.717" v="4978" actId="478"/>
          <ac:picMkLst>
            <pc:docMk/>
            <pc:sldMk cId="3785920978" sldId="315"/>
            <ac:picMk id="8" creationId="{8EFF415D-6A3B-B51C-7705-BE2D31AE2E49}"/>
          </ac:picMkLst>
        </pc:picChg>
        <pc:picChg chg="add mod">
          <ac:chgData name="Jefferson Passerini" userId="ec684a97d9b6a829" providerId="LiveId" clId="{DA8C7B24-D34C-45F8-A7E3-D30DEA821D29}" dt="2024-04-18T16:29:57.447" v="5015" actId="1076"/>
          <ac:picMkLst>
            <pc:docMk/>
            <pc:sldMk cId="3785920978" sldId="315"/>
            <ac:picMk id="9" creationId="{953B6812-BDA3-BBC4-1729-BAA8452D16E2}"/>
          </ac:picMkLst>
        </pc:picChg>
        <pc:picChg chg="add mod">
          <ac:chgData name="Jefferson Passerini" userId="ec684a97d9b6a829" providerId="LiveId" clId="{DA8C7B24-D34C-45F8-A7E3-D30DEA821D29}" dt="2024-04-18T16:30:04.207" v="5019" actId="1076"/>
          <ac:picMkLst>
            <pc:docMk/>
            <pc:sldMk cId="3785920978" sldId="315"/>
            <ac:picMk id="11" creationId="{82ABF1F8-5D3D-BBB2-8FD8-9EDADDAD4910}"/>
          </ac:picMkLst>
        </pc:picChg>
      </pc:sldChg>
      <pc:sldChg chg="addSp delSp modSp mod">
        <pc:chgData name="Jefferson Passerini" userId="ec684a97d9b6a829" providerId="LiveId" clId="{DA8C7B24-D34C-45F8-A7E3-D30DEA821D29}" dt="2024-04-18T17:02:32.718" v="5101" actId="1076"/>
        <pc:sldMkLst>
          <pc:docMk/>
          <pc:sldMk cId="820543175" sldId="316"/>
        </pc:sldMkLst>
        <pc:spChg chg="mod">
          <ac:chgData name="Jefferson Passerini" userId="ec684a97d9b6a829" providerId="LiveId" clId="{DA8C7B24-D34C-45F8-A7E3-D30DEA821D29}" dt="2024-04-18T16:30:45.213" v="5035" actId="20577"/>
          <ac:spMkLst>
            <pc:docMk/>
            <pc:sldMk cId="820543175" sldId="316"/>
            <ac:spMk id="6" creationId="{1BF2CCAB-7606-1117-58CD-61645FF914B1}"/>
          </ac:spMkLst>
        </pc:spChg>
        <pc:spChg chg="mod">
          <ac:chgData name="Jefferson Passerini" userId="ec684a97d9b6a829" providerId="LiveId" clId="{DA8C7B24-D34C-45F8-A7E3-D30DEA821D29}" dt="2024-04-18T17:02:32.718" v="5101" actId="1076"/>
          <ac:spMkLst>
            <pc:docMk/>
            <pc:sldMk cId="820543175" sldId="316"/>
            <ac:spMk id="9" creationId="{9BD22AD3-394C-802E-3AB0-785C6E45D314}"/>
          </ac:spMkLst>
        </pc:spChg>
        <pc:picChg chg="add mod ord">
          <ac:chgData name="Jefferson Passerini" userId="ec684a97d9b6a829" providerId="LiveId" clId="{DA8C7B24-D34C-45F8-A7E3-D30DEA821D29}" dt="2024-04-18T17:02:29.749" v="5100" actId="1076"/>
          <ac:picMkLst>
            <pc:docMk/>
            <pc:sldMk cId="820543175" sldId="316"/>
            <ac:picMk id="7" creationId="{E5DE4C33-158B-107A-A1BE-2EB1A989F975}"/>
          </ac:picMkLst>
        </pc:picChg>
        <pc:picChg chg="del">
          <ac:chgData name="Jefferson Passerini" userId="ec684a97d9b6a829" providerId="LiveId" clId="{DA8C7B24-D34C-45F8-A7E3-D30DEA821D29}" dt="2024-04-18T17:02:16.720" v="5094" actId="478"/>
          <ac:picMkLst>
            <pc:docMk/>
            <pc:sldMk cId="820543175" sldId="316"/>
            <ac:picMk id="8" creationId="{8EFF415D-6A3B-B51C-7705-BE2D31AE2E49}"/>
          </ac:picMkLst>
        </pc:picChg>
      </pc:sldChg>
      <pc:sldChg chg="addSp delSp modSp mod">
        <pc:chgData name="Jefferson Passerini" userId="ec684a97d9b6a829" providerId="LiveId" clId="{DA8C7B24-D34C-45F8-A7E3-D30DEA821D29}" dt="2024-04-18T17:02:58.253" v="5109" actId="1035"/>
        <pc:sldMkLst>
          <pc:docMk/>
          <pc:sldMk cId="316481923" sldId="317"/>
        </pc:sldMkLst>
        <pc:spChg chg="mod">
          <ac:chgData name="Jefferson Passerini" userId="ec684a97d9b6a829" providerId="LiveId" clId="{DA8C7B24-D34C-45F8-A7E3-D30DEA821D29}" dt="2024-04-18T17:02:58.253" v="5109" actId="1035"/>
          <ac:spMkLst>
            <pc:docMk/>
            <pc:sldMk cId="316481923" sldId="317"/>
            <ac:spMk id="2" creationId="{43D50298-122A-B2CE-0F1F-EA8C66BD9C4B}"/>
          </ac:spMkLst>
        </pc:spChg>
        <pc:picChg chg="add mod ord">
          <ac:chgData name="Jefferson Passerini" userId="ec684a97d9b6a829" providerId="LiveId" clId="{DA8C7B24-D34C-45F8-A7E3-D30DEA821D29}" dt="2024-04-18T17:02:47.966" v="5106" actId="14100"/>
          <ac:picMkLst>
            <pc:docMk/>
            <pc:sldMk cId="316481923" sldId="317"/>
            <ac:picMk id="7" creationId="{3B49F67C-5633-74FA-2C9B-F83E36B1FA3F}"/>
          </ac:picMkLst>
        </pc:picChg>
        <pc:picChg chg="del">
          <ac:chgData name="Jefferson Passerini" userId="ec684a97d9b6a829" providerId="LiveId" clId="{DA8C7B24-D34C-45F8-A7E3-D30DEA821D29}" dt="2024-04-18T17:02:38.190" v="5102" actId="478"/>
          <ac:picMkLst>
            <pc:docMk/>
            <pc:sldMk cId="316481923" sldId="317"/>
            <ac:picMk id="8" creationId="{8EFF415D-6A3B-B51C-7705-BE2D31AE2E49}"/>
          </ac:picMkLst>
        </pc:picChg>
        <pc:picChg chg="del">
          <ac:chgData name="Jefferson Passerini" userId="ec684a97d9b6a829" providerId="LiveId" clId="{DA8C7B24-D34C-45F8-A7E3-D30DEA821D29}" dt="2024-04-18T16:34:58.711" v="5036" actId="478"/>
          <ac:picMkLst>
            <pc:docMk/>
            <pc:sldMk cId="316481923" sldId="317"/>
            <ac:picMk id="9" creationId="{C81F2640-C2F2-7CBF-EBB1-3871E29BC0FB}"/>
          </ac:picMkLst>
        </pc:picChg>
        <pc:picChg chg="add mod">
          <ac:chgData name="Jefferson Passerini" userId="ec684a97d9b6a829" providerId="LiveId" clId="{DA8C7B24-D34C-45F8-A7E3-D30DEA821D29}" dt="2024-04-18T16:35:39.253" v="5040" actId="1076"/>
          <ac:picMkLst>
            <pc:docMk/>
            <pc:sldMk cId="316481923" sldId="317"/>
            <ac:picMk id="11" creationId="{23BCBE86-3B21-732E-0CB8-27F430527D3D}"/>
          </ac:picMkLst>
        </pc:picChg>
      </pc:sldChg>
      <pc:sldChg chg="addSp delSp modSp mod">
        <pc:chgData name="Jefferson Passerini" userId="ec684a97d9b6a829" providerId="LiveId" clId="{DA8C7B24-D34C-45F8-A7E3-D30DEA821D29}" dt="2024-04-18T17:03:24.843" v="5116" actId="1076"/>
        <pc:sldMkLst>
          <pc:docMk/>
          <pc:sldMk cId="195450161" sldId="318"/>
        </pc:sldMkLst>
        <pc:spChg chg="mod">
          <ac:chgData name="Jefferson Passerini" userId="ec684a97d9b6a829" providerId="LiveId" clId="{DA8C7B24-D34C-45F8-A7E3-D30DEA821D29}" dt="2024-04-18T17:03:24.843" v="5116" actId="1076"/>
          <ac:spMkLst>
            <pc:docMk/>
            <pc:sldMk cId="195450161" sldId="318"/>
            <ac:spMk id="2" creationId="{43D50298-122A-B2CE-0F1F-EA8C66BD9C4B}"/>
          </ac:spMkLst>
        </pc:spChg>
        <pc:picChg chg="add mod ord">
          <ac:chgData name="Jefferson Passerini" userId="ec684a97d9b6a829" providerId="LiveId" clId="{DA8C7B24-D34C-45F8-A7E3-D30DEA821D29}" dt="2024-04-18T17:03:20.524" v="5115" actId="1076"/>
          <ac:picMkLst>
            <pc:docMk/>
            <pc:sldMk cId="195450161" sldId="318"/>
            <ac:picMk id="7" creationId="{1809EB43-6578-FF3F-4B75-3C241302790D}"/>
          </ac:picMkLst>
        </pc:picChg>
        <pc:picChg chg="del">
          <ac:chgData name="Jefferson Passerini" userId="ec684a97d9b6a829" providerId="LiveId" clId="{DA8C7B24-D34C-45F8-A7E3-D30DEA821D29}" dt="2024-04-18T17:03:09.210" v="5110" actId="478"/>
          <ac:picMkLst>
            <pc:docMk/>
            <pc:sldMk cId="195450161" sldId="318"/>
            <ac:picMk id="8" creationId="{8EFF415D-6A3B-B51C-7705-BE2D31AE2E49}"/>
          </ac:picMkLst>
        </pc:picChg>
        <pc:picChg chg="add del mod">
          <ac:chgData name="Jefferson Passerini" userId="ec684a97d9b6a829" providerId="LiveId" clId="{DA8C7B24-D34C-45F8-A7E3-D30DEA821D29}" dt="2024-04-18T16:38:38.579" v="5047" actId="478"/>
          <ac:picMkLst>
            <pc:docMk/>
            <pc:sldMk cId="195450161" sldId="318"/>
            <ac:picMk id="9" creationId="{3F3DBEC7-510D-D7E0-486F-9A262E6EF0E6}"/>
          </ac:picMkLst>
        </pc:picChg>
        <pc:picChg chg="del">
          <ac:chgData name="Jefferson Passerini" userId="ec684a97d9b6a829" providerId="LiveId" clId="{DA8C7B24-D34C-45F8-A7E3-D30DEA821D29}" dt="2024-04-18T16:37:02.408" v="5041" actId="478"/>
          <ac:picMkLst>
            <pc:docMk/>
            <pc:sldMk cId="195450161" sldId="318"/>
            <ac:picMk id="10" creationId="{38125096-16EC-85B1-1807-3DF93CD92026}"/>
          </ac:picMkLst>
        </pc:picChg>
        <pc:picChg chg="add mod">
          <ac:chgData name="Jefferson Passerini" userId="ec684a97d9b6a829" providerId="LiveId" clId="{DA8C7B24-D34C-45F8-A7E3-D30DEA821D29}" dt="2024-04-18T16:38:44.138" v="5051" actId="1076"/>
          <ac:picMkLst>
            <pc:docMk/>
            <pc:sldMk cId="195450161" sldId="318"/>
            <ac:picMk id="13" creationId="{2566DC3E-B9B3-EEA4-6A6D-585E8E96FD93}"/>
          </ac:picMkLst>
        </pc:picChg>
      </pc:sldChg>
      <pc:sldChg chg="addSp delSp modSp mod">
        <pc:chgData name="Jefferson Passerini" userId="ec684a97d9b6a829" providerId="LiveId" clId="{DA8C7B24-D34C-45F8-A7E3-D30DEA821D29}" dt="2024-04-18T17:03:36.741" v="5119"/>
        <pc:sldMkLst>
          <pc:docMk/>
          <pc:sldMk cId="2486094153" sldId="319"/>
        </pc:sldMkLst>
        <pc:spChg chg="del">
          <ac:chgData name="Jefferson Passerini" userId="ec684a97d9b6a829" providerId="LiveId" clId="{DA8C7B24-D34C-45F8-A7E3-D30DEA821D29}" dt="2024-04-18T17:03:35.675" v="5118" actId="478"/>
          <ac:spMkLst>
            <pc:docMk/>
            <pc:sldMk cId="2486094153" sldId="319"/>
            <ac:spMk id="2" creationId="{43D50298-122A-B2CE-0F1F-EA8C66BD9C4B}"/>
          </ac:spMkLst>
        </pc:spChg>
        <pc:spChg chg="add mod">
          <ac:chgData name="Jefferson Passerini" userId="ec684a97d9b6a829" providerId="LiveId" clId="{DA8C7B24-D34C-45F8-A7E3-D30DEA821D29}" dt="2024-04-18T17:03:36.741" v="5119"/>
          <ac:spMkLst>
            <pc:docMk/>
            <pc:sldMk cId="2486094153" sldId="319"/>
            <ac:spMk id="9" creationId="{BC71D4D7-BC7F-6BC4-8234-6F67CBFEF5FC}"/>
          </ac:spMkLst>
        </pc:spChg>
        <pc:picChg chg="add mod">
          <ac:chgData name="Jefferson Passerini" userId="ec684a97d9b6a829" providerId="LiveId" clId="{DA8C7B24-D34C-45F8-A7E3-D30DEA821D29}" dt="2024-04-18T17:03:36.741" v="5119"/>
          <ac:picMkLst>
            <pc:docMk/>
            <pc:sldMk cId="2486094153" sldId="319"/>
            <ac:picMk id="7" creationId="{45233686-6AFA-9145-3F7D-5FFB3913E0FD}"/>
          </ac:picMkLst>
        </pc:picChg>
        <pc:picChg chg="del">
          <ac:chgData name="Jefferson Passerini" userId="ec684a97d9b6a829" providerId="LiveId" clId="{DA8C7B24-D34C-45F8-A7E3-D30DEA821D29}" dt="2024-04-18T17:03:34.832" v="5117" actId="478"/>
          <ac:picMkLst>
            <pc:docMk/>
            <pc:sldMk cId="2486094153" sldId="319"/>
            <ac:picMk id="8" creationId="{8EFF415D-6A3B-B51C-7705-BE2D31AE2E49}"/>
          </ac:picMkLst>
        </pc:picChg>
        <pc:picChg chg="del">
          <ac:chgData name="Jefferson Passerini" userId="ec684a97d9b6a829" providerId="LiveId" clId="{DA8C7B24-D34C-45F8-A7E3-D30DEA821D29}" dt="2024-04-18T16:38:49.130" v="5052" actId="478"/>
          <ac:picMkLst>
            <pc:docMk/>
            <pc:sldMk cId="2486094153" sldId="319"/>
            <ac:picMk id="9" creationId="{2BB94AF6-BA7A-DB07-A3BD-E0AEF5E49F4D}"/>
          </ac:picMkLst>
        </pc:picChg>
        <pc:picChg chg="add mod">
          <ac:chgData name="Jefferson Passerini" userId="ec684a97d9b6a829" providerId="LiveId" clId="{DA8C7B24-D34C-45F8-A7E3-D30DEA821D29}" dt="2024-04-18T16:40:53.748" v="5057" actId="1076"/>
          <ac:picMkLst>
            <pc:docMk/>
            <pc:sldMk cId="2486094153" sldId="319"/>
            <ac:picMk id="10" creationId="{CE1274FC-0BBC-43C1-C61F-4EE118CA5AE1}"/>
          </ac:picMkLst>
        </pc:picChg>
      </pc:sldChg>
      <pc:sldChg chg="addSp delSp modSp mod">
        <pc:chgData name="Jefferson Passerini" userId="ec684a97d9b6a829" providerId="LiveId" clId="{DA8C7B24-D34C-45F8-A7E3-D30DEA821D29}" dt="2024-04-18T17:03:43.687" v="5122"/>
        <pc:sldMkLst>
          <pc:docMk/>
          <pc:sldMk cId="3690888793" sldId="320"/>
        </pc:sldMkLst>
        <pc:spChg chg="del">
          <ac:chgData name="Jefferson Passerini" userId="ec684a97d9b6a829" providerId="LiveId" clId="{DA8C7B24-D34C-45F8-A7E3-D30DEA821D29}" dt="2024-04-18T17:03:42.420" v="5121" actId="478"/>
          <ac:spMkLst>
            <pc:docMk/>
            <pc:sldMk cId="3690888793" sldId="320"/>
            <ac:spMk id="2" creationId="{43D50298-122A-B2CE-0F1F-EA8C66BD9C4B}"/>
          </ac:spMkLst>
        </pc:spChg>
        <pc:spChg chg="add mod">
          <ac:chgData name="Jefferson Passerini" userId="ec684a97d9b6a829" providerId="LiveId" clId="{DA8C7B24-D34C-45F8-A7E3-D30DEA821D29}" dt="2024-04-18T17:03:43.687" v="5122"/>
          <ac:spMkLst>
            <pc:docMk/>
            <pc:sldMk cId="3690888793" sldId="320"/>
            <ac:spMk id="10" creationId="{21015BB6-7D14-AF0B-4E9F-6C85B064141E}"/>
          </ac:spMkLst>
        </pc:spChg>
        <pc:picChg chg="add mod">
          <ac:chgData name="Jefferson Passerini" userId="ec684a97d9b6a829" providerId="LiveId" clId="{DA8C7B24-D34C-45F8-A7E3-D30DEA821D29}" dt="2024-04-18T17:03:43.687" v="5122"/>
          <ac:picMkLst>
            <pc:docMk/>
            <pc:sldMk cId="3690888793" sldId="320"/>
            <ac:picMk id="7" creationId="{92AD1D9C-7EE0-B06B-65E4-4D68EF9E5248}"/>
          </ac:picMkLst>
        </pc:picChg>
        <pc:picChg chg="del">
          <ac:chgData name="Jefferson Passerini" userId="ec684a97d9b6a829" providerId="LiveId" clId="{DA8C7B24-D34C-45F8-A7E3-D30DEA821D29}" dt="2024-04-18T17:03:39.963" v="5120" actId="478"/>
          <ac:picMkLst>
            <pc:docMk/>
            <pc:sldMk cId="3690888793" sldId="320"/>
            <ac:picMk id="8" creationId="{8EFF415D-6A3B-B51C-7705-BE2D31AE2E49}"/>
          </ac:picMkLst>
        </pc:picChg>
        <pc:picChg chg="add mod">
          <ac:chgData name="Jefferson Passerini" userId="ec684a97d9b6a829" providerId="LiveId" clId="{DA8C7B24-D34C-45F8-A7E3-D30DEA821D29}" dt="2024-04-18T16:42:21.983" v="5063" actId="1076"/>
          <ac:picMkLst>
            <pc:docMk/>
            <pc:sldMk cId="3690888793" sldId="320"/>
            <ac:picMk id="9" creationId="{249A4F94-C04C-43B5-1319-DE318AA92E98}"/>
          </ac:picMkLst>
        </pc:picChg>
        <pc:picChg chg="del">
          <ac:chgData name="Jefferson Passerini" userId="ec684a97d9b6a829" providerId="LiveId" clId="{DA8C7B24-D34C-45F8-A7E3-D30DEA821D29}" dt="2024-04-18T16:42:14.328" v="5058" actId="478"/>
          <ac:picMkLst>
            <pc:docMk/>
            <pc:sldMk cId="3690888793" sldId="320"/>
            <ac:picMk id="10" creationId="{8FBA6E31-EC46-5067-75A4-9364DDAA81F5}"/>
          </ac:picMkLst>
        </pc:picChg>
      </pc:sldChg>
      <pc:sldChg chg="addSp delSp modSp mod">
        <pc:chgData name="Jefferson Passerini" userId="ec684a97d9b6a829" providerId="LiveId" clId="{DA8C7B24-D34C-45F8-A7E3-D30DEA821D29}" dt="2024-04-18T17:04:20.439" v="5131" actId="1076"/>
        <pc:sldMkLst>
          <pc:docMk/>
          <pc:sldMk cId="2242749303" sldId="321"/>
        </pc:sldMkLst>
        <pc:spChg chg="mod">
          <ac:chgData name="Jefferson Passerini" userId="ec684a97d9b6a829" providerId="LiveId" clId="{DA8C7B24-D34C-45F8-A7E3-D30DEA821D29}" dt="2024-04-18T17:04:20.439" v="5131" actId="1076"/>
          <ac:spMkLst>
            <pc:docMk/>
            <pc:sldMk cId="2242749303" sldId="321"/>
            <ac:spMk id="2" creationId="{43D50298-122A-B2CE-0F1F-EA8C66BD9C4B}"/>
          </ac:spMkLst>
        </pc:spChg>
        <pc:spChg chg="add del mod">
          <ac:chgData name="Jefferson Passerini" userId="ec684a97d9b6a829" providerId="LiveId" clId="{DA8C7B24-D34C-45F8-A7E3-D30DEA821D29}" dt="2024-04-18T17:04:06.826" v="5126" actId="478"/>
          <ac:spMkLst>
            <pc:docMk/>
            <pc:sldMk cId="2242749303" sldId="321"/>
            <ac:spMk id="11" creationId="{C9FDCE1F-F0C7-CEE9-AC60-8CE42D5C2DF3}"/>
          </ac:spMkLst>
        </pc:spChg>
        <pc:picChg chg="del">
          <ac:chgData name="Jefferson Passerini" userId="ec684a97d9b6a829" providerId="LiveId" clId="{DA8C7B24-D34C-45F8-A7E3-D30DEA821D29}" dt="2024-04-18T17:03:50.588" v="5123" actId="478"/>
          <ac:picMkLst>
            <pc:docMk/>
            <pc:sldMk cId="2242749303" sldId="321"/>
            <ac:picMk id="8" creationId="{8EFF415D-6A3B-B51C-7705-BE2D31AE2E49}"/>
          </ac:picMkLst>
        </pc:picChg>
        <pc:picChg chg="add mod ord">
          <ac:chgData name="Jefferson Passerini" userId="ec684a97d9b6a829" providerId="LiveId" clId="{DA8C7B24-D34C-45F8-A7E3-D30DEA821D29}" dt="2024-04-18T17:04:16.344" v="5130" actId="1076"/>
          <ac:picMkLst>
            <pc:docMk/>
            <pc:sldMk cId="2242749303" sldId="321"/>
            <ac:picMk id="9" creationId="{13F1AEDB-6ECA-4724-275F-6906F5FD2049}"/>
          </ac:picMkLst>
        </pc:picChg>
        <pc:picChg chg="add mod">
          <ac:chgData name="Jefferson Passerini" userId="ec684a97d9b6a829" providerId="LiveId" clId="{DA8C7B24-D34C-45F8-A7E3-D30DEA821D29}" dt="2024-04-18T16:44:03.202" v="5069" actId="1076"/>
          <ac:picMkLst>
            <pc:docMk/>
            <pc:sldMk cId="2242749303" sldId="321"/>
            <ac:picMk id="10" creationId="{A7D06ADC-48A8-10B2-08FD-A70ECF21B4B7}"/>
          </ac:picMkLst>
        </pc:picChg>
        <pc:picChg chg="del">
          <ac:chgData name="Jefferson Passerini" userId="ec684a97d9b6a829" providerId="LiveId" clId="{DA8C7B24-D34C-45F8-A7E3-D30DEA821D29}" dt="2024-04-18T16:43:55.938" v="5064" actId="478"/>
          <ac:picMkLst>
            <pc:docMk/>
            <pc:sldMk cId="2242749303" sldId="321"/>
            <ac:picMk id="11" creationId="{87AF4C53-FCAE-5EF0-8797-F29E50B15FA3}"/>
          </ac:picMkLst>
        </pc:picChg>
      </pc:sldChg>
      <pc:sldChg chg="addSp delSp modSp mod">
        <pc:chgData name="Jefferson Passerini" userId="ec684a97d9b6a829" providerId="LiveId" clId="{DA8C7B24-D34C-45F8-A7E3-D30DEA821D29}" dt="2024-04-18T17:04:43.111" v="5154" actId="14100"/>
        <pc:sldMkLst>
          <pc:docMk/>
          <pc:sldMk cId="868859778" sldId="322"/>
        </pc:sldMkLst>
        <pc:spChg chg="del">
          <ac:chgData name="Jefferson Passerini" userId="ec684a97d9b6a829" providerId="LiveId" clId="{DA8C7B24-D34C-45F8-A7E3-D30DEA821D29}" dt="2024-04-18T17:04:31.001" v="5133" actId="478"/>
          <ac:spMkLst>
            <pc:docMk/>
            <pc:sldMk cId="868859778" sldId="322"/>
            <ac:spMk id="2" creationId="{43D50298-122A-B2CE-0F1F-EA8C66BD9C4B}"/>
          </ac:spMkLst>
        </pc:spChg>
        <pc:spChg chg="add mod">
          <ac:chgData name="Jefferson Passerini" userId="ec684a97d9b6a829" providerId="LiveId" clId="{DA8C7B24-D34C-45F8-A7E3-D30DEA821D29}" dt="2024-04-18T17:04:43.111" v="5154" actId="14100"/>
          <ac:spMkLst>
            <pc:docMk/>
            <pc:sldMk cId="868859778" sldId="322"/>
            <ac:spMk id="10" creationId="{0BCF29F7-56A1-027C-EC76-A237F0E46808}"/>
          </ac:spMkLst>
        </pc:spChg>
        <pc:picChg chg="del">
          <ac:chgData name="Jefferson Passerini" userId="ec684a97d9b6a829" providerId="LiveId" clId="{DA8C7B24-D34C-45F8-A7E3-D30DEA821D29}" dt="2024-04-18T17:04:30.031" v="5132" actId="478"/>
          <ac:picMkLst>
            <pc:docMk/>
            <pc:sldMk cId="868859778" sldId="322"/>
            <ac:picMk id="8" creationId="{8EFF415D-6A3B-B51C-7705-BE2D31AE2E49}"/>
          </ac:picMkLst>
        </pc:picChg>
        <pc:picChg chg="add mod">
          <ac:chgData name="Jefferson Passerini" userId="ec684a97d9b6a829" providerId="LiveId" clId="{DA8C7B24-D34C-45F8-A7E3-D30DEA821D29}" dt="2024-04-18T17:04:32.001" v="5134"/>
          <ac:picMkLst>
            <pc:docMk/>
            <pc:sldMk cId="868859778" sldId="322"/>
            <ac:picMk id="9" creationId="{29834FFA-DA1B-7D28-B056-817132131B84}"/>
          </ac:picMkLst>
        </pc:picChg>
        <pc:picChg chg="add del">
          <ac:chgData name="Jefferson Passerini" userId="ec684a97d9b6a829" providerId="LiveId" clId="{DA8C7B24-D34C-45F8-A7E3-D30DEA821D29}" dt="2024-04-18T16:46:51.761" v="5072" actId="478"/>
          <ac:picMkLst>
            <pc:docMk/>
            <pc:sldMk cId="868859778" sldId="322"/>
            <ac:picMk id="10" creationId="{71DCFD56-1C65-3AAE-581F-DA2CA62F826C}"/>
          </ac:picMkLst>
        </pc:picChg>
        <pc:picChg chg="add mod ord">
          <ac:chgData name="Jefferson Passerini" userId="ec684a97d9b6a829" providerId="LiveId" clId="{DA8C7B24-D34C-45F8-A7E3-D30DEA821D29}" dt="2024-04-18T16:47:01.687" v="5078" actId="167"/>
          <ac:picMkLst>
            <pc:docMk/>
            <pc:sldMk cId="868859778" sldId="322"/>
            <ac:picMk id="11" creationId="{302C3F85-B8D0-594E-6A3F-4851BDBF6B72}"/>
          </ac:picMkLst>
        </pc:picChg>
      </pc:sldChg>
      <pc:sldChg chg="addSp delSp modSp mod">
        <pc:chgData name="Jefferson Passerini" userId="ec684a97d9b6a829" providerId="LiveId" clId="{DA8C7B24-D34C-45F8-A7E3-D30DEA821D29}" dt="2024-04-18T17:04:53.789" v="5157"/>
        <pc:sldMkLst>
          <pc:docMk/>
          <pc:sldMk cId="3271141545" sldId="323"/>
        </pc:sldMkLst>
        <pc:spChg chg="del">
          <ac:chgData name="Jefferson Passerini" userId="ec684a97d9b6a829" providerId="LiveId" clId="{DA8C7B24-D34C-45F8-A7E3-D30DEA821D29}" dt="2024-04-18T17:04:52.584" v="5156" actId="478"/>
          <ac:spMkLst>
            <pc:docMk/>
            <pc:sldMk cId="3271141545" sldId="323"/>
            <ac:spMk id="2" creationId="{43D50298-122A-B2CE-0F1F-EA8C66BD9C4B}"/>
          </ac:spMkLst>
        </pc:spChg>
        <pc:spChg chg="add mod">
          <ac:chgData name="Jefferson Passerini" userId="ec684a97d9b6a829" providerId="LiveId" clId="{DA8C7B24-D34C-45F8-A7E3-D30DEA821D29}" dt="2024-04-18T17:04:53.789" v="5157"/>
          <ac:spMkLst>
            <pc:docMk/>
            <pc:sldMk cId="3271141545" sldId="323"/>
            <ac:spMk id="11" creationId="{69D12489-692D-AF07-BC12-E6F6C4F90FA8}"/>
          </ac:spMkLst>
        </pc:spChg>
        <pc:picChg chg="del">
          <ac:chgData name="Jefferson Passerini" userId="ec684a97d9b6a829" providerId="LiveId" clId="{DA8C7B24-D34C-45F8-A7E3-D30DEA821D29}" dt="2024-04-18T17:04:51.692" v="5155" actId="478"/>
          <ac:picMkLst>
            <pc:docMk/>
            <pc:sldMk cId="3271141545" sldId="323"/>
            <ac:picMk id="8" creationId="{8EFF415D-6A3B-B51C-7705-BE2D31AE2E49}"/>
          </ac:picMkLst>
        </pc:picChg>
        <pc:picChg chg="add mod">
          <ac:chgData name="Jefferson Passerini" userId="ec684a97d9b6a829" providerId="LiveId" clId="{DA8C7B24-D34C-45F8-A7E3-D30DEA821D29}" dt="2024-04-18T17:04:53.789" v="5157"/>
          <ac:picMkLst>
            <pc:docMk/>
            <pc:sldMk cId="3271141545" sldId="323"/>
            <ac:picMk id="9" creationId="{EBFB27F6-4C0E-6DC7-4048-8198F403830B}"/>
          </ac:picMkLst>
        </pc:picChg>
        <pc:picChg chg="add mod ord">
          <ac:chgData name="Jefferson Passerini" userId="ec684a97d9b6a829" providerId="LiveId" clId="{DA8C7B24-D34C-45F8-A7E3-D30DEA821D29}" dt="2024-04-18T16:49:04.264" v="5083" actId="167"/>
          <ac:picMkLst>
            <pc:docMk/>
            <pc:sldMk cId="3271141545" sldId="323"/>
            <ac:picMk id="10" creationId="{36171662-31A4-FA0B-32D3-D504D6717364}"/>
          </ac:picMkLst>
        </pc:picChg>
        <pc:picChg chg="del">
          <ac:chgData name="Jefferson Passerini" userId="ec684a97d9b6a829" providerId="LiveId" clId="{DA8C7B24-D34C-45F8-A7E3-D30DEA821D29}" dt="2024-04-18T16:48:55.234" v="5079" actId="478"/>
          <ac:picMkLst>
            <pc:docMk/>
            <pc:sldMk cId="3271141545" sldId="323"/>
            <ac:picMk id="11" creationId="{062E3DE9-987F-1E0A-2B02-8ADCF9333326}"/>
          </ac:picMkLst>
        </pc:picChg>
      </pc:sldChg>
      <pc:sldChg chg="addSp delSp modSp mod">
        <pc:chgData name="Jefferson Passerini" userId="ec684a97d9b6a829" providerId="LiveId" clId="{DA8C7B24-D34C-45F8-A7E3-D30DEA821D29}" dt="2024-04-18T17:05:17.708" v="5162" actId="1076"/>
        <pc:sldMkLst>
          <pc:docMk/>
          <pc:sldMk cId="196917162" sldId="324"/>
        </pc:sldMkLst>
        <pc:spChg chg="del">
          <ac:chgData name="Jefferson Passerini" userId="ec684a97d9b6a829" providerId="LiveId" clId="{DA8C7B24-D34C-45F8-A7E3-D30DEA821D29}" dt="2024-04-18T17:05:10.836" v="5160" actId="478"/>
          <ac:spMkLst>
            <pc:docMk/>
            <pc:sldMk cId="196917162" sldId="324"/>
            <ac:spMk id="2" creationId="{43D50298-122A-B2CE-0F1F-EA8C66BD9C4B}"/>
          </ac:spMkLst>
        </pc:spChg>
        <pc:spChg chg="add mod">
          <ac:chgData name="Jefferson Passerini" userId="ec684a97d9b6a829" providerId="LiveId" clId="{DA8C7B24-D34C-45F8-A7E3-D30DEA821D29}" dt="2024-04-18T17:05:17.708" v="5162" actId="1076"/>
          <ac:spMkLst>
            <pc:docMk/>
            <pc:sldMk cId="196917162" sldId="324"/>
            <ac:spMk id="10" creationId="{8F904669-8D79-D83E-CB42-69722EA58663}"/>
          </ac:spMkLst>
        </pc:spChg>
        <pc:picChg chg="add mod">
          <ac:chgData name="Jefferson Passerini" userId="ec684a97d9b6a829" providerId="LiveId" clId="{DA8C7B24-D34C-45F8-A7E3-D30DEA821D29}" dt="2024-04-18T17:05:14.276" v="5161" actId="14100"/>
          <ac:picMkLst>
            <pc:docMk/>
            <pc:sldMk cId="196917162" sldId="324"/>
            <ac:picMk id="7" creationId="{61EB62A4-AA87-738F-58ED-722D9D4225CC}"/>
          </ac:picMkLst>
        </pc:picChg>
        <pc:picChg chg="del">
          <ac:chgData name="Jefferson Passerini" userId="ec684a97d9b6a829" providerId="LiveId" clId="{DA8C7B24-D34C-45F8-A7E3-D30DEA821D29}" dt="2024-04-18T17:05:02.224" v="5158" actId="478"/>
          <ac:picMkLst>
            <pc:docMk/>
            <pc:sldMk cId="196917162" sldId="324"/>
            <ac:picMk id="8" creationId="{8EFF415D-6A3B-B51C-7705-BE2D31AE2E49}"/>
          </ac:picMkLst>
        </pc:picChg>
        <pc:picChg chg="add mod ord">
          <ac:chgData name="Jefferson Passerini" userId="ec684a97d9b6a829" providerId="LiveId" clId="{DA8C7B24-D34C-45F8-A7E3-D30DEA821D29}" dt="2024-04-18T16:58:57.016" v="5088" actId="167"/>
          <ac:picMkLst>
            <pc:docMk/>
            <pc:sldMk cId="196917162" sldId="324"/>
            <ac:picMk id="9" creationId="{8C698404-0EE8-4537-0518-36ECD50C71AA}"/>
          </ac:picMkLst>
        </pc:picChg>
        <pc:picChg chg="del">
          <ac:chgData name="Jefferson Passerini" userId="ec684a97d9b6a829" providerId="LiveId" clId="{DA8C7B24-D34C-45F8-A7E3-D30DEA821D29}" dt="2024-04-18T16:58:47.714" v="5084" actId="478"/>
          <ac:picMkLst>
            <pc:docMk/>
            <pc:sldMk cId="196917162" sldId="324"/>
            <ac:picMk id="10" creationId="{EA406F97-1ECE-D3F0-0ED9-9FFD355EA679}"/>
          </ac:picMkLst>
        </pc:picChg>
      </pc:sldChg>
      <pc:sldChg chg="addSp delSp modSp mod">
        <pc:chgData name="Jefferson Passerini" userId="ec684a97d9b6a829" providerId="LiveId" clId="{DA8C7B24-D34C-45F8-A7E3-D30DEA821D29}" dt="2024-04-18T16:59:20.633" v="5093" actId="1076"/>
        <pc:sldMkLst>
          <pc:docMk/>
          <pc:sldMk cId="3815242128" sldId="325"/>
        </pc:sldMkLst>
        <pc:picChg chg="add mod">
          <ac:chgData name="Jefferson Passerini" userId="ec684a97d9b6a829" providerId="LiveId" clId="{DA8C7B24-D34C-45F8-A7E3-D30DEA821D29}" dt="2024-04-18T16:59:20.633" v="5093" actId="1076"/>
          <ac:picMkLst>
            <pc:docMk/>
            <pc:sldMk cId="3815242128" sldId="325"/>
            <ac:picMk id="5" creationId="{6C6FF656-302C-2E96-4E82-38435DA3AEDF}"/>
          </ac:picMkLst>
        </pc:picChg>
        <pc:picChg chg="del">
          <ac:chgData name="Jefferson Passerini" userId="ec684a97d9b6a829" providerId="LiveId" clId="{DA8C7B24-D34C-45F8-A7E3-D30DEA821D29}" dt="2024-04-18T16:59:06.889" v="5089" actId="478"/>
          <ac:picMkLst>
            <pc:docMk/>
            <pc:sldMk cId="3815242128" sldId="325"/>
            <ac:picMk id="11" creationId="{82ABF1F8-5D3D-BBB2-8FD8-9EDADDAD4910}"/>
          </ac:picMkLst>
        </pc:picChg>
      </pc:sldChg>
    </pc:docChg>
  </pc:docChgLst>
  <pc:docChgLst>
    <pc:chgData name="Jefferson Passerini" userId="ec684a97d9b6a829" providerId="LiveId" clId="{9B9C2921-3405-4AE7-A664-A59C5D7FC136}"/>
    <pc:docChg chg="undo custSel addSld delSld modSld sldOrd">
      <pc:chgData name="Jefferson Passerini" userId="ec684a97d9b6a829" providerId="LiveId" clId="{9B9C2921-3405-4AE7-A664-A59C5D7FC136}" dt="2024-08-19T02:24:15.709" v="1197" actId="27636"/>
      <pc:docMkLst>
        <pc:docMk/>
      </pc:docMkLst>
      <pc:sldChg chg="del">
        <pc:chgData name="Jefferson Passerini" userId="ec684a97d9b6a829" providerId="LiveId" clId="{9B9C2921-3405-4AE7-A664-A59C5D7FC136}" dt="2024-08-18T23:27:55.746" v="0" actId="47"/>
        <pc:sldMkLst>
          <pc:docMk/>
          <pc:sldMk cId="617917625" sldId="288"/>
        </pc:sldMkLst>
      </pc:sldChg>
      <pc:sldChg chg="addSp delSp modSp add mod">
        <pc:chgData name="Jefferson Passerini" userId="ec684a97d9b6a829" providerId="LiveId" clId="{9B9C2921-3405-4AE7-A664-A59C5D7FC136}" dt="2024-08-19T02:17:21.869" v="970" actId="1076"/>
        <pc:sldMkLst>
          <pc:docMk/>
          <pc:sldMk cId="1562452729" sldId="303"/>
        </pc:sldMkLst>
        <pc:spChg chg="del">
          <ac:chgData name="Jefferson Passerini" userId="ec684a97d9b6a829" providerId="LiveId" clId="{9B9C2921-3405-4AE7-A664-A59C5D7FC136}" dt="2024-08-19T00:54:36.880" v="3" actId="478"/>
          <ac:spMkLst>
            <pc:docMk/>
            <pc:sldMk cId="1562452729" sldId="303"/>
            <ac:spMk id="3" creationId="{212081E4-07F6-C689-2ACC-B6CADD634983}"/>
          </ac:spMkLst>
        </pc:spChg>
        <pc:spChg chg="add del mod">
          <ac:chgData name="Jefferson Passerini" userId="ec684a97d9b6a829" providerId="LiveId" clId="{9B9C2921-3405-4AE7-A664-A59C5D7FC136}" dt="2024-08-19T00:54:39.565" v="4" actId="478"/>
          <ac:spMkLst>
            <pc:docMk/>
            <pc:sldMk cId="1562452729" sldId="303"/>
            <ac:spMk id="7" creationId="{40AAA1BB-E42F-7A47-1C2B-7992EED8EF6D}"/>
          </ac:spMkLst>
        </pc:spChg>
        <pc:picChg chg="del">
          <ac:chgData name="Jefferson Passerini" userId="ec684a97d9b6a829" providerId="LiveId" clId="{9B9C2921-3405-4AE7-A664-A59C5D7FC136}" dt="2024-08-19T00:54:04.446" v="2" actId="478"/>
          <ac:picMkLst>
            <pc:docMk/>
            <pc:sldMk cId="1562452729" sldId="303"/>
            <ac:picMk id="6" creationId="{E019D0FD-28BD-43A4-3BC3-B3ACD1DBDF75}"/>
          </ac:picMkLst>
        </pc:picChg>
        <pc:picChg chg="add mod">
          <ac:chgData name="Jefferson Passerini" userId="ec684a97d9b6a829" providerId="LiveId" clId="{9B9C2921-3405-4AE7-A664-A59C5D7FC136}" dt="2024-08-19T00:54:50.048" v="8" actId="1076"/>
          <ac:picMkLst>
            <pc:docMk/>
            <pc:sldMk cId="1562452729" sldId="303"/>
            <ac:picMk id="9" creationId="{905D9853-0631-83C3-EB36-1F0F10ABF0FD}"/>
          </ac:picMkLst>
        </pc:picChg>
        <pc:picChg chg="add del mod">
          <ac:chgData name="Jefferson Passerini" userId="ec684a97d9b6a829" providerId="LiveId" clId="{9B9C2921-3405-4AE7-A664-A59C5D7FC136}" dt="2024-08-19T02:17:04.740" v="966" actId="478"/>
          <ac:picMkLst>
            <pc:docMk/>
            <pc:sldMk cId="1562452729" sldId="303"/>
            <ac:picMk id="11" creationId="{70C5606E-6969-A787-7AED-DD7DF4468883}"/>
          </ac:picMkLst>
        </pc:picChg>
        <pc:picChg chg="add mod">
          <ac:chgData name="Jefferson Passerini" userId="ec684a97d9b6a829" providerId="LiveId" clId="{9B9C2921-3405-4AE7-A664-A59C5D7FC136}" dt="2024-08-19T00:55:34.393" v="14" actId="1076"/>
          <ac:picMkLst>
            <pc:docMk/>
            <pc:sldMk cId="1562452729" sldId="303"/>
            <ac:picMk id="13" creationId="{FE01604E-5CA2-6815-6311-6A18E86D4FC8}"/>
          </ac:picMkLst>
        </pc:picChg>
        <pc:picChg chg="add mod">
          <ac:chgData name="Jefferson Passerini" userId="ec684a97d9b6a829" providerId="LiveId" clId="{9B9C2921-3405-4AE7-A664-A59C5D7FC136}" dt="2024-08-19T02:17:21.869" v="970" actId="1076"/>
          <ac:picMkLst>
            <pc:docMk/>
            <pc:sldMk cId="1562452729" sldId="303"/>
            <ac:picMk id="15" creationId="{3EFFB951-3780-DA86-6896-F3A907F4CEF4}"/>
          </ac:picMkLst>
        </pc:picChg>
      </pc:sldChg>
      <pc:sldChg chg="addSp delSp modSp add mod">
        <pc:chgData name="Jefferson Passerini" userId="ec684a97d9b6a829" providerId="LiveId" clId="{9B9C2921-3405-4AE7-A664-A59C5D7FC136}" dt="2024-08-19T00:57:06.601" v="31" actId="1076"/>
        <pc:sldMkLst>
          <pc:docMk/>
          <pc:sldMk cId="1294797388" sldId="304"/>
        </pc:sldMkLst>
        <pc:picChg chg="add mod">
          <ac:chgData name="Jefferson Passerini" userId="ec684a97d9b6a829" providerId="LiveId" clId="{9B9C2921-3405-4AE7-A664-A59C5D7FC136}" dt="2024-08-19T00:56:12.846" v="22" actId="1076"/>
          <ac:picMkLst>
            <pc:docMk/>
            <pc:sldMk cId="1294797388" sldId="304"/>
            <ac:picMk id="5" creationId="{4521A85E-49B0-8F93-3C19-5B331DB71B05}"/>
          </ac:picMkLst>
        </pc:picChg>
        <pc:picChg chg="add mod">
          <ac:chgData name="Jefferson Passerini" userId="ec684a97d9b6a829" providerId="LiveId" clId="{9B9C2921-3405-4AE7-A664-A59C5D7FC136}" dt="2024-08-19T00:56:51.418" v="29" actId="1076"/>
          <ac:picMkLst>
            <pc:docMk/>
            <pc:sldMk cId="1294797388" sldId="304"/>
            <ac:picMk id="7" creationId="{760AFB9D-FAE6-F609-B6A5-47ADA0958FD9}"/>
          </ac:picMkLst>
        </pc:picChg>
        <pc:picChg chg="del">
          <ac:chgData name="Jefferson Passerini" userId="ec684a97d9b6a829" providerId="LiveId" clId="{9B9C2921-3405-4AE7-A664-A59C5D7FC136}" dt="2024-08-19T00:55:39.020" v="16" actId="478"/>
          <ac:picMkLst>
            <pc:docMk/>
            <pc:sldMk cId="1294797388" sldId="304"/>
            <ac:picMk id="9" creationId="{905D9853-0631-83C3-EB36-1F0F10ABF0FD}"/>
          </ac:picMkLst>
        </pc:picChg>
        <pc:picChg chg="add mod">
          <ac:chgData name="Jefferson Passerini" userId="ec684a97d9b6a829" providerId="LiveId" clId="{9B9C2921-3405-4AE7-A664-A59C5D7FC136}" dt="2024-08-19T00:57:06.601" v="31" actId="1076"/>
          <ac:picMkLst>
            <pc:docMk/>
            <pc:sldMk cId="1294797388" sldId="304"/>
            <ac:picMk id="10" creationId="{C4BEBE52-9A83-09F3-3052-253A15487D1B}"/>
          </ac:picMkLst>
        </pc:picChg>
        <pc:picChg chg="del">
          <ac:chgData name="Jefferson Passerini" userId="ec684a97d9b6a829" providerId="LiveId" clId="{9B9C2921-3405-4AE7-A664-A59C5D7FC136}" dt="2024-08-19T00:55:40.092" v="17" actId="478"/>
          <ac:picMkLst>
            <pc:docMk/>
            <pc:sldMk cId="1294797388" sldId="304"/>
            <ac:picMk id="11" creationId="{70C5606E-6969-A787-7AED-DD7DF4468883}"/>
          </ac:picMkLst>
        </pc:picChg>
        <pc:picChg chg="del">
          <ac:chgData name="Jefferson Passerini" userId="ec684a97d9b6a829" providerId="LiveId" clId="{9B9C2921-3405-4AE7-A664-A59C5D7FC136}" dt="2024-08-19T00:55:41.044" v="18" actId="478"/>
          <ac:picMkLst>
            <pc:docMk/>
            <pc:sldMk cId="1294797388" sldId="304"/>
            <ac:picMk id="13" creationId="{FE01604E-5CA2-6815-6311-6A18E86D4FC8}"/>
          </ac:picMkLst>
        </pc:picChg>
      </pc:sldChg>
      <pc:sldChg chg="addSp delSp modSp add mod ord">
        <pc:chgData name="Jefferson Passerini" userId="ec684a97d9b6a829" providerId="LiveId" clId="{9B9C2921-3405-4AE7-A664-A59C5D7FC136}" dt="2024-08-19T00:58:18.348" v="57" actId="1076"/>
        <pc:sldMkLst>
          <pc:docMk/>
          <pc:sldMk cId="456466504" sldId="305"/>
        </pc:sldMkLst>
        <pc:spChg chg="mod">
          <ac:chgData name="Jefferson Passerini" userId="ec684a97d9b6a829" providerId="LiveId" clId="{9B9C2921-3405-4AE7-A664-A59C5D7FC136}" dt="2024-08-19T00:58:00.228" v="54" actId="27636"/>
          <ac:spMkLst>
            <pc:docMk/>
            <pc:sldMk cId="456466504" sldId="305"/>
            <ac:spMk id="3" creationId="{212081E4-07F6-C689-2ACC-B6CADD634983}"/>
          </ac:spMkLst>
        </pc:spChg>
        <pc:picChg chg="del">
          <ac:chgData name="Jefferson Passerini" userId="ec684a97d9b6a829" providerId="LiveId" clId="{9B9C2921-3405-4AE7-A664-A59C5D7FC136}" dt="2024-08-19T00:58:04.795" v="55" actId="478"/>
          <ac:picMkLst>
            <pc:docMk/>
            <pc:sldMk cId="456466504" sldId="305"/>
            <ac:picMk id="6" creationId="{E019D0FD-28BD-43A4-3BC3-B3ACD1DBDF75}"/>
          </ac:picMkLst>
        </pc:picChg>
        <pc:picChg chg="add mod">
          <ac:chgData name="Jefferson Passerini" userId="ec684a97d9b6a829" providerId="LiveId" clId="{9B9C2921-3405-4AE7-A664-A59C5D7FC136}" dt="2024-08-19T00:58:18.348" v="57" actId="1076"/>
          <ac:picMkLst>
            <pc:docMk/>
            <pc:sldMk cId="456466504" sldId="305"/>
            <ac:picMk id="7" creationId="{2D539B4D-DABA-7892-41DB-6DE9B47F9258}"/>
          </ac:picMkLst>
        </pc:picChg>
      </pc:sldChg>
      <pc:sldChg chg="modSp add mod">
        <pc:chgData name="Jefferson Passerini" userId="ec684a97d9b6a829" providerId="LiveId" clId="{9B9C2921-3405-4AE7-A664-A59C5D7FC136}" dt="2024-08-19T00:59:27.871" v="84" actId="27636"/>
        <pc:sldMkLst>
          <pc:docMk/>
          <pc:sldMk cId="1757113321" sldId="306"/>
        </pc:sldMkLst>
        <pc:spChg chg="mod">
          <ac:chgData name="Jefferson Passerini" userId="ec684a97d9b6a829" providerId="LiveId" clId="{9B9C2921-3405-4AE7-A664-A59C5D7FC136}" dt="2024-08-19T00:59:27.871" v="84" actId="27636"/>
          <ac:spMkLst>
            <pc:docMk/>
            <pc:sldMk cId="1757113321" sldId="306"/>
            <ac:spMk id="3" creationId="{212081E4-07F6-C689-2ACC-B6CADD634983}"/>
          </ac:spMkLst>
        </pc:spChg>
      </pc:sldChg>
      <pc:sldChg chg="modSp add mod">
        <pc:chgData name="Jefferson Passerini" userId="ec684a97d9b6a829" providerId="LiveId" clId="{9B9C2921-3405-4AE7-A664-A59C5D7FC136}" dt="2024-08-19T01:00:35.159" v="103" actId="27636"/>
        <pc:sldMkLst>
          <pc:docMk/>
          <pc:sldMk cId="3728630244" sldId="307"/>
        </pc:sldMkLst>
        <pc:spChg chg="mod">
          <ac:chgData name="Jefferson Passerini" userId="ec684a97d9b6a829" providerId="LiveId" clId="{9B9C2921-3405-4AE7-A664-A59C5D7FC136}" dt="2024-08-19T01:00:35.159" v="103" actId="27636"/>
          <ac:spMkLst>
            <pc:docMk/>
            <pc:sldMk cId="3728630244" sldId="307"/>
            <ac:spMk id="3" creationId="{212081E4-07F6-C689-2ACC-B6CADD634983}"/>
          </ac:spMkLst>
        </pc:spChg>
      </pc:sldChg>
      <pc:sldChg chg="modSp add mod">
        <pc:chgData name="Jefferson Passerini" userId="ec684a97d9b6a829" providerId="LiveId" clId="{9B9C2921-3405-4AE7-A664-A59C5D7FC136}" dt="2024-08-19T01:01:36.555" v="117" actId="113"/>
        <pc:sldMkLst>
          <pc:docMk/>
          <pc:sldMk cId="233198860" sldId="308"/>
        </pc:sldMkLst>
        <pc:spChg chg="mod">
          <ac:chgData name="Jefferson Passerini" userId="ec684a97d9b6a829" providerId="LiveId" clId="{9B9C2921-3405-4AE7-A664-A59C5D7FC136}" dt="2024-08-19T01:01:36.555" v="117" actId="113"/>
          <ac:spMkLst>
            <pc:docMk/>
            <pc:sldMk cId="233198860" sldId="308"/>
            <ac:spMk id="3" creationId="{212081E4-07F6-C689-2ACC-B6CADD634983}"/>
          </ac:spMkLst>
        </pc:spChg>
        <pc:picChg chg="mod">
          <ac:chgData name="Jefferson Passerini" userId="ec684a97d9b6a829" providerId="LiveId" clId="{9B9C2921-3405-4AE7-A664-A59C5D7FC136}" dt="2024-08-19T01:01:20.743" v="115" actId="14100"/>
          <ac:picMkLst>
            <pc:docMk/>
            <pc:sldMk cId="233198860" sldId="308"/>
            <ac:picMk id="7" creationId="{2D539B4D-DABA-7892-41DB-6DE9B47F9258}"/>
          </ac:picMkLst>
        </pc:picChg>
      </pc:sldChg>
      <pc:sldChg chg="modSp add mod">
        <pc:chgData name="Jefferson Passerini" userId="ec684a97d9b6a829" providerId="LiveId" clId="{9B9C2921-3405-4AE7-A664-A59C5D7FC136}" dt="2024-08-19T01:02:40.649" v="135" actId="20577"/>
        <pc:sldMkLst>
          <pc:docMk/>
          <pc:sldMk cId="1794963229" sldId="309"/>
        </pc:sldMkLst>
        <pc:spChg chg="mod">
          <ac:chgData name="Jefferson Passerini" userId="ec684a97d9b6a829" providerId="LiveId" clId="{9B9C2921-3405-4AE7-A664-A59C5D7FC136}" dt="2024-08-19T01:02:40.649" v="135" actId="20577"/>
          <ac:spMkLst>
            <pc:docMk/>
            <pc:sldMk cId="1794963229" sldId="309"/>
            <ac:spMk id="3" creationId="{212081E4-07F6-C689-2ACC-B6CADD634983}"/>
          </ac:spMkLst>
        </pc:spChg>
      </pc:sldChg>
      <pc:sldChg chg="addSp delSp modSp add mod">
        <pc:chgData name="Jefferson Passerini" userId="ec684a97d9b6a829" providerId="LiveId" clId="{9B9C2921-3405-4AE7-A664-A59C5D7FC136}" dt="2024-08-19T01:04:19.331" v="160" actId="1076"/>
        <pc:sldMkLst>
          <pc:docMk/>
          <pc:sldMk cId="2357573264" sldId="310"/>
        </pc:sldMkLst>
        <pc:spChg chg="mod">
          <ac:chgData name="Jefferson Passerini" userId="ec684a97d9b6a829" providerId="LiveId" clId="{9B9C2921-3405-4AE7-A664-A59C5D7FC136}" dt="2024-08-19T01:04:14.794" v="159" actId="114"/>
          <ac:spMkLst>
            <pc:docMk/>
            <pc:sldMk cId="2357573264" sldId="310"/>
            <ac:spMk id="3" creationId="{212081E4-07F6-C689-2ACC-B6CADD634983}"/>
          </ac:spMkLst>
        </pc:spChg>
        <pc:picChg chg="add mod">
          <ac:chgData name="Jefferson Passerini" userId="ec684a97d9b6a829" providerId="LiveId" clId="{9B9C2921-3405-4AE7-A664-A59C5D7FC136}" dt="2024-08-19T01:04:19.331" v="160" actId="1076"/>
          <ac:picMkLst>
            <pc:docMk/>
            <pc:sldMk cId="2357573264" sldId="310"/>
            <ac:picMk id="6" creationId="{56248FB6-5FC8-64DB-4990-51D2F2772009}"/>
          </ac:picMkLst>
        </pc:picChg>
        <pc:picChg chg="del">
          <ac:chgData name="Jefferson Passerini" userId="ec684a97d9b6a829" providerId="LiveId" clId="{9B9C2921-3405-4AE7-A664-A59C5D7FC136}" dt="2024-08-19T01:02:55.832" v="137" actId="478"/>
          <ac:picMkLst>
            <pc:docMk/>
            <pc:sldMk cId="2357573264" sldId="310"/>
            <ac:picMk id="7" creationId="{2D539B4D-DABA-7892-41DB-6DE9B47F9258}"/>
          </ac:picMkLst>
        </pc:picChg>
      </pc:sldChg>
      <pc:sldChg chg="modSp add mod">
        <pc:chgData name="Jefferson Passerini" userId="ec684a97d9b6a829" providerId="LiveId" clId="{9B9C2921-3405-4AE7-A664-A59C5D7FC136}" dt="2024-08-19T01:06:07.255" v="188" actId="20577"/>
        <pc:sldMkLst>
          <pc:docMk/>
          <pc:sldMk cId="2534638159" sldId="311"/>
        </pc:sldMkLst>
        <pc:spChg chg="mod">
          <ac:chgData name="Jefferson Passerini" userId="ec684a97d9b6a829" providerId="LiveId" clId="{9B9C2921-3405-4AE7-A664-A59C5D7FC136}" dt="2024-08-19T01:06:07.255" v="188" actId="20577"/>
          <ac:spMkLst>
            <pc:docMk/>
            <pc:sldMk cId="2534638159" sldId="311"/>
            <ac:spMk id="3" creationId="{212081E4-07F6-C689-2ACC-B6CADD634983}"/>
          </ac:spMkLst>
        </pc:spChg>
        <pc:picChg chg="mod">
          <ac:chgData name="Jefferson Passerini" userId="ec684a97d9b6a829" providerId="LiveId" clId="{9B9C2921-3405-4AE7-A664-A59C5D7FC136}" dt="2024-08-19T01:05:50.564" v="177" actId="1076"/>
          <ac:picMkLst>
            <pc:docMk/>
            <pc:sldMk cId="2534638159" sldId="311"/>
            <ac:picMk id="6" creationId="{56248FB6-5FC8-64DB-4990-51D2F2772009}"/>
          </ac:picMkLst>
        </pc:picChg>
      </pc:sldChg>
      <pc:sldChg chg="modSp add mod">
        <pc:chgData name="Jefferson Passerini" userId="ec684a97d9b6a829" providerId="LiveId" clId="{9B9C2921-3405-4AE7-A664-A59C5D7FC136}" dt="2024-08-19T01:07:47.809" v="217" actId="1076"/>
        <pc:sldMkLst>
          <pc:docMk/>
          <pc:sldMk cId="2154700481" sldId="312"/>
        </pc:sldMkLst>
        <pc:spChg chg="mod">
          <ac:chgData name="Jefferson Passerini" userId="ec684a97d9b6a829" providerId="LiveId" clId="{9B9C2921-3405-4AE7-A664-A59C5D7FC136}" dt="2024-08-19T01:07:40.728" v="216" actId="108"/>
          <ac:spMkLst>
            <pc:docMk/>
            <pc:sldMk cId="2154700481" sldId="312"/>
            <ac:spMk id="3" creationId="{212081E4-07F6-C689-2ACC-B6CADD634983}"/>
          </ac:spMkLst>
        </pc:spChg>
        <pc:picChg chg="mod">
          <ac:chgData name="Jefferson Passerini" userId="ec684a97d9b6a829" providerId="LiveId" clId="{9B9C2921-3405-4AE7-A664-A59C5D7FC136}" dt="2024-08-19T01:07:47.809" v="217" actId="1076"/>
          <ac:picMkLst>
            <pc:docMk/>
            <pc:sldMk cId="2154700481" sldId="312"/>
            <ac:picMk id="6" creationId="{56248FB6-5FC8-64DB-4990-51D2F2772009}"/>
          </ac:picMkLst>
        </pc:picChg>
      </pc:sldChg>
      <pc:sldChg chg="addSp delSp modSp add mod">
        <pc:chgData name="Jefferson Passerini" userId="ec684a97d9b6a829" providerId="LiveId" clId="{9B9C2921-3405-4AE7-A664-A59C5D7FC136}" dt="2024-08-19T01:10:37.389" v="300" actId="1076"/>
        <pc:sldMkLst>
          <pc:docMk/>
          <pc:sldMk cId="4244208355" sldId="313"/>
        </pc:sldMkLst>
        <pc:spChg chg="mod">
          <ac:chgData name="Jefferson Passerini" userId="ec684a97d9b6a829" providerId="LiveId" clId="{9B9C2921-3405-4AE7-A664-A59C5D7FC136}" dt="2024-08-19T01:08:48.882" v="296" actId="14100"/>
          <ac:spMkLst>
            <pc:docMk/>
            <pc:sldMk cId="4244208355" sldId="313"/>
            <ac:spMk id="3" creationId="{212081E4-07F6-C689-2ACC-B6CADD634983}"/>
          </ac:spMkLst>
        </pc:spChg>
        <pc:picChg chg="del">
          <ac:chgData name="Jefferson Passerini" userId="ec684a97d9b6a829" providerId="LiveId" clId="{9B9C2921-3405-4AE7-A664-A59C5D7FC136}" dt="2024-08-19T01:07:57.925" v="219" actId="478"/>
          <ac:picMkLst>
            <pc:docMk/>
            <pc:sldMk cId="4244208355" sldId="313"/>
            <ac:picMk id="6" creationId="{56248FB6-5FC8-64DB-4990-51D2F2772009}"/>
          </ac:picMkLst>
        </pc:picChg>
        <pc:picChg chg="add mod">
          <ac:chgData name="Jefferson Passerini" userId="ec684a97d9b6a829" providerId="LiveId" clId="{9B9C2921-3405-4AE7-A664-A59C5D7FC136}" dt="2024-08-19T01:10:23.884" v="298" actId="1076"/>
          <ac:picMkLst>
            <pc:docMk/>
            <pc:sldMk cId="4244208355" sldId="313"/>
            <ac:picMk id="7" creationId="{8D697BF5-82EF-0C46-F68D-17EDE4C53D16}"/>
          </ac:picMkLst>
        </pc:picChg>
        <pc:picChg chg="add mod">
          <ac:chgData name="Jefferson Passerini" userId="ec684a97d9b6a829" providerId="LiveId" clId="{9B9C2921-3405-4AE7-A664-A59C5D7FC136}" dt="2024-08-19T01:10:37.389" v="300" actId="1076"/>
          <ac:picMkLst>
            <pc:docMk/>
            <pc:sldMk cId="4244208355" sldId="313"/>
            <ac:picMk id="9" creationId="{2D881BD3-A8CA-EF2A-AB41-9299EB34DC30}"/>
          </ac:picMkLst>
        </pc:picChg>
      </pc:sldChg>
      <pc:sldChg chg="addSp delSp modSp add mod">
        <pc:chgData name="Jefferson Passerini" userId="ec684a97d9b6a829" providerId="LiveId" clId="{9B9C2921-3405-4AE7-A664-A59C5D7FC136}" dt="2024-08-19T01:14:36.651" v="438" actId="113"/>
        <pc:sldMkLst>
          <pc:docMk/>
          <pc:sldMk cId="3724568739" sldId="314"/>
        </pc:sldMkLst>
        <pc:spChg chg="mod">
          <ac:chgData name="Jefferson Passerini" userId="ec684a97d9b6a829" providerId="LiveId" clId="{9B9C2921-3405-4AE7-A664-A59C5D7FC136}" dt="2024-08-19T01:14:36.651" v="438" actId="113"/>
          <ac:spMkLst>
            <pc:docMk/>
            <pc:sldMk cId="3724568739" sldId="314"/>
            <ac:spMk id="3" creationId="{212081E4-07F6-C689-2ACC-B6CADD634983}"/>
          </ac:spMkLst>
        </pc:spChg>
        <pc:picChg chg="add mod">
          <ac:chgData name="Jefferson Passerini" userId="ec684a97d9b6a829" providerId="LiveId" clId="{9B9C2921-3405-4AE7-A664-A59C5D7FC136}" dt="2024-08-19T01:14:30.469" v="424" actId="1076"/>
          <ac:picMkLst>
            <pc:docMk/>
            <pc:sldMk cId="3724568739" sldId="314"/>
            <ac:picMk id="6" creationId="{01540713-3C46-DE47-EDA2-4044A0F818ED}"/>
          </ac:picMkLst>
        </pc:picChg>
        <pc:picChg chg="del">
          <ac:chgData name="Jefferson Passerini" userId="ec684a97d9b6a829" providerId="LiveId" clId="{9B9C2921-3405-4AE7-A664-A59C5D7FC136}" dt="2024-08-19T01:11:34.891" v="416" actId="478"/>
          <ac:picMkLst>
            <pc:docMk/>
            <pc:sldMk cId="3724568739" sldId="314"/>
            <ac:picMk id="7" creationId="{8D697BF5-82EF-0C46-F68D-17EDE4C53D16}"/>
          </ac:picMkLst>
        </pc:picChg>
        <pc:picChg chg="del">
          <ac:chgData name="Jefferson Passerini" userId="ec684a97d9b6a829" providerId="LiveId" clId="{9B9C2921-3405-4AE7-A664-A59C5D7FC136}" dt="2024-08-19T01:11:35.475" v="417" actId="478"/>
          <ac:picMkLst>
            <pc:docMk/>
            <pc:sldMk cId="3724568739" sldId="314"/>
            <ac:picMk id="9" creationId="{2D881BD3-A8CA-EF2A-AB41-9299EB34DC30}"/>
          </ac:picMkLst>
        </pc:picChg>
        <pc:picChg chg="add mod">
          <ac:chgData name="Jefferson Passerini" userId="ec684a97d9b6a829" providerId="LiveId" clId="{9B9C2921-3405-4AE7-A664-A59C5D7FC136}" dt="2024-08-19T01:14:23.973" v="422" actId="1076"/>
          <ac:picMkLst>
            <pc:docMk/>
            <pc:sldMk cId="3724568739" sldId="314"/>
            <ac:picMk id="10" creationId="{CDF0ED86-751B-CACF-7223-F4ED1CE27A19}"/>
          </ac:picMkLst>
        </pc:picChg>
      </pc:sldChg>
      <pc:sldChg chg="addSp delSp modSp add mod">
        <pc:chgData name="Jefferson Passerini" userId="ec684a97d9b6a829" providerId="LiveId" clId="{9B9C2921-3405-4AE7-A664-A59C5D7FC136}" dt="2024-08-19T01:16:33.841" v="451" actId="1076"/>
        <pc:sldMkLst>
          <pc:docMk/>
          <pc:sldMk cId="2147112385" sldId="315"/>
        </pc:sldMkLst>
        <pc:spChg chg="mod">
          <ac:chgData name="Jefferson Passerini" userId="ec684a97d9b6a829" providerId="LiveId" clId="{9B9C2921-3405-4AE7-A664-A59C5D7FC136}" dt="2024-08-19T01:14:59.266" v="446" actId="20577"/>
          <ac:spMkLst>
            <pc:docMk/>
            <pc:sldMk cId="2147112385" sldId="315"/>
            <ac:spMk id="3" creationId="{212081E4-07F6-C689-2ACC-B6CADD634983}"/>
          </ac:spMkLst>
        </pc:spChg>
        <pc:picChg chg="del">
          <ac:chgData name="Jefferson Passerini" userId="ec684a97d9b6a829" providerId="LiveId" clId="{9B9C2921-3405-4AE7-A664-A59C5D7FC136}" dt="2024-08-19T01:14:54.001" v="441" actId="478"/>
          <ac:picMkLst>
            <pc:docMk/>
            <pc:sldMk cId="2147112385" sldId="315"/>
            <ac:picMk id="6" creationId="{01540713-3C46-DE47-EDA2-4044A0F818ED}"/>
          </ac:picMkLst>
        </pc:picChg>
        <pc:picChg chg="add mod">
          <ac:chgData name="Jefferson Passerini" userId="ec684a97d9b6a829" providerId="LiveId" clId="{9B9C2921-3405-4AE7-A664-A59C5D7FC136}" dt="2024-08-19T01:16:20.420" v="448" actId="1076"/>
          <ac:picMkLst>
            <pc:docMk/>
            <pc:sldMk cId="2147112385" sldId="315"/>
            <ac:picMk id="7" creationId="{F338B1F9-059A-F8DD-BFDD-AF899918063A}"/>
          </ac:picMkLst>
        </pc:picChg>
        <pc:picChg chg="add mod">
          <ac:chgData name="Jefferson Passerini" userId="ec684a97d9b6a829" providerId="LiveId" clId="{9B9C2921-3405-4AE7-A664-A59C5D7FC136}" dt="2024-08-19T01:16:33.841" v="451" actId="1076"/>
          <ac:picMkLst>
            <pc:docMk/>
            <pc:sldMk cId="2147112385" sldId="315"/>
            <ac:picMk id="9" creationId="{CCA42A9C-1F28-DE4D-1D64-A811648C9272}"/>
          </ac:picMkLst>
        </pc:picChg>
        <pc:picChg chg="del">
          <ac:chgData name="Jefferson Passerini" userId="ec684a97d9b6a829" providerId="LiveId" clId="{9B9C2921-3405-4AE7-A664-A59C5D7FC136}" dt="2024-08-19T01:14:52.177" v="440" actId="478"/>
          <ac:picMkLst>
            <pc:docMk/>
            <pc:sldMk cId="2147112385" sldId="315"/>
            <ac:picMk id="10" creationId="{CDF0ED86-751B-CACF-7223-F4ED1CE27A19}"/>
          </ac:picMkLst>
        </pc:picChg>
      </pc:sldChg>
      <pc:sldChg chg="addSp delSp modSp add mod">
        <pc:chgData name="Jefferson Passerini" userId="ec684a97d9b6a829" providerId="LiveId" clId="{9B9C2921-3405-4AE7-A664-A59C5D7FC136}" dt="2024-08-19T01:19:53.367" v="494" actId="1076"/>
        <pc:sldMkLst>
          <pc:docMk/>
          <pc:sldMk cId="1513586987" sldId="316"/>
        </pc:sldMkLst>
        <pc:spChg chg="mod">
          <ac:chgData name="Jefferson Passerini" userId="ec684a97d9b6a829" providerId="LiveId" clId="{9B9C2921-3405-4AE7-A664-A59C5D7FC136}" dt="2024-08-19T01:17:09.805" v="487" actId="14100"/>
          <ac:spMkLst>
            <pc:docMk/>
            <pc:sldMk cId="1513586987" sldId="316"/>
            <ac:spMk id="3" creationId="{212081E4-07F6-C689-2ACC-B6CADD634983}"/>
          </ac:spMkLst>
        </pc:spChg>
        <pc:picChg chg="add mod">
          <ac:chgData name="Jefferson Passerini" userId="ec684a97d9b6a829" providerId="LiveId" clId="{9B9C2921-3405-4AE7-A664-A59C5D7FC136}" dt="2024-08-19T01:19:35.679" v="491" actId="1076"/>
          <ac:picMkLst>
            <pc:docMk/>
            <pc:sldMk cId="1513586987" sldId="316"/>
            <ac:picMk id="6" creationId="{85E085D4-B63A-7ED8-342D-DA11D130AAD7}"/>
          </ac:picMkLst>
        </pc:picChg>
        <pc:picChg chg="del">
          <ac:chgData name="Jefferson Passerini" userId="ec684a97d9b6a829" providerId="LiveId" clId="{9B9C2921-3405-4AE7-A664-A59C5D7FC136}" dt="2024-08-19T01:17:11.319" v="488" actId="478"/>
          <ac:picMkLst>
            <pc:docMk/>
            <pc:sldMk cId="1513586987" sldId="316"/>
            <ac:picMk id="7" creationId="{F338B1F9-059A-F8DD-BFDD-AF899918063A}"/>
          </ac:picMkLst>
        </pc:picChg>
        <pc:picChg chg="del">
          <ac:chgData name="Jefferson Passerini" userId="ec684a97d9b6a829" providerId="LiveId" clId="{9B9C2921-3405-4AE7-A664-A59C5D7FC136}" dt="2024-08-19T01:17:12.047" v="489" actId="478"/>
          <ac:picMkLst>
            <pc:docMk/>
            <pc:sldMk cId="1513586987" sldId="316"/>
            <ac:picMk id="9" creationId="{CCA42A9C-1F28-DE4D-1D64-A811648C9272}"/>
          </ac:picMkLst>
        </pc:picChg>
        <pc:picChg chg="add mod">
          <ac:chgData name="Jefferson Passerini" userId="ec684a97d9b6a829" providerId="LiveId" clId="{9B9C2921-3405-4AE7-A664-A59C5D7FC136}" dt="2024-08-19T01:19:53.367" v="494" actId="1076"/>
          <ac:picMkLst>
            <pc:docMk/>
            <pc:sldMk cId="1513586987" sldId="316"/>
            <ac:picMk id="10" creationId="{F698A5A8-04EB-2BB7-A0E9-B2A90B931816}"/>
          </ac:picMkLst>
        </pc:picChg>
      </pc:sldChg>
      <pc:sldChg chg="addSp delSp modSp add mod">
        <pc:chgData name="Jefferson Passerini" userId="ec684a97d9b6a829" providerId="LiveId" clId="{9B9C2921-3405-4AE7-A664-A59C5D7FC136}" dt="2024-08-19T01:21:37.598" v="510" actId="1076"/>
        <pc:sldMkLst>
          <pc:docMk/>
          <pc:sldMk cId="1609885474" sldId="317"/>
        </pc:sldMkLst>
        <pc:spChg chg="mod">
          <ac:chgData name="Jefferson Passerini" userId="ec684a97d9b6a829" providerId="LiveId" clId="{9B9C2921-3405-4AE7-A664-A59C5D7FC136}" dt="2024-08-19T01:20:04.032" v="501" actId="14100"/>
          <ac:spMkLst>
            <pc:docMk/>
            <pc:sldMk cId="1609885474" sldId="317"/>
            <ac:spMk id="3" creationId="{212081E4-07F6-C689-2ACC-B6CADD634983}"/>
          </ac:spMkLst>
        </pc:spChg>
        <pc:picChg chg="del mod">
          <ac:chgData name="Jefferson Passerini" userId="ec684a97d9b6a829" providerId="LiveId" clId="{9B9C2921-3405-4AE7-A664-A59C5D7FC136}" dt="2024-08-19T01:20:06.007" v="503" actId="478"/>
          <ac:picMkLst>
            <pc:docMk/>
            <pc:sldMk cId="1609885474" sldId="317"/>
            <ac:picMk id="6" creationId="{85E085D4-B63A-7ED8-342D-DA11D130AAD7}"/>
          </ac:picMkLst>
        </pc:picChg>
        <pc:picChg chg="add mod">
          <ac:chgData name="Jefferson Passerini" userId="ec684a97d9b6a829" providerId="LiveId" clId="{9B9C2921-3405-4AE7-A664-A59C5D7FC136}" dt="2024-08-19T01:21:21.248" v="506" actId="1076"/>
          <ac:picMkLst>
            <pc:docMk/>
            <pc:sldMk cId="1609885474" sldId="317"/>
            <ac:picMk id="7" creationId="{33D4388F-F810-265F-F413-FF3D6F586E12}"/>
          </ac:picMkLst>
        </pc:picChg>
        <pc:picChg chg="add mod">
          <ac:chgData name="Jefferson Passerini" userId="ec684a97d9b6a829" providerId="LiveId" clId="{9B9C2921-3405-4AE7-A664-A59C5D7FC136}" dt="2024-08-19T01:21:37.598" v="510" actId="1076"/>
          <ac:picMkLst>
            <pc:docMk/>
            <pc:sldMk cId="1609885474" sldId="317"/>
            <ac:picMk id="9" creationId="{EE380D35-9B34-3A72-B8F8-692E8E61A7FD}"/>
          </ac:picMkLst>
        </pc:picChg>
        <pc:picChg chg="del">
          <ac:chgData name="Jefferson Passerini" userId="ec684a97d9b6a829" providerId="LiveId" clId="{9B9C2921-3405-4AE7-A664-A59C5D7FC136}" dt="2024-08-19T01:20:06.534" v="504" actId="478"/>
          <ac:picMkLst>
            <pc:docMk/>
            <pc:sldMk cId="1609885474" sldId="317"/>
            <ac:picMk id="10" creationId="{F698A5A8-04EB-2BB7-A0E9-B2A90B931816}"/>
          </ac:picMkLst>
        </pc:picChg>
      </pc:sldChg>
      <pc:sldChg chg="addSp delSp modSp add mod">
        <pc:chgData name="Jefferson Passerini" userId="ec684a97d9b6a829" providerId="LiveId" clId="{9B9C2921-3405-4AE7-A664-A59C5D7FC136}" dt="2024-08-19T01:26:12.932" v="547" actId="1076"/>
        <pc:sldMkLst>
          <pc:docMk/>
          <pc:sldMk cId="3632405001" sldId="318"/>
        </pc:sldMkLst>
        <pc:spChg chg="mod">
          <ac:chgData name="Jefferson Passerini" userId="ec684a97d9b6a829" providerId="LiveId" clId="{9B9C2921-3405-4AE7-A664-A59C5D7FC136}" dt="2024-08-19T01:26:11.486" v="546" actId="1076"/>
          <ac:spMkLst>
            <pc:docMk/>
            <pc:sldMk cId="3632405001" sldId="318"/>
            <ac:spMk id="3" creationId="{212081E4-07F6-C689-2ACC-B6CADD634983}"/>
          </ac:spMkLst>
        </pc:spChg>
        <pc:picChg chg="add mod">
          <ac:chgData name="Jefferson Passerini" userId="ec684a97d9b6a829" providerId="LiveId" clId="{9B9C2921-3405-4AE7-A664-A59C5D7FC136}" dt="2024-08-19T01:26:12.932" v="547" actId="1076"/>
          <ac:picMkLst>
            <pc:docMk/>
            <pc:sldMk cId="3632405001" sldId="318"/>
            <ac:picMk id="6" creationId="{6E9B03FE-08C4-6ACC-9F44-DA92971E9A35}"/>
          </ac:picMkLst>
        </pc:picChg>
        <pc:picChg chg="del">
          <ac:chgData name="Jefferson Passerini" userId="ec684a97d9b6a829" providerId="LiveId" clId="{9B9C2921-3405-4AE7-A664-A59C5D7FC136}" dt="2024-08-19T01:21:50.588" v="513" actId="478"/>
          <ac:picMkLst>
            <pc:docMk/>
            <pc:sldMk cId="3632405001" sldId="318"/>
            <ac:picMk id="7" creationId="{33D4388F-F810-265F-F413-FF3D6F586E12}"/>
          </ac:picMkLst>
        </pc:picChg>
        <pc:picChg chg="del">
          <ac:chgData name="Jefferson Passerini" userId="ec684a97d9b6a829" providerId="LiveId" clId="{9B9C2921-3405-4AE7-A664-A59C5D7FC136}" dt="2024-08-19T01:21:50.069" v="512" actId="478"/>
          <ac:picMkLst>
            <pc:docMk/>
            <pc:sldMk cId="3632405001" sldId="318"/>
            <ac:picMk id="9" creationId="{EE380D35-9B34-3A72-B8F8-692E8E61A7FD}"/>
          </ac:picMkLst>
        </pc:picChg>
        <pc:picChg chg="add mod">
          <ac:chgData name="Jefferson Passerini" userId="ec684a97d9b6a829" providerId="LiveId" clId="{9B9C2921-3405-4AE7-A664-A59C5D7FC136}" dt="2024-08-19T01:26:08.590" v="545" actId="1076"/>
          <ac:picMkLst>
            <pc:docMk/>
            <pc:sldMk cId="3632405001" sldId="318"/>
            <ac:picMk id="10" creationId="{0ED6EC90-7FAD-7BB8-B517-4B43783ADBE3}"/>
          </ac:picMkLst>
        </pc:picChg>
      </pc:sldChg>
      <pc:sldChg chg="addSp delSp modSp add mod">
        <pc:chgData name="Jefferson Passerini" userId="ec684a97d9b6a829" providerId="LiveId" clId="{9B9C2921-3405-4AE7-A664-A59C5D7FC136}" dt="2024-08-19T01:38:14.979" v="700" actId="1076"/>
        <pc:sldMkLst>
          <pc:docMk/>
          <pc:sldMk cId="1576831718" sldId="319"/>
        </pc:sldMkLst>
        <pc:spChg chg="mod">
          <ac:chgData name="Jefferson Passerini" userId="ec684a97d9b6a829" providerId="LiveId" clId="{9B9C2921-3405-4AE7-A664-A59C5D7FC136}" dt="2024-08-19T01:27:18.250" v="693" actId="20577"/>
          <ac:spMkLst>
            <pc:docMk/>
            <pc:sldMk cId="1576831718" sldId="319"/>
            <ac:spMk id="3" creationId="{212081E4-07F6-C689-2ACC-B6CADD634983}"/>
          </ac:spMkLst>
        </pc:spChg>
        <pc:picChg chg="del">
          <ac:chgData name="Jefferson Passerini" userId="ec684a97d9b6a829" providerId="LiveId" clId="{9B9C2921-3405-4AE7-A664-A59C5D7FC136}" dt="2024-08-19T01:26:24.914" v="549" actId="478"/>
          <ac:picMkLst>
            <pc:docMk/>
            <pc:sldMk cId="1576831718" sldId="319"/>
            <ac:picMk id="6" creationId="{6E9B03FE-08C4-6ACC-9F44-DA92971E9A35}"/>
          </ac:picMkLst>
        </pc:picChg>
        <pc:picChg chg="add mod">
          <ac:chgData name="Jefferson Passerini" userId="ec684a97d9b6a829" providerId="LiveId" clId="{9B9C2921-3405-4AE7-A664-A59C5D7FC136}" dt="2024-08-19T01:38:02.108" v="698" actId="1076"/>
          <ac:picMkLst>
            <pc:docMk/>
            <pc:sldMk cId="1576831718" sldId="319"/>
            <ac:picMk id="7" creationId="{D6A8AA24-3664-B2F7-85BD-EC7E915D7689}"/>
          </ac:picMkLst>
        </pc:picChg>
        <pc:picChg chg="add mod">
          <ac:chgData name="Jefferson Passerini" userId="ec684a97d9b6a829" providerId="LiveId" clId="{9B9C2921-3405-4AE7-A664-A59C5D7FC136}" dt="2024-08-19T01:38:14.979" v="700" actId="1076"/>
          <ac:picMkLst>
            <pc:docMk/>
            <pc:sldMk cId="1576831718" sldId="319"/>
            <ac:picMk id="9" creationId="{E3978CB4-BEF5-B73F-7D1A-4B4E8EBBE76D}"/>
          </ac:picMkLst>
        </pc:picChg>
        <pc:picChg chg="del">
          <ac:chgData name="Jefferson Passerini" userId="ec684a97d9b6a829" providerId="LiveId" clId="{9B9C2921-3405-4AE7-A664-A59C5D7FC136}" dt="2024-08-19T01:26:25.459" v="550" actId="478"/>
          <ac:picMkLst>
            <pc:docMk/>
            <pc:sldMk cId="1576831718" sldId="319"/>
            <ac:picMk id="10" creationId="{0ED6EC90-7FAD-7BB8-B517-4B43783ADBE3}"/>
          </ac:picMkLst>
        </pc:picChg>
      </pc:sldChg>
      <pc:sldChg chg="addSp delSp modSp add mod ord">
        <pc:chgData name="Jefferson Passerini" userId="ec684a97d9b6a829" providerId="LiveId" clId="{9B9C2921-3405-4AE7-A664-A59C5D7FC136}" dt="2024-08-19T02:19:29.636" v="1018" actId="20577"/>
        <pc:sldMkLst>
          <pc:docMk/>
          <pc:sldMk cId="2860135609" sldId="320"/>
        </pc:sldMkLst>
        <pc:spChg chg="mod">
          <ac:chgData name="Jefferson Passerini" userId="ec684a97d9b6a829" providerId="LiveId" clId="{9B9C2921-3405-4AE7-A664-A59C5D7FC136}" dt="2024-08-19T02:19:29.636" v="1018" actId="20577"/>
          <ac:spMkLst>
            <pc:docMk/>
            <pc:sldMk cId="2860135609" sldId="320"/>
            <ac:spMk id="3" creationId="{212081E4-07F6-C689-2ACC-B6CADD634983}"/>
          </ac:spMkLst>
        </pc:spChg>
        <pc:spChg chg="add mod">
          <ac:chgData name="Jefferson Passerini" userId="ec684a97d9b6a829" providerId="LiveId" clId="{9B9C2921-3405-4AE7-A664-A59C5D7FC136}" dt="2024-08-19T01:44:41.890" v="963" actId="27636"/>
          <ac:spMkLst>
            <pc:docMk/>
            <pc:sldMk cId="2860135609" sldId="320"/>
            <ac:spMk id="8" creationId="{76EAD320-A798-B009-C943-9EA37027A9AF}"/>
          </ac:spMkLst>
        </pc:spChg>
        <pc:picChg chg="add mod">
          <ac:chgData name="Jefferson Passerini" userId="ec684a97d9b6a829" providerId="LiveId" clId="{9B9C2921-3405-4AE7-A664-A59C5D7FC136}" dt="2024-08-19T01:42:14.835" v="754" actId="1076"/>
          <ac:picMkLst>
            <pc:docMk/>
            <pc:sldMk cId="2860135609" sldId="320"/>
            <ac:picMk id="6" creationId="{CEE1FD77-D834-F214-86A2-384FA5A01E9F}"/>
          </ac:picMkLst>
        </pc:picChg>
        <pc:picChg chg="del">
          <ac:chgData name="Jefferson Passerini" userId="ec684a97d9b6a829" providerId="LiveId" clId="{9B9C2921-3405-4AE7-A664-A59C5D7FC136}" dt="2024-08-19T01:39:18.315" v="703" actId="478"/>
          <ac:picMkLst>
            <pc:docMk/>
            <pc:sldMk cId="2860135609" sldId="320"/>
            <ac:picMk id="7" creationId="{D6A8AA24-3664-B2F7-85BD-EC7E915D7689}"/>
          </ac:picMkLst>
        </pc:picChg>
        <pc:picChg chg="del">
          <ac:chgData name="Jefferson Passerini" userId="ec684a97d9b6a829" providerId="LiveId" clId="{9B9C2921-3405-4AE7-A664-A59C5D7FC136}" dt="2024-08-19T01:39:17.851" v="702" actId="478"/>
          <ac:picMkLst>
            <pc:docMk/>
            <pc:sldMk cId="2860135609" sldId="320"/>
            <ac:picMk id="9" creationId="{E3978CB4-BEF5-B73F-7D1A-4B4E8EBBE76D}"/>
          </ac:picMkLst>
        </pc:picChg>
        <pc:picChg chg="add mod">
          <ac:chgData name="Jefferson Passerini" userId="ec684a97d9b6a829" providerId="LiveId" clId="{9B9C2921-3405-4AE7-A664-A59C5D7FC136}" dt="2024-08-19T01:43:05.791" v="768" actId="1076"/>
          <ac:picMkLst>
            <pc:docMk/>
            <pc:sldMk cId="2860135609" sldId="320"/>
            <ac:picMk id="11" creationId="{40DDE3A9-0BF1-E1F0-3A9E-0270DBDB448A}"/>
          </ac:picMkLst>
        </pc:picChg>
        <pc:picChg chg="add mod">
          <ac:chgData name="Jefferson Passerini" userId="ec684a97d9b6a829" providerId="LiveId" clId="{9B9C2921-3405-4AE7-A664-A59C5D7FC136}" dt="2024-08-19T01:43:04.261" v="767" actId="1076"/>
          <ac:picMkLst>
            <pc:docMk/>
            <pc:sldMk cId="2860135609" sldId="320"/>
            <ac:picMk id="13" creationId="{4DA83BE6-0B44-3135-B712-AB5A45A232B7}"/>
          </ac:picMkLst>
        </pc:picChg>
        <pc:picChg chg="add mod">
          <ac:chgData name="Jefferson Passerini" userId="ec684a97d9b6a829" providerId="LiveId" clId="{9B9C2921-3405-4AE7-A664-A59C5D7FC136}" dt="2024-08-19T01:44:48.237" v="965" actId="14100"/>
          <ac:picMkLst>
            <pc:docMk/>
            <pc:sldMk cId="2860135609" sldId="320"/>
            <ac:picMk id="15" creationId="{16DA3C27-5947-2ACE-0483-943E0970D305}"/>
          </ac:picMkLst>
        </pc:picChg>
      </pc:sldChg>
      <pc:sldChg chg="addSp delSp modSp add mod">
        <pc:chgData name="Jefferson Passerini" userId="ec684a97d9b6a829" providerId="LiveId" clId="{9B9C2921-3405-4AE7-A664-A59C5D7FC136}" dt="2024-08-19T02:21:27.129" v="1092" actId="1076"/>
        <pc:sldMkLst>
          <pc:docMk/>
          <pc:sldMk cId="2551870368" sldId="321"/>
        </pc:sldMkLst>
        <pc:spChg chg="mod">
          <ac:chgData name="Jefferson Passerini" userId="ec684a97d9b6a829" providerId="LiveId" clId="{9B9C2921-3405-4AE7-A664-A59C5D7FC136}" dt="2024-08-19T02:20:29.523" v="1080" actId="20577"/>
          <ac:spMkLst>
            <pc:docMk/>
            <pc:sldMk cId="2551870368" sldId="321"/>
            <ac:spMk id="2" creationId="{EE1EA9E1-72F7-6EE9-327C-D1AA78D8B8DE}"/>
          </ac:spMkLst>
        </pc:spChg>
        <pc:spChg chg="mod">
          <ac:chgData name="Jefferson Passerini" userId="ec684a97d9b6a829" providerId="LiveId" clId="{9B9C2921-3405-4AE7-A664-A59C5D7FC136}" dt="2024-08-19T02:21:05.929" v="1089" actId="14100"/>
          <ac:spMkLst>
            <pc:docMk/>
            <pc:sldMk cId="2551870368" sldId="321"/>
            <ac:spMk id="3" creationId="{212081E4-07F6-C689-2ACC-B6CADD634983}"/>
          </ac:spMkLst>
        </pc:spChg>
        <pc:picChg chg="add mod">
          <ac:chgData name="Jefferson Passerini" userId="ec684a97d9b6a829" providerId="LiveId" clId="{9B9C2921-3405-4AE7-A664-A59C5D7FC136}" dt="2024-08-19T02:21:02.870" v="1088" actId="1076"/>
          <ac:picMkLst>
            <pc:docMk/>
            <pc:sldMk cId="2551870368" sldId="321"/>
            <ac:picMk id="6" creationId="{D62A8DF4-023A-741F-C72E-D03337CE1256}"/>
          </ac:picMkLst>
        </pc:picChg>
        <pc:picChg chg="del">
          <ac:chgData name="Jefferson Passerini" userId="ec684a97d9b6a829" providerId="LiveId" clId="{9B9C2921-3405-4AE7-A664-A59C5D7FC136}" dt="2024-08-19T02:19:52.139" v="1052" actId="478"/>
          <ac:picMkLst>
            <pc:docMk/>
            <pc:sldMk cId="2551870368" sldId="321"/>
            <ac:picMk id="7" creationId="{D6A8AA24-3664-B2F7-85BD-EC7E915D7689}"/>
          </ac:picMkLst>
        </pc:picChg>
        <pc:picChg chg="del">
          <ac:chgData name="Jefferson Passerini" userId="ec684a97d9b6a829" providerId="LiveId" clId="{9B9C2921-3405-4AE7-A664-A59C5D7FC136}" dt="2024-08-19T02:19:46.115" v="1051" actId="478"/>
          <ac:picMkLst>
            <pc:docMk/>
            <pc:sldMk cId="2551870368" sldId="321"/>
            <ac:picMk id="9" creationId="{E3978CB4-BEF5-B73F-7D1A-4B4E8EBBE76D}"/>
          </ac:picMkLst>
        </pc:picChg>
        <pc:picChg chg="add mod">
          <ac:chgData name="Jefferson Passerini" userId="ec684a97d9b6a829" providerId="LiveId" clId="{9B9C2921-3405-4AE7-A664-A59C5D7FC136}" dt="2024-08-19T02:21:08.691" v="1090" actId="1076"/>
          <ac:picMkLst>
            <pc:docMk/>
            <pc:sldMk cId="2551870368" sldId="321"/>
            <ac:picMk id="10" creationId="{445912AC-624E-ED8B-8BD8-1BA7F4255ADE}"/>
          </ac:picMkLst>
        </pc:picChg>
        <pc:picChg chg="add mod">
          <ac:chgData name="Jefferson Passerini" userId="ec684a97d9b6a829" providerId="LiveId" clId="{9B9C2921-3405-4AE7-A664-A59C5D7FC136}" dt="2024-08-19T02:21:27.129" v="1092" actId="1076"/>
          <ac:picMkLst>
            <pc:docMk/>
            <pc:sldMk cId="2551870368" sldId="321"/>
            <ac:picMk id="12" creationId="{5F531C3C-6CD3-7253-A221-959B4B751450}"/>
          </ac:picMkLst>
        </pc:picChg>
      </pc:sldChg>
      <pc:sldChg chg="modSp add ord">
        <pc:chgData name="Jefferson Passerini" userId="ec684a97d9b6a829" providerId="LiveId" clId="{9B9C2921-3405-4AE7-A664-A59C5D7FC136}" dt="2024-08-19T02:21:44.586" v="1101" actId="20577"/>
        <pc:sldMkLst>
          <pc:docMk/>
          <pc:sldMk cId="3854585396" sldId="322"/>
        </pc:sldMkLst>
        <pc:spChg chg="mod">
          <ac:chgData name="Jefferson Passerini" userId="ec684a97d9b6a829" providerId="LiveId" clId="{9B9C2921-3405-4AE7-A664-A59C5D7FC136}" dt="2024-08-19T02:21:44.586" v="1101" actId="20577"/>
          <ac:spMkLst>
            <pc:docMk/>
            <pc:sldMk cId="3854585396" sldId="322"/>
            <ac:spMk id="2" creationId="{2E243026-E16F-9CDD-AE56-CF691B008A41}"/>
          </ac:spMkLst>
        </pc:spChg>
      </pc:sldChg>
      <pc:sldChg chg="addSp delSp modSp add mod">
        <pc:chgData name="Jefferson Passerini" userId="ec684a97d9b6a829" providerId="LiveId" clId="{9B9C2921-3405-4AE7-A664-A59C5D7FC136}" dt="2024-08-19T02:22:36.401" v="1128" actId="20577"/>
        <pc:sldMkLst>
          <pc:docMk/>
          <pc:sldMk cId="537278518" sldId="323"/>
        </pc:sldMkLst>
        <pc:spChg chg="mod">
          <ac:chgData name="Jefferson Passerini" userId="ec684a97d9b6a829" providerId="LiveId" clId="{9B9C2921-3405-4AE7-A664-A59C5D7FC136}" dt="2024-08-19T02:22:36.401" v="1128" actId="20577"/>
          <ac:spMkLst>
            <pc:docMk/>
            <pc:sldMk cId="537278518" sldId="323"/>
            <ac:spMk id="3" creationId="{212081E4-07F6-C689-2ACC-B6CADD634983}"/>
          </ac:spMkLst>
        </pc:spChg>
        <pc:picChg chg="del">
          <ac:chgData name="Jefferson Passerini" userId="ec684a97d9b6a829" providerId="LiveId" clId="{9B9C2921-3405-4AE7-A664-A59C5D7FC136}" dt="2024-08-19T02:22:21.137" v="1103" actId="478"/>
          <ac:picMkLst>
            <pc:docMk/>
            <pc:sldMk cId="537278518" sldId="323"/>
            <ac:picMk id="6" creationId="{D62A8DF4-023A-741F-C72E-D03337CE1256}"/>
          </ac:picMkLst>
        </pc:picChg>
        <pc:picChg chg="add mod">
          <ac:chgData name="Jefferson Passerini" userId="ec684a97d9b6a829" providerId="LiveId" clId="{9B9C2921-3405-4AE7-A664-A59C5D7FC136}" dt="2024-08-19T02:22:27.150" v="1108" actId="1076"/>
          <ac:picMkLst>
            <pc:docMk/>
            <pc:sldMk cId="537278518" sldId="323"/>
            <ac:picMk id="7" creationId="{47596E5C-3B99-2694-9562-F6C13640134D}"/>
          </ac:picMkLst>
        </pc:picChg>
        <pc:picChg chg="del">
          <ac:chgData name="Jefferson Passerini" userId="ec684a97d9b6a829" providerId="LiveId" clId="{9B9C2921-3405-4AE7-A664-A59C5D7FC136}" dt="2024-08-19T02:22:21.818" v="1104" actId="478"/>
          <ac:picMkLst>
            <pc:docMk/>
            <pc:sldMk cId="537278518" sldId="323"/>
            <ac:picMk id="10" creationId="{445912AC-624E-ED8B-8BD8-1BA7F4255ADE}"/>
          </ac:picMkLst>
        </pc:picChg>
        <pc:picChg chg="del">
          <ac:chgData name="Jefferson Passerini" userId="ec684a97d9b6a829" providerId="LiveId" clId="{9B9C2921-3405-4AE7-A664-A59C5D7FC136}" dt="2024-08-19T02:22:22.467" v="1105" actId="478"/>
          <ac:picMkLst>
            <pc:docMk/>
            <pc:sldMk cId="537278518" sldId="323"/>
            <ac:picMk id="12" creationId="{5F531C3C-6CD3-7253-A221-959B4B751450}"/>
          </ac:picMkLst>
        </pc:picChg>
      </pc:sldChg>
      <pc:sldChg chg="delSp modSp add mod ord">
        <pc:chgData name="Jefferson Passerini" userId="ec684a97d9b6a829" providerId="LiveId" clId="{9B9C2921-3405-4AE7-A664-A59C5D7FC136}" dt="2024-08-19T02:24:15.709" v="1197" actId="27636"/>
        <pc:sldMkLst>
          <pc:docMk/>
          <pc:sldMk cId="1852741127" sldId="324"/>
        </pc:sldMkLst>
        <pc:spChg chg="mod">
          <ac:chgData name="Jefferson Passerini" userId="ec684a97d9b6a829" providerId="LiveId" clId="{9B9C2921-3405-4AE7-A664-A59C5D7FC136}" dt="2024-08-19T02:23:22.850" v="1160" actId="20577"/>
          <ac:spMkLst>
            <pc:docMk/>
            <pc:sldMk cId="1852741127" sldId="324"/>
            <ac:spMk id="2" creationId="{EE1EA9E1-72F7-6EE9-327C-D1AA78D8B8DE}"/>
          </ac:spMkLst>
        </pc:spChg>
        <pc:spChg chg="mod">
          <ac:chgData name="Jefferson Passerini" userId="ec684a97d9b6a829" providerId="LiveId" clId="{9B9C2921-3405-4AE7-A664-A59C5D7FC136}" dt="2024-08-19T02:24:15.709" v="1197" actId="27636"/>
          <ac:spMkLst>
            <pc:docMk/>
            <pc:sldMk cId="1852741127" sldId="324"/>
            <ac:spMk id="3" creationId="{212081E4-07F6-C689-2ACC-B6CADD634983}"/>
          </ac:spMkLst>
        </pc:spChg>
        <pc:spChg chg="mod">
          <ac:chgData name="Jefferson Passerini" userId="ec684a97d9b6a829" providerId="LiveId" clId="{9B9C2921-3405-4AE7-A664-A59C5D7FC136}" dt="2024-08-19T02:23:17.698" v="1147" actId="1076"/>
          <ac:spMkLst>
            <pc:docMk/>
            <pc:sldMk cId="1852741127" sldId="324"/>
            <ac:spMk id="4" creationId="{5EA05B02-D80D-3624-D3E0-6EB75542A97B}"/>
          </ac:spMkLst>
        </pc:spChg>
        <pc:picChg chg="del mod">
          <ac:chgData name="Jefferson Passerini" userId="ec684a97d9b6a829" providerId="LiveId" clId="{9B9C2921-3405-4AE7-A664-A59C5D7FC136}" dt="2024-08-19T02:23:31.121" v="1175" actId="478"/>
          <ac:picMkLst>
            <pc:docMk/>
            <pc:sldMk cId="1852741127" sldId="324"/>
            <ac:picMk id="6" creationId="{56248FB6-5FC8-64DB-4990-51D2F2772009}"/>
          </ac:picMkLst>
        </pc:picChg>
      </pc:sldChg>
      <pc:sldChg chg="modSp add">
        <pc:chgData name="Jefferson Passerini" userId="ec684a97d9b6a829" providerId="LiveId" clId="{9B9C2921-3405-4AE7-A664-A59C5D7FC136}" dt="2024-08-19T02:23:12.545" v="1145" actId="20577"/>
        <pc:sldMkLst>
          <pc:docMk/>
          <pc:sldMk cId="4146740212" sldId="325"/>
        </pc:sldMkLst>
        <pc:spChg chg="mod">
          <ac:chgData name="Jefferson Passerini" userId="ec684a97d9b6a829" providerId="LiveId" clId="{9B9C2921-3405-4AE7-A664-A59C5D7FC136}" dt="2024-08-19T02:23:12.545" v="1145" actId="20577"/>
          <ac:spMkLst>
            <pc:docMk/>
            <pc:sldMk cId="4146740212" sldId="325"/>
            <ac:spMk id="2" creationId="{2E243026-E16F-9CDD-AE56-CF691B008A41}"/>
          </ac:spMkLst>
        </pc:spChg>
      </pc:sldChg>
    </pc:docChg>
  </pc:docChgLst>
  <pc:docChgLst>
    <pc:chgData name="Jefferson Passerini" userId="ec684a97d9b6a829" providerId="LiveId" clId="{A7947994-D0A7-466E-B89B-74CFCD09AA60}"/>
    <pc:docChg chg="undo custSel addSld delSld modSld sldOrd">
      <pc:chgData name="Jefferson Passerini" userId="ec684a97d9b6a829" providerId="LiveId" clId="{A7947994-D0A7-466E-B89B-74CFCD09AA60}" dt="2024-05-29T11:43:59.785" v="821" actId="113"/>
      <pc:docMkLst>
        <pc:docMk/>
      </pc:docMkLst>
      <pc:sldChg chg="addSp delSp modSp mod">
        <pc:chgData name="Jefferson Passerini" userId="ec684a97d9b6a829" providerId="LiveId" clId="{A7947994-D0A7-466E-B89B-74CFCD09AA60}" dt="2024-05-28T16:44:17.861" v="20" actId="20577"/>
        <pc:sldMkLst>
          <pc:docMk/>
          <pc:sldMk cId="3568309152" sldId="256"/>
        </pc:sldMkLst>
        <pc:spChg chg="mod">
          <ac:chgData name="Jefferson Passerini" userId="ec684a97d9b6a829" providerId="LiveId" clId="{A7947994-D0A7-466E-B89B-74CFCD09AA60}" dt="2024-05-28T16:44:17.861" v="20" actId="20577"/>
          <ac:spMkLst>
            <pc:docMk/>
            <pc:sldMk cId="3568309152" sldId="256"/>
            <ac:spMk id="2" creationId="{2E243026-E16F-9CDD-AE56-CF691B008A41}"/>
          </ac:spMkLst>
        </pc:spChg>
        <pc:spChg chg="mod">
          <ac:chgData name="Jefferson Passerini" userId="ec684a97d9b6a829" providerId="LiveId" clId="{A7947994-D0A7-466E-B89B-74CFCD09AA60}" dt="2024-05-28T16:44:10.259" v="12" actId="26606"/>
          <ac:spMkLst>
            <pc:docMk/>
            <pc:sldMk cId="3568309152" sldId="256"/>
            <ac:spMk id="3" creationId="{A782A01C-CDB4-BEF0-9F78-DD3F68C87023}"/>
          </ac:spMkLst>
        </pc:spChg>
        <pc:spChg chg="del">
          <ac:chgData name="Jefferson Passerini" userId="ec684a97d9b6a829" providerId="LiveId" clId="{A7947994-D0A7-466E-B89B-74CFCD09AA60}" dt="2024-05-28T16:44:10.259" v="12" actId="26606"/>
          <ac:spMkLst>
            <pc:docMk/>
            <pc:sldMk cId="3568309152" sldId="256"/>
            <ac:spMk id="177" creationId="{0671A8AE-40A1-4631-A6B8-581AFF065482}"/>
          </ac:spMkLst>
        </pc:spChg>
        <pc:spChg chg="del">
          <ac:chgData name="Jefferson Passerini" userId="ec684a97d9b6a829" providerId="LiveId" clId="{A7947994-D0A7-466E-B89B-74CFCD09AA60}" dt="2024-05-28T16:44:10.259" v="12" actId="26606"/>
          <ac:spMkLst>
            <pc:docMk/>
            <pc:sldMk cId="3568309152" sldId="256"/>
            <ac:spMk id="179" creationId="{AB58EF07-17C2-48CF-ABB0-EEF1F17CB8F0}"/>
          </ac:spMkLst>
        </pc:spChg>
        <pc:spChg chg="del">
          <ac:chgData name="Jefferson Passerini" userId="ec684a97d9b6a829" providerId="LiveId" clId="{A7947994-D0A7-466E-B89B-74CFCD09AA60}" dt="2024-05-28T16:44:10.259" v="12" actId="26606"/>
          <ac:spMkLst>
            <pc:docMk/>
            <pc:sldMk cId="3568309152" sldId="256"/>
            <ac:spMk id="181" creationId="{AF2F604E-43BE-4DC3-B983-E071523364F8}"/>
          </ac:spMkLst>
        </pc:spChg>
        <pc:spChg chg="del">
          <ac:chgData name="Jefferson Passerini" userId="ec684a97d9b6a829" providerId="LiveId" clId="{A7947994-D0A7-466E-B89B-74CFCD09AA60}" dt="2024-05-28T16:44:10.259" v="12" actId="26606"/>
          <ac:spMkLst>
            <pc:docMk/>
            <pc:sldMk cId="3568309152" sldId="256"/>
            <ac:spMk id="183" creationId="{08C9B587-E65E-4B52-B37C-ABEBB6E87928}"/>
          </ac:spMkLst>
        </pc:spChg>
        <pc:spChg chg="add">
          <ac:chgData name="Jefferson Passerini" userId="ec684a97d9b6a829" providerId="LiveId" clId="{A7947994-D0A7-466E-B89B-74CFCD09AA60}" dt="2024-05-28T16:44:10.259" v="12" actId="26606"/>
          <ac:spMkLst>
            <pc:docMk/>
            <pc:sldMk cId="3568309152" sldId="256"/>
            <ac:spMk id="188" creationId="{E91DC736-0EF8-4F87-9146-EBF1D2EE4D3D}"/>
          </ac:spMkLst>
        </pc:spChg>
        <pc:spChg chg="add">
          <ac:chgData name="Jefferson Passerini" userId="ec684a97d9b6a829" providerId="LiveId" clId="{A7947994-D0A7-466E-B89B-74CFCD09AA60}" dt="2024-05-28T16:44:10.259" v="12" actId="26606"/>
          <ac:spMkLst>
            <pc:docMk/>
            <pc:sldMk cId="3568309152" sldId="256"/>
            <ac:spMk id="190" creationId="{097CD68E-23E3-4007-8847-CD0944C4F7BE}"/>
          </ac:spMkLst>
        </pc:spChg>
        <pc:spChg chg="add">
          <ac:chgData name="Jefferson Passerini" userId="ec684a97d9b6a829" providerId="LiveId" clId="{A7947994-D0A7-466E-B89B-74CFCD09AA60}" dt="2024-05-28T16:44:10.259" v="12" actId="26606"/>
          <ac:spMkLst>
            <pc:docMk/>
            <pc:sldMk cId="3568309152" sldId="256"/>
            <ac:spMk id="192" creationId="{AF2F604E-43BE-4DC3-B983-E071523364F8}"/>
          </ac:spMkLst>
        </pc:spChg>
        <pc:spChg chg="add">
          <ac:chgData name="Jefferson Passerini" userId="ec684a97d9b6a829" providerId="LiveId" clId="{A7947994-D0A7-466E-B89B-74CFCD09AA60}" dt="2024-05-28T16:44:10.259" v="12" actId="26606"/>
          <ac:spMkLst>
            <pc:docMk/>
            <pc:sldMk cId="3568309152" sldId="256"/>
            <ac:spMk id="194" creationId="{08C9B587-E65E-4B52-B37C-ABEBB6E87928}"/>
          </ac:spMkLst>
        </pc:spChg>
        <pc:picChg chg="del">
          <ac:chgData name="Jefferson Passerini" userId="ec684a97d9b6a829" providerId="LiveId" clId="{A7947994-D0A7-466E-B89B-74CFCD09AA60}" dt="2024-05-28T16:43:04.058" v="0" actId="478"/>
          <ac:picMkLst>
            <pc:docMk/>
            <pc:sldMk cId="3568309152" sldId="256"/>
            <ac:picMk id="5" creationId="{9500FF0C-D584-0E07-97FC-4B9C011C5187}"/>
          </ac:picMkLst>
        </pc:picChg>
        <pc:picChg chg="add del mod">
          <ac:chgData name="Jefferson Passerini" userId="ec684a97d9b6a829" providerId="LiveId" clId="{A7947994-D0A7-466E-B89B-74CFCD09AA60}" dt="2024-05-28T16:43:24.203" v="4" actId="478"/>
          <ac:picMkLst>
            <pc:docMk/>
            <pc:sldMk cId="3568309152" sldId="256"/>
            <ac:picMk id="6" creationId="{E1E46DD7-B1C0-5163-C6FB-B6579ACA338C}"/>
          </ac:picMkLst>
        </pc:picChg>
        <pc:picChg chg="add del mod">
          <ac:chgData name="Jefferson Passerini" userId="ec684a97d9b6a829" providerId="LiveId" clId="{A7947994-D0A7-466E-B89B-74CFCD09AA60}" dt="2024-05-28T16:43:32.427" v="8" actId="478"/>
          <ac:picMkLst>
            <pc:docMk/>
            <pc:sldMk cId="3568309152" sldId="256"/>
            <ac:picMk id="8" creationId="{DC06FD65-4D3C-56C0-427B-3BE0599AD3E5}"/>
          </ac:picMkLst>
        </pc:picChg>
        <pc:picChg chg="add mod ord">
          <ac:chgData name="Jefferson Passerini" userId="ec684a97d9b6a829" providerId="LiveId" clId="{A7947994-D0A7-466E-B89B-74CFCD09AA60}" dt="2024-05-28T16:44:10.259" v="12" actId="26606"/>
          <ac:picMkLst>
            <pc:docMk/>
            <pc:sldMk cId="3568309152" sldId="256"/>
            <ac:picMk id="10" creationId="{275F69C5-5F32-3955-258B-2F15C3A3B6CA}"/>
          </ac:picMkLst>
        </pc:picChg>
      </pc:sldChg>
      <pc:sldChg chg="modSp mod">
        <pc:chgData name="Jefferson Passerini" userId="ec684a97d9b6a829" providerId="LiveId" clId="{A7947994-D0A7-466E-B89B-74CFCD09AA60}" dt="2024-05-28T17:01:06.314" v="204" actId="20577"/>
        <pc:sldMkLst>
          <pc:docMk/>
          <pc:sldMk cId="1879529569" sldId="287"/>
        </pc:sldMkLst>
        <pc:spChg chg="mod">
          <ac:chgData name="Jefferson Passerini" userId="ec684a97d9b6a829" providerId="LiveId" clId="{A7947994-D0A7-466E-B89B-74CFCD09AA60}" dt="2024-05-28T16:46:36.800" v="76" actId="122"/>
          <ac:spMkLst>
            <pc:docMk/>
            <pc:sldMk cId="1879529569" sldId="287"/>
            <ac:spMk id="3" creationId="{212081E4-07F6-C689-2ACC-B6CADD634983}"/>
          </ac:spMkLst>
        </pc:spChg>
        <pc:spChg chg="mod">
          <ac:chgData name="Jefferson Passerini" userId="ec684a97d9b6a829" providerId="LiveId" clId="{A7947994-D0A7-466E-B89B-74CFCD09AA60}" dt="2024-05-28T17:01:06.314" v="204" actId="20577"/>
          <ac:spMkLst>
            <pc:docMk/>
            <pc:sldMk cId="1879529569" sldId="287"/>
            <ac:spMk id="4" creationId="{5EA05B02-D80D-3624-D3E0-6EB75542A97B}"/>
          </ac:spMkLst>
        </pc:spChg>
      </pc:sldChg>
      <pc:sldChg chg="modSp add mod">
        <pc:chgData name="Jefferson Passerini" userId="ec684a97d9b6a829" providerId="LiveId" clId="{A7947994-D0A7-466E-B89B-74CFCD09AA60}" dt="2024-05-28T17:01:13.064" v="216" actId="20577"/>
        <pc:sldMkLst>
          <pc:docMk/>
          <pc:sldMk cId="79919528" sldId="288"/>
        </pc:sldMkLst>
        <pc:spChg chg="mod">
          <ac:chgData name="Jefferson Passerini" userId="ec684a97d9b6a829" providerId="LiveId" clId="{A7947994-D0A7-466E-B89B-74CFCD09AA60}" dt="2024-05-28T16:58:30.238" v="142" actId="120"/>
          <ac:spMkLst>
            <pc:docMk/>
            <pc:sldMk cId="79919528" sldId="288"/>
            <ac:spMk id="3" creationId="{212081E4-07F6-C689-2ACC-B6CADD634983}"/>
          </ac:spMkLst>
        </pc:spChg>
        <pc:spChg chg="mod">
          <ac:chgData name="Jefferson Passerini" userId="ec684a97d9b6a829" providerId="LiveId" clId="{A7947994-D0A7-466E-B89B-74CFCD09AA60}" dt="2024-05-28T17:01:13.064" v="216" actId="20577"/>
          <ac:spMkLst>
            <pc:docMk/>
            <pc:sldMk cId="79919528" sldId="288"/>
            <ac:spMk id="4" creationId="{5EA05B02-D80D-3624-D3E0-6EB75542A97B}"/>
          </ac:spMkLst>
        </pc:spChg>
      </pc:sldChg>
      <pc:sldChg chg="del">
        <pc:chgData name="Jefferson Passerini" userId="ec684a97d9b6a829" providerId="LiveId" clId="{A7947994-D0A7-466E-B89B-74CFCD09AA60}" dt="2024-05-28T16:44:43.826" v="21" actId="47"/>
        <pc:sldMkLst>
          <pc:docMk/>
          <pc:sldMk cId="3686584995" sldId="288"/>
        </pc:sldMkLst>
      </pc:sldChg>
      <pc:sldChg chg="del">
        <pc:chgData name="Jefferson Passerini" userId="ec684a97d9b6a829" providerId="LiveId" clId="{A7947994-D0A7-466E-B89B-74CFCD09AA60}" dt="2024-05-28T16:44:43.826" v="21" actId="47"/>
        <pc:sldMkLst>
          <pc:docMk/>
          <pc:sldMk cId="1654535349" sldId="289"/>
        </pc:sldMkLst>
      </pc:sldChg>
      <pc:sldChg chg="addSp modSp add mod">
        <pc:chgData name="Jefferson Passerini" userId="ec684a97d9b6a829" providerId="LiveId" clId="{A7947994-D0A7-466E-B89B-74CFCD09AA60}" dt="2024-05-28T17:01:32.851" v="228" actId="20577"/>
        <pc:sldMkLst>
          <pc:docMk/>
          <pc:sldMk cId="3208648039" sldId="289"/>
        </pc:sldMkLst>
        <pc:spChg chg="mod">
          <ac:chgData name="Jefferson Passerini" userId="ec684a97d9b6a829" providerId="LiveId" clId="{A7947994-D0A7-466E-B89B-74CFCD09AA60}" dt="2024-05-28T17:00:37.795" v="191" actId="14100"/>
          <ac:spMkLst>
            <pc:docMk/>
            <pc:sldMk cId="3208648039" sldId="289"/>
            <ac:spMk id="3" creationId="{212081E4-07F6-C689-2ACC-B6CADD634983}"/>
          </ac:spMkLst>
        </pc:spChg>
        <pc:spChg chg="mod">
          <ac:chgData name="Jefferson Passerini" userId="ec684a97d9b6a829" providerId="LiveId" clId="{A7947994-D0A7-466E-B89B-74CFCD09AA60}" dt="2024-05-28T17:01:32.851" v="228" actId="20577"/>
          <ac:spMkLst>
            <pc:docMk/>
            <pc:sldMk cId="3208648039" sldId="289"/>
            <ac:spMk id="4" creationId="{5EA05B02-D80D-3624-D3E0-6EB75542A97B}"/>
          </ac:spMkLst>
        </pc:spChg>
        <pc:picChg chg="add mod">
          <ac:chgData name="Jefferson Passerini" userId="ec684a97d9b6a829" providerId="LiveId" clId="{A7947994-D0A7-466E-B89B-74CFCD09AA60}" dt="2024-05-28T17:00:56.176" v="192" actId="1076"/>
          <ac:picMkLst>
            <pc:docMk/>
            <pc:sldMk cId="3208648039" sldId="289"/>
            <ac:picMk id="5" creationId="{A356B20F-15E9-9271-5112-A353DD0214FB}"/>
          </ac:picMkLst>
        </pc:picChg>
      </pc:sldChg>
      <pc:sldChg chg="addSp delSp modSp add mod">
        <pc:chgData name="Jefferson Passerini" userId="ec684a97d9b6a829" providerId="LiveId" clId="{A7947994-D0A7-466E-B89B-74CFCD09AA60}" dt="2024-05-28T17:08:20.924" v="327" actId="1076"/>
        <pc:sldMkLst>
          <pc:docMk/>
          <pc:sldMk cId="169101092" sldId="290"/>
        </pc:sldMkLst>
        <pc:spChg chg="mod">
          <ac:chgData name="Jefferson Passerini" userId="ec684a97d9b6a829" providerId="LiveId" clId="{A7947994-D0A7-466E-B89B-74CFCD09AA60}" dt="2024-05-28T17:08:12.003" v="325" actId="255"/>
          <ac:spMkLst>
            <pc:docMk/>
            <pc:sldMk cId="169101092" sldId="290"/>
            <ac:spMk id="3" creationId="{212081E4-07F6-C689-2ACC-B6CADD634983}"/>
          </ac:spMkLst>
        </pc:spChg>
        <pc:picChg chg="del">
          <ac:chgData name="Jefferson Passerini" userId="ec684a97d9b6a829" providerId="LiveId" clId="{A7947994-D0A7-466E-B89B-74CFCD09AA60}" dt="2024-05-28T17:05:13.778" v="280" actId="478"/>
          <ac:picMkLst>
            <pc:docMk/>
            <pc:sldMk cId="169101092" sldId="290"/>
            <ac:picMk id="5" creationId="{A356B20F-15E9-9271-5112-A353DD0214FB}"/>
          </ac:picMkLst>
        </pc:picChg>
        <pc:picChg chg="add mod">
          <ac:chgData name="Jefferson Passerini" userId="ec684a97d9b6a829" providerId="LiveId" clId="{A7947994-D0A7-466E-B89B-74CFCD09AA60}" dt="2024-05-28T17:08:20.924" v="327" actId="1076"/>
          <ac:picMkLst>
            <pc:docMk/>
            <pc:sldMk cId="169101092" sldId="290"/>
            <ac:picMk id="6" creationId="{C2E13F0A-04E2-75DC-1434-25E70B918FDD}"/>
          </ac:picMkLst>
        </pc:picChg>
        <pc:picChg chg="add mod">
          <ac:chgData name="Jefferson Passerini" userId="ec684a97d9b6a829" providerId="LiveId" clId="{A7947994-D0A7-466E-B89B-74CFCD09AA60}" dt="2024-05-28T17:08:17.302" v="326" actId="1076"/>
          <ac:picMkLst>
            <pc:docMk/>
            <pc:sldMk cId="169101092" sldId="290"/>
            <ac:picMk id="8" creationId="{3E4F27E6-AE90-A1C6-4DB1-32FA55547B4C}"/>
          </ac:picMkLst>
        </pc:picChg>
      </pc:sldChg>
      <pc:sldChg chg="del">
        <pc:chgData name="Jefferson Passerini" userId="ec684a97d9b6a829" providerId="LiveId" clId="{A7947994-D0A7-466E-B89B-74CFCD09AA60}" dt="2024-05-28T16:44:43.826" v="21" actId="47"/>
        <pc:sldMkLst>
          <pc:docMk/>
          <pc:sldMk cId="4194978891" sldId="290"/>
        </pc:sldMkLst>
      </pc:sldChg>
      <pc:sldChg chg="del">
        <pc:chgData name="Jefferson Passerini" userId="ec684a97d9b6a829" providerId="LiveId" clId="{A7947994-D0A7-466E-B89B-74CFCD09AA60}" dt="2024-05-28T16:44:43.826" v="21" actId="47"/>
        <pc:sldMkLst>
          <pc:docMk/>
          <pc:sldMk cId="3835373218" sldId="291"/>
        </pc:sldMkLst>
      </pc:sldChg>
      <pc:sldChg chg="del">
        <pc:chgData name="Jefferson Passerini" userId="ec684a97d9b6a829" providerId="LiveId" clId="{A7947994-D0A7-466E-B89B-74CFCD09AA60}" dt="2024-05-28T16:44:43.826" v="21" actId="47"/>
        <pc:sldMkLst>
          <pc:docMk/>
          <pc:sldMk cId="2077147058" sldId="292"/>
        </pc:sldMkLst>
      </pc:sldChg>
      <pc:sldChg chg="del">
        <pc:chgData name="Jefferson Passerini" userId="ec684a97d9b6a829" providerId="LiveId" clId="{A7947994-D0A7-466E-B89B-74CFCD09AA60}" dt="2024-05-28T16:44:43.826" v="21" actId="47"/>
        <pc:sldMkLst>
          <pc:docMk/>
          <pc:sldMk cId="444709592" sldId="293"/>
        </pc:sldMkLst>
      </pc:sldChg>
      <pc:sldChg chg="del">
        <pc:chgData name="Jefferson Passerini" userId="ec684a97d9b6a829" providerId="LiveId" clId="{A7947994-D0A7-466E-B89B-74CFCD09AA60}" dt="2024-05-28T16:44:43.826" v="21" actId="47"/>
        <pc:sldMkLst>
          <pc:docMk/>
          <pc:sldMk cId="209200274" sldId="294"/>
        </pc:sldMkLst>
      </pc:sldChg>
      <pc:sldChg chg="del">
        <pc:chgData name="Jefferson Passerini" userId="ec684a97d9b6a829" providerId="LiveId" clId="{A7947994-D0A7-466E-B89B-74CFCD09AA60}" dt="2024-05-28T16:44:43.826" v="21" actId="47"/>
        <pc:sldMkLst>
          <pc:docMk/>
          <pc:sldMk cId="1131151772" sldId="295"/>
        </pc:sldMkLst>
      </pc:sldChg>
      <pc:sldChg chg="del">
        <pc:chgData name="Jefferson Passerini" userId="ec684a97d9b6a829" providerId="LiveId" clId="{A7947994-D0A7-466E-B89B-74CFCD09AA60}" dt="2024-05-28T16:44:43.826" v="21" actId="47"/>
        <pc:sldMkLst>
          <pc:docMk/>
          <pc:sldMk cId="1746408620" sldId="296"/>
        </pc:sldMkLst>
      </pc:sldChg>
      <pc:sldChg chg="del">
        <pc:chgData name="Jefferson Passerini" userId="ec684a97d9b6a829" providerId="LiveId" clId="{A7947994-D0A7-466E-B89B-74CFCD09AA60}" dt="2024-05-28T16:44:43.826" v="21" actId="47"/>
        <pc:sldMkLst>
          <pc:docMk/>
          <pc:sldMk cId="2975223583" sldId="297"/>
        </pc:sldMkLst>
      </pc:sldChg>
      <pc:sldChg chg="del">
        <pc:chgData name="Jefferson Passerini" userId="ec684a97d9b6a829" providerId="LiveId" clId="{A7947994-D0A7-466E-B89B-74CFCD09AA60}" dt="2024-05-28T16:44:43.826" v="21" actId="47"/>
        <pc:sldMkLst>
          <pc:docMk/>
          <pc:sldMk cId="4004696029" sldId="298"/>
        </pc:sldMkLst>
      </pc:sldChg>
      <pc:sldChg chg="del">
        <pc:chgData name="Jefferson Passerini" userId="ec684a97d9b6a829" providerId="LiveId" clId="{A7947994-D0A7-466E-B89B-74CFCD09AA60}" dt="2024-05-28T16:44:43.826" v="21" actId="47"/>
        <pc:sldMkLst>
          <pc:docMk/>
          <pc:sldMk cId="3622481177" sldId="299"/>
        </pc:sldMkLst>
      </pc:sldChg>
      <pc:sldChg chg="del">
        <pc:chgData name="Jefferson Passerini" userId="ec684a97d9b6a829" providerId="LiveId" clId="{A7947994-D0A7-466E-B89B-74CFCD09AA60}" dt="2024-05-28T16:44:43.826" v="21" actId="47"/>
        <pc:sldMkLst>
          <pc:docMk/>
          <pc:sldMk cId="2966873240" sldId="300"/>
        </pc:sldMkLst>
      </pc:sldChg>
      <pc:sldChg chg="del">
        <pc:chgData name="Jefferson Passerini" userId="ec684a97d9b6a829" providerId="LiveId" clId="{A7947994-D0A7-466E-B89B-74CFCD09AA60}" dt="2024-05-28T16:44:43.826" v="21" actId="47"/>
        <pc:sldMkLst>
          <pc:docMk/>
          <pc:sldMk cId="395707926" sldId="301"/>
        </pc:sldMkLst>
      </pc:sldChg>
      <pc:sldChg chg="addSp modSp mod">
        <pc:chgData name="Jefferson Passerini" userId="ec684a97d9b6a829" providerId="LiveId" clId="{A7947994-D0A7-466E-B89B-74CFCD09AA60}" dt="2024-05-29T11:37:26.848" v="721" actId="1076"/>
        <pc:sldMkLst>
          <pc:docMk/>
          <pc:sldMk cId="1299146882" sldId="302"/>
        </pc:sldMkLst>
        <pc:spChg chg="mod">
          <ac:chgData name="Jefferson Passerini" userId="ec684a97d9b6a829" providerId="LiveId" clId="{A7947994-D0A7-466E-B89B-74CFCD09AA60}" dt="2024-05-29T11:37:22.512" v="720" actId="20577"/>
          <ac:spMkLst>
            <pc:docMk/>
            <pc:sldMk cId="1299146882" sldId="302"/>
            <ac:spMk id="3" creationId="{212081E4-07F6-C689-2ACC-B6CADD634983}"/>
          </ac:spMkLst>
        </pc:spChg>
        <pc:picChg chg="add mod">
          <ac:chgData name="Jefferson Passerini" userId="ec684a97d9b6a829" providerId="LiveId" clId="{A7947994-D0A7-466E-B89B-74CFCD09AA60}" dt="2024-05-29T11:19:17.710" v="449" actId="1076"/>
          <ac:picMkLst>
            <pc:docMk/>
            <pc:sldMk cId="1299146882" sldId="302"/>
            <ac:picMk id="5" creationId="{319F7FDA-FA45-7BC7-48CA-F403747B3A74}"/>
          </ac:picMkLst>
        </pc:picChg>
        <pc:picChg chg="mod">
          <ac:chgData name="Jefferson Passerini" userId="ec684a97d9b6a829" providerId="LiveId" clId="{A7947994-D0A7-466E-B89B-74CFCD09AA60}" dt="2024-05-29T11:37:26.848" v="721" actId="1076"/>
          <ac:picMkLst>
            <pc:docMk/>
            <pc:sldMk cId="1299146882" sldId="302"/>
            <ac:picMk id="7" creationId="{63C84DE8-73B6-481F-8DF3-BD07D9749037}"/>
          </ac:picMkLst>
        </pc:picChg>
      </pc:sldChg>
      <pc:sldChg chg="del">
        <pc:chgData name="Jefferson Passerini" userId="ec684a97d9b6a829" providerId="LiveId" clId="{A7947994-D0A7-466E-B89B-74CFCD09AA60}" dt="2024-05-28T16:44:43.826" v="21" actId="47"/>
        <pc:sldMkLst>
          <pc:docMk/>
          <pc:sldMk cId="3958058798" sldId="302"/>
        </pc:sldMkLst>
      </pc:sldChg>
      <pc:sldChg chg="addSp modSp mod">
        <pc:chgData name="Jefferson Passerini" userId="ec684a97d9b6a829" providerId="LiveId" clId="{A7947994-D0A7-466E-B89B-74CFCD09AA60}" dt="2024-05-29T11:21:12.622" v="460" actId="1076"/>
        <pc:sldMkLst>
          <pc:docMk/>
          <pc:sldMk cId="1923353088" sldId="303"/>
        </pc:sldMkLst>
        <pc:grpChg chg="add mod">
          <ac:chgData name="Jefferson Passerini" userId="ec684a97d9b6a829" providerId="LiveId" clId="{A7947994-D0A7-466E-B89B-74CFCD09AA60}" dt="2024-05-29T11:21:12.622" v="460" actId="1076"/>
          <ac:grpSpMkLst>
            <pc:docMk/>
            <pc:sldMk cId="1923353088" sldId="303"/>
            <ac:grpSpMk id="9" creationId="{4530AE59-0D62-C1C4-FA0F-D742E288E1C6}"/>
          </ac:grpSpMkLst>
        </pc:grpChg>
        <pc:picChg chg="add mod">
          <ac:chgData name="Jefferson Passerini" userId="ec684a97d9b6a829" providerId="LiveId" clId="{A7947994-D0A7-466E-B89B-74CFCD09AA60}" dt="2024-05-29T11:21:03.394" v="456" actId="164"/>
          <ac:picMkLst>
            <pc:docMk/>
            <pc:sldMk cId="1923353088" sldId="303"/>
            <ac:picMk id="5" creationId="{812E7E30-4BC4-D72C-29D6-A3B1BAC76EE1}"/>
          </ac:picMkLst>
        </pc:picChg>
        <pc:picChg chg="add mod">
          <ac:chgData name="Jefferson Passerini" userId="ec684a97d9b6a829" providerId="LiveId" clId="{A7947994-D0A7-466E-B89B-74CFCD09AA60}" dt="2024-05-29T11:21:03.394" v="456" actId="164"/>
          <ac:picMkLst>
            <pc:docMk/>
            <pc:sldMk cId="1923353088" sldId="303"/>
            <ac:picMk id="8" creationId="{2B8AD77E-AA62-0B0E-7E22-E9D490A7C9AD}"/>
          </ac:picMkLst>
        </pc:picChg>
      </pc:sldChg>
      <pc:sldChg chg="del">
        <pc:chgData name="Jefferson Passerini" userId="ec684a97d9b6a829" providerId="LiveId" clId="{A7947994-D0A7-466E-B89B-74CFCD09AA60}" dt="2024-05-28T16:44:43.826" v="21" actId="47"/>
        <pc:sldMkLst>
          <pc:docMk/>
          <pc:sldMk cId="3159596241" sldId="303"/>
        </pc:sldMkLst>
      </pc:sldChg>
      <pc:sldChg chg="addSp modSp mod">
        <pc:chgData name="Jefferson Passerini" userId="ec684a97d9b6a829" providerId="LiveId" clId="{A7947994-D0A7-466E-B89B-74CFCD09AA60}" dt="2024-05-29T11:24:43.895" v="487" actId="1076"/>
        <pc:sldMkLst>
          <pc:docMk/>
          <pc:sldMk cId="252965080" sldId="304"/>
        </pc:sldMkLst>
        <pc:spChg chg="mod">
          <ac:chgData name="Jefferson Passerini" userId="ec684a97d9b6a829" providerId="LiveId" clId="{A7947994-D0A7-466E-B89B-74CFCD09AA60}" dt="2024-05-29T11:24:29.814" v="482" actId="14100"/>
          <ac:spMkLst>
            <pc:docMk/>
            <pc:sldMk cId="252965080" sldId="304"/>
            <ac:spMk id="3" creationId="{212081E4-07F6-C689-2ACC-B6CADD634983}"/>
          </ac:spMkLst>
        </pc:spChg>
        <pc:grpChg chg="add mod">
          <ac:chgData name="Jefferson Passerini" userId="ec684a97d9b6a829" providerId="LiveId" clId="{A7947994-D0A7-466E-B89B-74CFCD09AA60}" dt="2024-05-29T11:24:39.421" v="485" actId="1076"/>
          <ac:grpSpMkLst>
            <pc:docMk/>
            <pc:sldMk cId="252965080" sldId="304"/>
            <ac:grpSpMk id="8" creationId="{6B6AD0DC-37A1-1D5B-257B-F1B72A1D2EC1}"/>
          </ac:grpSpMkLst>
        </pc:grpChg>
        <pc:picChg chg="add mod">
          <ac:chgData name="Jefferson Passerini" userId="ec684a97d9b6a829" providerId="LiveId" clId="{A7947994-D0A7-466E-B89B-74CFCD09AA60}" dt="2024-05-29T11:23:04.032" v="471" actId="164"/>
          <ac:picMkLst>
            <pc:docMk/>
            <pc:sldMk cId="252965080" sldId="304"/>
            <ac:picMk id="5" creationId="{F5DEB37A-3217-96BD-7887-F1DEDF352F09}"/>
          </ac:picMkLst>
        </pc:picChg>
        <pc:picChg chg="add mod">
          <ac:chgData name="Jefferson Passerini" userId="ec684a97d9b6a829" providerId="LiveId" clId="{A7947994-D0A7-466E-B89B-74CFCD09AA60}" dt="2024-05-29T11:23:04.032" v="471" actId="164"/>
          <ac:picMkLst>
            <pc:docMk/>
            <pc:sldMk cId="252965080" sldId="304"/>
            <ac:picMk id="7" creationId="{F46ABF50-762C-9495-3E7D-C61E10363616}"/>
          </ac:picMkLst>
        </pc:picChg>
        <pc:picChg chg="add mod modCrop">
          <ac:chgData name="Jefferson Passerini" userId="ec684a97d9b6a829" providerId="LiveId" clId="{A7947994-D0A7-466E-B89B-74CFCD09AA60}" dt="2024-05-29T11:24:43.895" v="487" actId="1076"/>
          <ac:picMkLst>
            <pc:docMk/>
            <pc:sldMk cId="252965080" sldId="304"/>
            <ac:picMk id="10" creationId="{30526CCC-344C-6257-2E1E-E376D2A5FC77}"/>
          </ac:picMkLst>
        </pc:picChg>
      </pc:sldChg>
      <pc:sldChg chg="del">
        <pc:chgData name="Jefferson Passerini" userId="ec684a97d9b6a829" providerId="LiveId" clId="{A7947994-D0A7-466E-B89B-74CFCD09AA60}" dt="2024-05-28T16:44:43.826" v="21" actId="47"/>
        <pc:sldMkLst>
          <pc:docMk/>
          <pc:sldMk cId="2768501172" sldId="304"/>
        </pc:sldMkLst>
      </pc:sldChg>
      <pc:sldChg chg="del">
        <pc:chgData name="Jefferson Passerini" userId="ec684a97d9b6a829" providerId="LiveId" clId="{A7947994-D0A7-466E-B89B-74CFCD09AA60}" dt="2024-05-28T16:44:43.826" v="21" actId="47"/>
        <pc:sldMkLst>
          <pc:docMk/>
          <pc:sldMk cId="93727847" sldId="305"/>
        </pc:sldMkLst>
      </pc:sldChg>
      <pc:sldChg chg="addSp delSp modSp mod">
        <pc:chgData name="Jefferson Passerini" userId="ec684a97d9b6a829" providerId="LiveId" clId="{A7947994-D0A7-466E-B89B-74CFCD09AA60}" dt="2024-05-29T11:27:06.686" v="498" actId="14100"/>
        <pc:sldMkLst>
          <pc:docMk/>
          <pc:sldMk cId="607682740" sldId="305"/>
        </pc:sldMkLst>
        <pc:spChg chg="mod">
          <ac:chgData name="Jefferson Passerini" userId="ec684a97d9b6a829" providerId="LiveId" clId="{A7947994-D0A7-466E-B89B-74CFCD09AA60}" dt="2024-05-29T11:27:06.686" v="498" actId="14100"/>
          <ac:spMkLst>
            <pc:docMk/>
            <pc:sldMk cId="607682740" sldId="305"/>
            <ac:spMk id="3" creationId="{212081E4-07F6-C689-2ACC-B6CADD634983}"/>
          </ac:spMkLst>
        </pc:spChg>
        <pc:grpChg chg="add del mod">
          <ac:chgData name="Jefferson Passerini" userId="ec684a97d9b6a829" providerId="LiveId" clId="{A7947994-D0A7-466E-B89B-74CFCD09AA60}" dt="2024-05-29T11:10:36.851" v="344" actId="478"/>
          <ac:grpSpMkLst>
            <pc:docMk/>
            <pc:sldMk cId="607682740" sldId="305"/>
            <ac:grpSpMk id="8" creationId="{BBCF7EE3-44EA-7D9F-6495-9174679E06CD}"/>
          </ac:grpSpMkLst>
        </pc:grpChg>
        <pc:grpChg chg="add mod">
          <ac:chgData name="Jefferson Passerini" userId="ec684a97d9b6a829" providerId="LiveId" clId="{A7947994-D0A7-466E-B89B-74CFCD09AA60}" dt="2024-05-29T11:27:01.521" v="497" actId="1076"/>
          <ac:grpSpMkLst>
            <pc:docMk/>
            <pc:sldMk cId="607682740" sldId="305"/>
            <ac:grpSpMk id="13" creationId="{79BEF9B0-5744-60A9-A720-B58415F5C9B5}"/>
          </ac:grpSpMkLst>
        </pc:grpChg>
        <pc:picChg chg="add mod">
          <ac:chgData name="Jefferson Passerini" userId="ec684a97d9b6a829" providerId="LiveId" clId="{A7947994-D0A7-466E-B89B-74CFCD09AA60}" dt="2024-05-29T11:09:43.023" v="336" actId="164"/>
          <ac:picMkLst>
            <pc:docMk/>
            <pc:sldMk cId="607682740" sldId="305"/>
            <ac:picMk id="5" creationId="{CC60885E-BE52-ADA3-5244-212500F7B4AB}"/>
          </ac:picMkLst>
        </pc:picChg>
        <pc:picChg chg="add mod">
          <ac:chgData name="Jefferson Passerini" userId="ec684a97d9b6a829" providerId="LiveId" clId="{A7947994-D0A7-466E-B89B-74CFCD09AA60}" dt="2024-05-29T11:09:43.023" v="336" actId="164"/>
          <ac:picMkLst>
            <pc:docMk/>
            <pc:sldMk cId="607682740" sldId="305"/>
            <ac:picMk id="7" creationId="{2D0B8DC9-DCC3-691C-6C46-5820C1AB7A0E}"/>
          </ac:picMkLst>
        </pc:picChg>
        <pc:picChg chg="add mod">
          <ac:chgData name="Jefferson Passerini" userId="ec684a97d9b6a829" providerId="LiveId" clId="{A7947994-D0A7-466E-B89B-74CFCD09AA60}" dt="2024-05-29T11:26:42.172" v="492" actId="164"/>
          <ac:picMkLst>
            <pc:docMk/>
            <pc:sldMk cId="607682740" sldId="305"/>
            <ac:picMk id="10" creationId="{0AE39813-3813-7760-4AB5-FA396ACD4545}"/>
          </ac:picMkLst>
        </pc:picChg>
        <pc:picChg chg="add mod">
          <ac:chgData name="Jefferson Passerini" userId="ec684a97d9b6a829" providerId="LiveId" clId="{A7947994-D0A7-466E-B89B-74CFCD09AA60}" dt="2024-05-29T11:26:42.172" v="492" actId="164"/>
          <ac:picMkLst>
            <pc:docMk/>
            <pc:sldMk cId="607682740" sldId="305"/>
            <ac:picMk id="12" creationId="{AB13B83A-F1D9-AD7A-08ED-5C9C5E363C4B}"/>
          </ac:picMkLst>
        </pc:picChg>
      </pc:sldChg>
      <pc:sldChg chg="del">
        <pc:chgData name="Jefferson Passerini" userId="ec684a97d9b6a829" providerId="LiveId" clId="{A7947994-D0A7-466E-B89B-74CFCD09AA60}" dt="2024-05-28T16:44:43.826" v="21" actId="47"/>
        <pc:sldMkLst>
          <pc:docMk/>
          <pc:sldMk cId="1937452184" sldId="306"/>
        </pc:sldMkLst>
      </pc:sldChg>
      <pc:sldChg chg="addSp delSp modSp add mod">
        <pc:chgData name="Jefferson Passerini" userId="ec684a97d9b6a829" providerId="LiveId" clId="{A7947994-D0A7-466E-B89B-74CFCD09AA60}" dt="2024-05-29T11:30:01.917" v="545" actId="1076"/>
        <pc:sldMkLst>
          <pc:docMk/>
          <pc:sldMk cId="2396349990" sldId="306"/>
        </pc:sldMkLst>
        <pc:spChg chg="mod">
          <ac:chgData name="Jefferson Passerini" userId="ec684a97d9b6a829" providerId="LiveId" clId="{A7947994-D0A7-466E-B89B-74CFCD09AA60}" dt="2024-05-29T11:29:46.618" v="542" actId="27636"/>
          <ac:spMkLst>
            <pc:docMk/>
            <pc:sldMk cId="2396349990" sldId="306"/>
            <ac:spMk id="3" creationId="{212081E4-07F6-C689-2ACC-B6CADD634983}"/>
          </ac:spMkLst>
        </pc:spChg>
        <pc:grpChg chg="del">
          <ac:chgData name="Jefferson Passerini" userId="ec684a97d9b6a829" providerId="LiveId" clId="{A7947994-D0A7-466E-B89B-74CFCD09AA60}" dt="2024-05-29T11:10:38.873" v="345" actId="478"/>
          <ac:grpSpMkLst>
            <pc:docMk/>
            <pc:sldMk cId="2396349990" sldId="306"/>
            <ac:grpSpMk id="8" creationId="{BBCF7EE3-44EA-7D9F-6495-9174679E06CD}"/>
          </ac:grpSpMkLst>
        </pc:grpChg>
        <pc:picChg chg="add mod">
          <ac:chgData name="Jefferson Passerini" userId="ec684a97d9b6a829" providerId="LiveId" clId="{A7947994-D0A7-466E-B89B-74CFCD09AA60}" dt="2024-05-29T11:30:01.917" v="545" actId="1076"/>
          <ac:picMkLst>
            <pc:docMk/>
            <pc:sldMk cId="2396349990" sldId="306"/>
            <ac:picMk id="6" creationId="{D4A6A147-B4AC-C57D-8588-D1442043643F}"/>
          </ac:picMkLst>
        </pc:picChg>
        <pc:picChg chg="add mod ord">
          <ac:chgData name="Jefferson Passerini" userId="ec684a97d9b6a829" providerId="LiveId" clId="{A7947994-D0A7-466E-B89B-74CFCD09AA60}" dt="2024-05-29T11:29:56.528" v="544" actId="1076"/>
          <ac:picMkLst>
            <pc:docMk/>
            <pc:sldMk cId="2396349990" sldId="306"/>
            <ac:picMk id="10" creationId="{5436C934-CDD4-DEC1-EFD4-0DBCA5FD6359}"/>
          </ac:picMkLst>
        </pc:picChg>
      </pc:sldChg>
      <pc:sldChg chg="del">
        <pc:chgData name="Jefferson Passerini" userId="ec684a97d9b6a829" providerId="LiveId" clId="{A7947994-D0A7-466E-B89B-74CFCD09AA60}" dt="2024-05-28T16:44:43.826" v="21" actId="47"/>
        <pc:sldMkLst>
          <pc:docMk/>
          <pc:sldMk cId="502575284" sldId="307"/>
        </pc:sldMkLst>
      </pc:sldChg>
      <pc:sldChg chg="addSp modSp add mod">
        <pc:chgData name="Jefferson Passerini" userId="ec684a97d9b6a829" providerId="LiveId" clId="{A7947994-D0A7-466E-B89B-74CFCD09AA60}" dt="2024-05-29T11:17:59.879" v="446" actId="1076"/>
        <pc:sldMkLst>
          <pc:docMk/>
          <pc:sldMk cId="2185694841" sldId="307"/>
        </pc:sldMkLst>
        <pc:spChg chg="mod">
          <ac:chgData name="Jefferson Passerini" userId="ec684a97d9b6a829" providerId="LiveId" clId="{A7947994-D0A7-466E-B89B-74CFCD09AA60}" dt="2024-05-29T11:11:09.017" v="443" actId="20577"/>
          <ac:spMkLst>
            <pc:docMk/>
            <pc:sldMk cId="2185694841" sldId="307"/>
            <ac:spMk id="3" creationId="{212081E4-07F6-C689-2ACC-B6CADD634983}"/>
          </ac:spMkLst>
        </pc:spChg>
        <pc:picChg chg="add mod">
          <ac:chgData name="Jefferson Passerini" userId="ec684a97d9b6a829" providerId="LiveId" clId="{A7947994-D0A7-466E-B89B-74CFCD09AA60}" dt="2024-05-29T11:17:59.879" v="446" actId="1076"/>
          <ac:picMkLst>
            <pc:docMk/>
            <pc:sldMk cId="2185694841" sldId="307"/>
            <ac:picMk id="6" creationId="{6CBACCF2-C245-1F69-1372-7298FFDECA5F}"/>
          </ac:picMkLst>
        </pc:picChg>
      </pc:sldChg>
      <pc:sldChg chg="addSp delSp modSp add mod">
        <pc:chgData name="Jefferson Passerini" userId="ec684a97d9b6a829" providerId="LiveId" clId="{A7947994-D0A7-466E-B89B-74CFCD09AA60}" dt="2024-05-29T11:33:17.725" v="626" actId="113"/>
        <pc:sldMkLst>
          <pc:docMk/>
          <pc:sldMk cId="962548081" sldId="308"/>
        </pc:sldMkLst>
        <pc:spChg chg="mod">
          <ac:chgData name="Jefferson Passerini" userId="ec684a97d9b6a829" providerId="LiveId" clId="{A7947994-D0A7-466E-B89B-74CFCD09AA60}" dt="2024-05-29T11:33:17.725" v="626" actId="113"/>
          <ac:spMkLst>
            <pc:docMk/>
            <pc:sldMk cId="962548081" sldId="308"/>
            <ac:spMk id="3" creationId="{212081E4-07F6-C689-2ACC-B6CADD634983}"/>
          </ac:spMkLst>
        </pc:spChg>
        <pc:picChg chg="add mod">
          <ac:chgData name="Jefferson Passerini" userId="ec684a97d9b6a829" providerId="LiveId" clId="{A7947994-D0A7-466E-B89B-74CFCD09AA60}" dt="2024-05-29T11:32:46.149" v="550" actId="1076"/>
          <ac:picMkLst>
            <pc:docMk/>
            <pc:sldMk cId="962548081" sldId="308"/>
            <ac:picMk id="5" creationId="{37B89609-2587-B441-182C-FFF9334F5CE2}"/>
          </ac:picMkLst>
        </pc:picChg>
        <pc:picChg chg="del">
          <ac:chgData name="Jefferson Passerini" userId="ec684a97d9b6a829" providerId="LiveId" clId="{A7947994-D0A7-466E-B89B-74CFCD09AA60}" dt="2024-05-29T11:31:59.657" v="548" actId="478"/>
          <ac:picMkLst>
            <pc:docMk/>
            <pc:sldMk cId="962548081" sldId="308"/>
            <ac:picMk id="6" creationId="{D4A6A147-B4AC-C57D-8588-D1442043643F}"/>
          </ac:picMkLst>
        </pc:picChg>
        <pc:picChg chg="del">
          <ac:chgData name="Jefferson Passerini" userId="ec684a97d9b6a829" providerId="LiveId" clId="{A7947994-D0A7-466E-B89B-74CFCD09AA60}" dt="2024-05-29T11:31:58.818" v="547" actId="478"/>
          <ac:picMkLst>
            <pc:docMk/>
            <pc:sldMk cId="962548081" sldId="308"/>
            <ac:picMk id="10" creationId="{5436C934-CDD4-DEC1-EFD4-0DBCA5FD6359}"/>
          </ac:picMkLst>
        </pc:picChg>
      </pc:sldChg>
      <pc:sldChg chg="addSp delSp modSp add mod">
        <pc:chgData name="Jefferson Passerini" userId="ec684a97d9b6a829" providerId="LiveId" clId="{A7947994-D0A7-466E-B89B-74CFCD09AA60}" dt="2024-05-29T11:36:34.830" v="671" actId="27636"/>
        <pc:sldMkLst>
          <pc:docMk/>
          <pc:sldMk cId="3387030225" sldId="309"/>
        </pc:sldMkLst>
        <pc:spChg chg="mod ord">
          <ac:chgData name="Jefferson Passerini" userId="ec684a97d9b6a829" providerId="LiveId" clId="{A7947994-D0A7-466E-B89B-74CFCD09AA60}" dt="2024-05-29T11:34:28.197" v="641" actId="1076"/>
          <ac:spMkLst>
            <pc:docMk/>
            <pc:sldMk cId="3387030225" sldId="309"/>
            <ac:spMk id="3" creationId="{212081E4-07F6-C689-2ACC-B6CADD634983}"/>
          </ac:spMkLst>
        </pc:spChg>
        <pc:spChg chg="add mod">
          <ac:chgData name="Jefferson Passerini" userId="ec684a97d9b6a829" providerId="LiveId" clId="{A7947994-D0A7-466E-B89B-74CFCD09AA60}" dt="2024-05-29T11:36:34.830" v="671" actId="27636"/>
          <ac:spMkLst>
            <pc:docMk/>
            <pc:sldMk cId="3387030225" sldId="309"/>
            <ac:spMk id="10" creationId="{75C0DD15-1404-7013-C363-40EC50B8CB89}"/>
          </ac:spMkLst>
        </pc:spChg>
        <pc:grpChg chg="del">
          <ac:chgData name="Jefferson Passerini" userId="ec684a97d9b6a829" providerId="LiveId" clId="{A7947994-D0A7-466E-B89B-74CFCD09AA60}" dt="2024-05-29T11:33:46.069" v="628" actId="478"/>
          <ac:grpSpMkLst>
            <pc:docMk/>
            <pc:sldMk cId="3387030225" sldId="309"/>
            <ac:grpSpMk id="8" creationId="{BBCF7EE3-44EA-7D9F-6495-9174679E06CD}"/>
          </ac:grpSpMkLst>
        </pc:grpChg>
        <pc:picChg chg="del">
          <ac:chgData name="Jefferson Passerini" userId="ec684a97d9b6a829" providerId="LiveId" clId="{A7947994-D0A7-466E-B89B-74CFCD09AA60}" dt="2024-05-29T11:33:47.179" v="629" actId="478"/>
          <ac:picMkLst>
            <pc:docMk/>
            <pc:sldMk cId="3387030225" sldId="309"/>
            <ac:picMk id="6" creationId="{6CBACCF2-C245-1F69-1372-7298FFDECA5F}"/>
          </ac:picMkLst>
        </pc:picChg>
        <pc:picChg chg="add mod">
          <ac:chgData name="Jefferson Passerini" userId="ec684a97d9b6a829" providerId="LiveId" clId="{A7947994-D0A7-466E-B89B-74CFCD09AA60}" dt="2024-05-29T11:36:32.150" v="669" actId="1076"/>
          <ac:picMkLst>
            <pc:docMk/>
            <pc:sldMk cId="3387030225" sldId="309"/>
            <ac:picMk id="9" creationId="{E03FEEFD-7E79-3299-70CE-F1243DAD4A7B}"/>
          </ac:picMkLst>
        </pc:picChg>
      </pc:sldChg>
      <pc:sldChg chg="addSp delSp modSp add del mod">
        <pc:chgData name="Jefferson Passerini" userId="ec684a97d9b6a829" providerId="LiveId" clId="{A7947994-D0A7-466E-B89B-74CFCD09AA60}" dt="2024-05-29T11:40:03.383" v="742" actId="2696"/>
        <pc:sldMkLst>
          <pc:docMk/>
          <pc:sldMk cId="2669602002" sldId="310"/>
        </pc:sldMkLst>
        <pc:spChg chg="mod">
          <ac:chgData name="Jefferson Passerini" userId="ec684a97d9b6a829" providerId="LiveId" clId="{A7947994-D0A7-466E-B89B-74CFCD09AA60}" dt="2024-05-29T11:39:29.725" v="740" actId="20577"/>
          <ac:spMkLst>
            <pc:docMk/>
            <pc:sldMk cId="2669602002" sldId="310"/>
            <ac:spMk id="10" creationId="{75C0DD15-1404-7013-C363-40EC50B8CB89}"/>
          </ac:spMkLst>
        </pc:spChg>
        <pc:picChg chg="add mod">
          <ac:chgData name="Jefferson Passerini" userId="ec684a97d9b6a829" providerId="LiveId" clId="{A7947994-D0A7-466E-B89B-74CFCD09AA60}" dt="2024-05-29T11:38:49.269" v="727" actId="1076"/>
          <ac:picMkLst>
            <pc:docMk/>
            <pc:sldMk cId="2669602002" sldId="310"/>
            <ac:picMk id="5" creationId="{4103505D-2EE3-8514-D48D-EF6B4310BC08}"/>
          </ac:picMkLst>
        </pc:picChg>
        <pc:picChg chg="del">
          <ac:chgData name="Jefferson Passerini" userId="ec684a97d9b6a829" providerId="LiveId" clId="{A7947994-D0A7-466E-B89B-74CFCD09AA60}" dt="2024-05-29T11:38:28.847" v="723" actId="478"/>
          <ac:picMkLst>
            <pc:docMk/>
            <pc:sldMk cId="2669602002" sldId="310"/>
            <ac:picMk id="9" creationId="{E03FEEFD-7E79-3299-70CE-F1243DAD4A7B}"/>
          </ac:picMkLst>
        </pc:picChg>
      </pc:sldChg>
      <pc:sldChg chg="delSp modSp add mod ord">
        <pc:chgData name="Jefferson Passerini" userId="ec684a97d9b6a829" providerId="LiveId" clId="{A7947994-D0A7-466E-B89B-74CFCD09AA60}" dt="2024-05-29T11:43:59.785" v="821" actId="113"/>
        <pc:sldMkLst>
          <pc:docMk/>
          <pc:sldMk cId="145990791" sldId="311"/>
        </pc:sldMkLst>
        <pc:spChg chg="mod">
          <ac:chgData name="Jefferson Passerini" userId="ec684a97d9b6a829" providerId="LiveId" clId="{A7947994-D0A7-466E-B89B-74CFCD09AA60}" dt="2024-05-29T11:40:34.232" v="770" actId="20577"/>
          <ac:spMkLst>
            <pc:docMk/>
            <pc:sldMk cId="145990791" sldId="311"/>
            <ac:spMk id="3" creationId="{212081E4-07F6-C689-2ACC-B6CADD634983}"/>
          </ac:spMkLst>
        </pc:spChg>
        <pc:spChg chg="mod">
          <ac:chgData name="Jefferson Passerini" userId="ec684a97d9b6a829" providerId="LiveId" clId="{A7947994-D0A7-466E-B89B-74CFCD09AA60}" dt="2024-05-29T11:43:59.785" v="821" actId="113"/>
          <ac:spMkLst>
            <pc:docMk/>
            <pc:sldMk cId="145990791" sldId="311"/>
            <ac:spMk id="10" creationId="{75C0DD15-1404-7013-C363-40EC50B8CB89}"/>
          </ac:spMkLst>
        </pc:spChg>
        <pc:picChg chg="del">
          <ac:chgData name="Jefferson Passerini" userId="ec684a97d9b6a829" providerId="LiveId" clId="{A7947994-D0A7-466E-B89B-74CFCD09AA60}" dt="2024-05-29T11:40:10.558" v="746" actId="478"/>
          <ac:picMkLst>
            <pc:docMk/>
            <pc:sldMk cId="145990791" sldId="311"/>
            <ac:picMk id="5" creationId="{4103505D-2EE3-8514-D48D-EF6B4310BC08}"/>
          </ac:picMkLst>
        </pc:picChg>
      </pc:sldChg>
    </pc:docChg>
  </pc:docChgLst>
  <pc:docChgLst>
    <pc:chgData name="Jefferson Passerini" userId="ec684a97d9b6a829" providerId="LiveId" clId="{7B96159B-FF7E-46B7-9352-BD29FD705E92}"/>
    <pc:docChg chg="undo custSel addSld delSld modSld sldOrd">
      <pc:chgData name="Jefferson Passerini" userId="ec684a97d9b6a829" providerId="LiveId" clId="{7B96159B-FF7E-46B7-9352-BD29FD705E92}" dt="2024-03-10T19:59:20.501" v="4532" actId="1076"/>
      <pc:docMkLst>
        <pc:docMk/>
      </pc:docMkLst>
      <pc:sldChg chg="modSp del mod">
        <pc:chgData name="Jefferson Passerini" userId="ec684a97d9b6a829" providerId="LiveId" clId="{7B96159B-FF7E-46B7-9352-BD29FD705E92}" dt="2024-03-10T12:15:09.654" v="266" actId="2696"/>
        <pc:sldMkLst>
          <pc:docMk/>
          <pc:sldMk cId="0" sldId="257"/>
        </pc:sldMkLst>
        <pc:spChg chg="mod">
          <ac:chgData name="Jefferson Passerini" userId="ec684a97d9b6a829" providerId="LiveId" clId="{7B96159B-FF7E-46B7-9352-BD29FD705E92}" dt="2024-03-10T12:06:55.330" v="1" actId="207"/>
          <ac:spMkLst>
            <pc:docMk/>
            <pc:sldMk cId="0" sldId="257"/>
            <ac:spMk id="4" creationId="{CFC8BCD9-E198-352C-29A4-1A6C3F3395CE}"/>
          </ac:spMkLst>
        </pc:spChg>
      </pc:sldChg>
      <pc:sldChg chg="addSp delSp modSp mod ord">
        <pc:chgData name="Jefferson Passerini" userId="ec684a97d9b6a829" providerId="LiveId" clId="{7B96159B-FF7E-46B7-9352-BD29FD705E92}" dt="2024-03-10T12:18:37.426" v="324"/>
        <pc:sldMkLst>
          <pc:docMk/>
          <pc:sldMk cId="0" sldId="258"/>
        </pc:sldMkLst>
        <pc:spChg chg="mod">
          <ac:chgData name="Jefferson Passerini" userId="ec684a97d9b6a829" providerId="LiveId" clId="{7B96159B-FF7E-46B7-9352-BD29FD705E92}" dt="2024-03-10T12:18:10.850" v="319" actId="1076"/>
          <ac:spMkLst>
            <pc:docMk/>
            <pc:sldMk cId="0" sldId="258"/>
            <ac:spMk id="2" creationId="{8012581F-08CA-A533-6264-EEBCFF2D73FA}"/>
          </ac:spMkLst>
        </pc:spChg>
        <pc:spChg chg="del">
          <ac:chgData name="Jefferson Passerini" userId="ec684a97d9b6a829" providerId="LiveId" clId="{7B96159B-FF7E-46B7-9352-BD29FD705E92}" dt="2024-03-10T12:17:59.739" v="317" actId="478"/>
          <ac:spMkLst>
            <pc:docMk/>
            <pc:sldMk cId="0" sldId="258"/>
            <ac:spMk id="4" creationId="{F4E2120D-ABA2-994D-5263-B8529F5F57BF}"/>
          </ac:spMkLst>
        </pc:spChg>
        <pc:spChg chg="mod">
          <ac:chgData name="Jefferson Passerini" userId="ec684a97d9b6a829" providerId="LiveId" clId="{7B96159B-FF7E-46B7-9352-BD29FD705E92}" dt="2024-03-10T12:18:14.697" v="320" actId="1076"/>
          <ac:spMkLst>
            <pc:docMk/>
            <pc:sldMk cId="0" sldId="258"/>
            <ac:spMk id="5" creationId="{26CD880E-6F7E-B6C5-DB10-DBEDABD5DD57}"/>
          </ac:spMkLst>
        </pc:spChg>
        <pc:spChg chg="add mod">
          <ac:chgData name="Jefferson Passerini" userId="ec684a97d9b6a829" providerId="LiveId" clId="{7B96159B-FF7E-46B7-9352-BD29FD705E92}" dt="2024-03-10T12:18:04.797" v="318"/>
          <ac:spMkLst>
            <pc:docMk/>
            <pc:sldMk cId="0" sldId="258"/>
            <ac:spMk id="7" creationId="{FE2F9F4A-276A-2F6C-B5B4-F971D4A3621B}"/>
          </ac:spMkLst>
        </pc:spChg>
        <pc:picChg chg="mod">
          <ac:chgData name="Jefferson Passerini" userId="ec684a97d9b6a829" providerId="LiveId" clId="{7B96159B-FF7E-46B7-9352-BD29FD705E92}" dt="2024-03-10T12:18:22.824" v="322" actId="1076"/>
          <ac:picMkLst>
            <pc:docMk/>
            <pc:sldMk cId="0" sldId="258"/>
            <ac:picMk id="6" creationId="{744DABE9-3049-FD31-2A6A-B209EBBF39E5}"/>
          </ac:picMkLst>
        </pc:picChg>
      </pc:sldChg>
      <pc:sldChg chg="addSp delSp modSp mod ord">
        <pc:chgData name="Jefferson Passerini" userId="ec684a97d9b6a829" providerId="LiveId" clId="{7B96159B-FF7E-46B7-9352-BD29FD705E92}" dt="2024-03-10T12:24:11.107" v="368" actId="14100"/>
        <pc:sldMkLst>
          <pc:docMk/>
          <pc:sldMk cId="0" sldId="259"/>
        </pc:sldMkLst>
        <pc:spChg chg="mod">
          <ac:chgData name="Jefferson Passerini" userId="ec684a97d9b6a829" providerId="LiveId" clId="{7B96159B-FF7E-46B7-9352-BD29FD705E92}" dt="2024-03-10T12:24:11.107" v="368" actId="14100"/>
          <ac:spMkLst>
            <pc:docMk/>
            <pc:sldMk cId="0" sldId="259"/>
            <ac:spMk id="2" creationId="{A76393C5-8D89-A20F-5C15-0D325BEF7EA6}"/>
          </ac:spMkLst>
        </pc:spChg>
        <pc:spChg chg="del">
          <ac:chgData name="Jefferson Passerini" userId="ec684a97d9b6a829" providerId="LiveId" clId="{7B96159B-FF7E-46B7-9352-BD29FD705E92}" dt="2024-03-10T12:23:52.148" v="364" actId="478"/>
          <ac:spMkLst>
            <pc:docMk/>
            <pc:sldMk cId="0" sldId="259"/>
            <ac:spMk id="4" creationId="{90FB9BF9-3085-C2CF-3331-3AAFAC8ECAE8}"/>
          </ac:spMkLst>
        </pc:spChg>
        <pc:spChg chg="add mod">
          <ac:chgData name="Jefferson Passerini" userId="ec684a97d9b6a829" providerId="LiveId" clId="{7B96159B-FF7E-46B7-9352-BD29FD705E92}" dt="2024-03-10T12:23:55.992" v="365"/>
          <ac:spMkLst>
            <pc:docMk/>
            <pc:sldMk cId="0" sldId="259"/>
            <ac:spMk id="6" creationId="{A8F8ADBF-1764-F6AD-4029-D7F56B30E536}"/>
          </ac:spMkLst>
        </pc:spChg>
      </pc:sldChg>
      <pc:sldChg chg="del">
        <pc:chgData name="Jefferson Passerini" userId="ec684a97d9b6a829" providerId="LiveId" clId="{7B96159B-FF7E-46B7-9352-BD29FD705E92}" dt="2024-03-10T19:52:13.682" v="4321" actId="47"/>
        <pc:sldMkLst>
          <pc:docMk/>
          <pc:sldMk cId="0" sldId="260"/>
        </pc:sldMkLst>
      </pc:sldChg>
      <pc:sldChg chg="del">
        <pc:chgData name="Jefferson Passerini" userId="ec684a97d9b6a829" providerId="LiveId" clId="{7B96159B-FF7E-46B7-9352-BD29FD705E92}" dt="2024-03-10T19:52:16.708" v="4322" actId="47"/>
        <pc:sldMkLst>
          <pc:docMk/>
          <pc:sldMk cId="0" sldId="261"/>
        </pc:sldMkLst>
      </pc:sldChg>
      <pc:sldChg chg="del">
        <pc:chgData name="Jefferson Passerini" userId="ec684a97d9b6a829" providerId="LiveId" clId="{7B96159B-FF7E-46B7-9352-BD29FD705E92}" dt="2024-03-10T19:52:20.477" v="4323" actId="47"/>
        <pc:sldMkLst>
          <pc:docMk/>
          <pc:sldMk cId="0" sldId="262"/>
        </pc:sldMkLst>
      </pc:sldChg>
      <pc:sldChg chg="del">
        <pc:chgData name="Jefferson Passerini" userId="ec684a97d9b6a829" providerId="LiveId" clId="{7B96159B-FF7E-46B7-9352-BD29FD705E92}" dt="2024-03-10T19:53:11.394" v="4331" actId="47"/>
        <pc:sldMkLst>
          <pc:docMk/>
          <pc:sldMk cId="0" sldId="263"/>
        </pc:sldMkLst>
      </pc:sldChg>
      <pc:sldChg chg="del">
        <pc:chgData name="Jefferson Passerini" userId="ec684a97d9b6a829" providerId="LiveId" clId="{7B96159B-FF7E-46B7-9352-BD29FD705E92}" dt="2024-03-10T19:53:18.671" v="4332" actId="47"/>
        <pc:sldMkLst>
          <pc:docMk/>
          <pc:sldMk cId="0" sldId="264"/>
        </pc:sldMkLst>
      </pc:sldChg>
      <pc:sldChg chg="del">
        <pc:chgData name="Jefferson Passerini" userId="ec684a97d9b6a829" providerId="LiveId" clId="{7B96159B-FF7E-46B7-9352-BD29FD705E92}" dt="2024-03-10T19:53:20.281" v="4333" actId="47"/>
        <pc:sldMkLst>
          <pc:docMk/>
          <pc:sldMk cId="0" sldId="265"/>
        </pc:sldMkLst>
      </pc:sldChg>
      <pc:sldChg chg="del">
        <pc:chgData name="Jefferson Passerini" userId="ec684a97d9b6a829" providerId="LiveId" clId="{7B96159B-FF7E-46B7-9352-BD29FD705E92}" dt="2024-03-10T19:53:22.119" v="4334" actId="47"/>
        <pc:sldMkLst>
          <pc:docMk/>
          <pc:sldMk cId="0" sldId="266"/>
        </pc:sldMkLst>
      </pc:sldChg>
      <pc:sldChg chg="del">
        <pc:chgData name="Jefferson Passerini" userId="ec684a97d9b6a829" providerId="LiveId" clId="{7B96159B-FF7E-46B7-9352-BD29FD705E92}" dt="2024-03-10T19:53:28.925" v="4335" actId="47"/>
        <pc:sldMkLst>
          <pc:docMk/>
          <pc:sldMk cId="0" sldId="267"/>
        </pc:sldMkLst>
      </pc:sldChg>
      <pc:sldChg chg="del">
        <pc:chgData name="Jefferson Passerini" userId="ec684a97d9b6a829" providerId="LiveId" clId="{7B96159B-FF7E-46B7-9352-BD29FD705E92}" dt="2024-03-10T19:53:42.412" v="4342" actId="47"/>
        <pc:sldMkLst>
          <pc:docMk/>
          <pc:sldMk cId="0" sldId="268"/>
        </pc:sldMkLst>
      </pc:sldChg>
      <pc:sldChg chg="del">
        <pc:chgData name="Jefferson Passerini" userId="ec684a97d9b6a829" providerId="LiveId" clId="{7B96159B-FF7E-46B7-9352-BD29FD705E92}" dt="2024-03-10T19:53:30.911" v="4336" actId="47"/>
        <pc:sldMkLst>
          <pc:docMk/>
          <pc:sldMk cId="0" sldId="269"/>
        </pc:sldMkLst>
      </pc:sldChg>
      <pc:sldChg chg="del">
        <pc:chgData name="Jefferson Passerini" userId="ec684a97d9b6a829" providerId="LiveId" clId="{7B96159B-FF7E-46B7-9352-BD29FD705E92}" dt="2024-03-10T19:53:32.669" v="4337" actId="47"/>
        <pc:sldMkLst>
          <pc:docMk/>
          <pc:sldMk cId="0" sldId="270"/>
        </pc:sldMkLst>
      </pc:sldChg>
      <pc:sldChg chg="del">
        <pc:chgData name="Jefferson Passerini" userId="ec684a97d9b6a829" providerId="LiveId" clId="{7B96159B-FF7E-46B7-9352-BD29FD705E92}" dt="2024-03-10T19:53:05.103" v="4330" actId="47"/>
        <pc:sldMkLst>
          <pc:docMk/>
          <pc:sldMk cId="0" sldId="271"/>
        </pc:sldMkLst>
      </pc:sldChg>
      <pc:sldChg chg="del">
        <pc:chgData name="Jefferson Passerini" userId="ec684a97d9b6a829" providerId="LiveId" clId="{7B96159B-FF7E-46B7-9352-BD29FD705E92}" dt="2024-03-10T19:53:01.296" v="4329" actId="47"/>
        <pc:sldMkLst>
          <pc:docMk/>
          <pc:sldMk cId="0" sldId="272"/>
        </pc:sldMkLst>
      </pc:sldChg>
      <pc:sldChg chg="del">
        <pc:chgData name="Jefferson Passerini" userId="ec684a97d9b6a829" providerId="LiveId" clId="{7B96159B-FF7E-46B7-9352-BD29FD705E92}" dt="2024-03-10T19:52:59.080" v="4328" actId="47"/>
        <pc:sldMkLst>
          <pc:docMk/>
          <pc:sldMk cId="0" sldId="273"/>
        </pc:sldMkLst>
      </pc:sldChg>
      <pc:sldChg chg="del">
        <pc:chgData name="Jefferson Passerini" userId="ec684a97d9b6a829" providerId="LiveId" clId="{7B96159B-FF7E-46B7-9352-BD29FD705E92}" dt="2024-03-10T19:52:57.771" v="4327" actId="47"/>
        <pc:sldMkLst>
          <pc:docMk/>
          <pc:sldMk cId="0" sldId="274"/>
        </pc:sldMkLst>
      </pc:sldChg>
      <pc:sldChg chg="del">
        <pc:chgData name="Jefferson Passerini" userId="ec684a97d9b6a829" providerId="LiveId" clId="{7B96159B-FF7E-46B7-9352-BD29FD705E92}" dt="2024-03-10T19:52:55.671" v="4326" actId="47"/>
        <pc:sldMkLst>
          <pc:docMk/>
          <pc:sldMk cId="0" sldId="275"/>
        </pc:sldMkLst>
      </pc:sldChg>
      <pc:sldChg chg="del">
        <pc:chgData name="Jefferson Passerini" userId="ec684a97d9b6a829" providerId="LiveId" clId="{7B96159B-FF7E-46B7-9352-BD29FD705E92}" dt="2024-03-10T19:52:53.502" v="4324" actId="47"/>
        <pc:sldMkLst>
          <pc:docMk/>
          <pc:sldMk cId="0" sldId="276"/>
        </pc:sldMkLst>
      </pc:sldChg>
      <pc:sldChg chg="del">
        <pc:chgData name="Jefferson Passerini" userId="ec684a97d9b6a829" providerId="LiveId" clId="{7B96159B-FF7E-46B7-9352-BD29FD705E92}" dt="2024-03-10T19:52:54.225" v="4325" actId="47"/>
        <pc:sldMkLst>
          <pc:docMk/>
          <pc:sldMk cId="0" sldId="277"/>
        </pc:sldMkLst>
      </pc:sldChg>
      <pc:sldChg chg="del">
        <pc:chgData name="Jefferson Passerini" userId="ec684a97d9b6a829" providerId="LiveId" clId="{7B96159B-FF7E-46B7-9352-BD29FD705E92}" dt="2024-03-10T19:53:34.494" v="4338" actId="47"/>
        <pc:sldMkLst>
          <pc:docMk/>
          <pc:sldMk cId="0" sldId="278"/>
        </pc:sldMkLst>
      </pc:sldChg>
      <pc:sldChg chg="del">
        <pc:chgData name="Jefferson Passerini" userId="ec684a97d9b6a829" providerId="LiveId" clId="{7B96159B-FF7E-46B7-9352-BD29FD705E92}" dt="2024-03-10T19:53:35.454" v="4339" actId="47"/>
        <pc:sldMkLst>
          <pc:docMk/>
          <pc:sldMk cId="0" sldId="279"/>
        </pc:sldMkLst>
      </pc:sldChg>
      <pc:sldChg chg="del">
        <pc:chgData name="Jefferson Passerini" userId="ec684a97d9b6a829" providerId="LiveId" clId="{7B96159B-FF7E-46B7-9352-BD29FD705E92}" dt="2024-03-10T19:53:36.940" v="4340" actId="47"/>
        <pc:sldMkLst>
          <pc:docMk/>
          <pc:sldMk cId="0" sldId="280"/>
        </pc:sldMkLst>
      </pc:sldChg>
      <pc:sldChg chg="del">
        <pc:chgData name="Jefferson Passerini" userId="ec684a97d9b6a829" providerId="LiveId" clId="{7B96159B-FF7E-46B7-9352-BD29FD705E92}" dt="2024-03-10T19:53:38.011" v="4341" actId="47"/>
        <pc:sldMkLst>
          <pc:docMk/>
          <pc:sldMk cId="0" sldId="281"/>
        </pc:sldMkLst>
      </pc:sldChg>
      <pc:sldChg chg="del">
        <pc:chgData name="Jefferson Passerini" userId="ec684a97d9b6a829" providerId="LiveId" clId="{7B96159B-FF7E-46B7-9352-BD29FD705E92}" dt="2024-03-10T19:54:08.509" v="4343" actId="47"/>
        <pc:sldMkLst>
          <pc:docMk/>
          <pc:sldMk cId="0" sldId="282"/>
        </pc:sldMkLst>
      </pc:sldChg>
      <pc:sldChg chg="del">
        <pc:chgData name="Jefferson Passerini" userId="ec684a97d9b6a829" providerId="LiveId" clId="{7B96159B-FF7E-46B7-9352-BD29FD705E92}" dt="2024-03-10T19:54:08.509" v="4343" actId="47"/>
        <pc:sldMkLst>
          <pc:docMk/>
          <pc:sldMk cId="0" sldId="283"/>
        </pc:sldMkLst>
      </pc:sldChg>
      <pc:sldChg chg="del">
        <pc:chgData name="Jefferson Passerini" userId="ec684a97d9b6a829" providerId="LiveId" clId="{7B96159B-FF7E-46B7-9352-BD29FD705E92}" dt="2024-03-10T19:54:08.509" v="4343" actId="47"/>
        <pc:sldMkLst>
          <pc:docMk/>
          <pc:sldMk cId="0" sldId="284"/>
        </pc:sldMkLst>
      </pc:sldChg>
      <pc:sldChg chg="del">
        <pc:chgData name="Jefferson Passerini" userId="ec684a97d9b6a829" providerId="LiveId" clId="{7B96159B-FF7E-46B7-9352-BD29FD705E92}" dt="2024-03-10T19:54:08.509" v="4343" actId="47"/>
        <pc:sldMkLst>
          <pc:docMk/>
          <pc:sldMk cId="0" sldId="285"/>
        </pc:sldMkLst>
      </pc:sldChg>
      <pc:sldChg chg="del">
        <pc:chgData name="Jefferson Passerini" userId="ec684a97d9b6a829" providerId="LiveId" clId="{7B96159B-FF7E-46B7-9352-BD29FD705E92}" dt="2024-03-10T19:54:08.509" v="4343" actId="47"/>
        <pc:sldMkLst>
          <pc:docMk/>
          <pc:sldMk cId="0" sldId="286"/>
        </pc:sldMkLst>
      </pc:sldChg>
      <pc:sldChg chg="addSp delSp modSp mod">
        <pc:chgData name="Jefferson Passerini" userId="ec684a97d9b6a829" providerId="LiveId" clId="{7B96159B-FF7E-46B7-9352-BD29FD705E92}" dt="2024-03-10T12:14:44.031" v="265" actId="20577"/>
        <pc:sldMkLst>
          <pc:docMk/>
          <pc:sldMk cId="1879529569" sldId="287"/>
        </pc:sldMkLst>
        <pc:spChg chg="del">
          <ac:chgData name="Jefferson Passerini" userId="ec684a97d9b6a829" providerId="LiveId" clId="{7B96159B-FF7E-46B7-9352-BD29FD705E92}" dt="2024-03-10T12:07:07.268" v="3" actId="478"/>
          <ac:spMkLst>
            <pc:docMk/>
            <pc:sldMk cId="1879529569" sldId="287"/>
            <ac:spMk id="2" creationId="{0E7F10DF-68A2-BA32-7CD2-094C2AA4FD11}"/>
          </ac:spMkLst>
        </pc:spChg>
        <pc:spChg chg="mod">
          <ac:chgData name="Jefferson Passerini" userId="ec684a97d9b6a829" providerId="LiveId" clId="{7B96159B-FF7E-46B7-9352-BD29FD705E92}" dt="2024-03-10T12:14:44.031" v="265" actId="20577"/>
          <ac:spMkLst>
            <pc:docMk/>
            <pc:sldMk cId="1879529569" sldId="287"/>
            <ac:spMk id="3" creationId="{212081E4-07F6-C689-2ACC-B6CADD634983}"/>
          </ac:spMkLst>
        </pc:spChg>
        <pc:spChg chg="add mod">
          <ac:chgData name="Jefferson Passerini" userId="ec684a97d9b6a829" providerId="LiveId" clId="{7B96159B-FF7E-46B7-9352-BD29FD705E92}" dt="2024-03-10T12:07:00.848" v="2"/>
          <ac:spMkLst>
            <pc:docMk/>
            <pc:sldMk cId="1879529569" sldId="287"/>
            <ac:spMk id="4" creationId="{5EA05B02-D80D-3624-D3E0-6EB75542A97B}"/>
          </ac:spMkLst>
        </pc:spChg>
      </pc:sldChg>
      <pc:sldChg chg="addSp delSp modSp add mod">
        <pc:chgData name="Jefferson Passerini" userId="ec684a97d9b6a829" providerId="LiveId" clId="{7B96159B-FF7E-46B7-9352-BD29FD705E92}" dt="2024-03-10T12:28:09.428" v="384" actId="1076"/>
        <pc:sldMkLst>
          <pc:docMk/>
          <pc:sldMk cId="2070466441" sldId="288"/>
        </pc:sldMkLst>
        <pc:spChg chg="add del mod">
          <ac:chgData name="Jefferson Passerini" userId="ec684a97d9b6a829" providerId="LiveId" clId="{7B96159B-FF7E-46B7-9352-BD29FD705E92}" dt="2024-03-10T12:16:04.850" v="282" actId="478"/>
          <ac:spMkLst>
            <pc:docMk/>
            <pc:sldMk cId="2070466441" sldId="288"/>
            <ac:spMk id="2" creationId="{AC923A94-524B-07EF-37D2-EBB40BC65DDA}"/>
          </ac:spMkLst>
        </pc:spChg>
        <pc:spChg chg="mod">
          <ac:chgData name="Jefferson Passerini" userId="ec684a97d9b6a829" providerId="LiveId" clId="{7B96159B-FF7E-46B7-9352-BD29FD705E92}" dt="2024-03-10T12:28:09.428" v="384" actId="1076"/>
          <ac:spMkLst>
            <pc:docMk/>
            <pc:sldMk cId="2070466441" sldId="288"/>
            <ac:spMk id="3" creationId="{212081E4-07F6-C689-2ACC-B6CADD634983}"/>
          </ac:spMkLst>
        </pc:spChg>
        <pc:picChg chg="add mod">
          <ac:chgData name="Jefferson Passerini" userId="ec684a97d9b6a829" providerId="LiveId" clId="{7B96159B-FF7E-46B7-9352-BD29FD705E92}" dt="2024-03-10T12:22:47.208" v="360" actId="1076"/>
          <ac:picMkLst>
            <pc:docMk/>
            <pc:sldMk cId="2070466441" sldId="288"/>
            <ac:picMk id="6" creationId="{A6EB47F3-A14F-770A-6B3F-28ABE83442F8}"/>
          </ac:picMkLst>
        </pc:picChg>
      </pc:sldChg>
      <pc:sldChg chg="addSp delSp modSp add mod setBg">
        <pc:chgData name="Jefferson Passerini" userId="ec684a97d9b6a829" providerId="LiveId" clId="{7B96159B-FF7E-46B7-9352-BD29FD705E92}" dt="2024-03-10T12:27:02.112" v="382" actId="14100"/>
        <pc:sldMkLst>
          <pc:docMk/>
          <pc:sldMk cId="3987549188" sldId="289"/>
        </pc:sldMkLst>
        <pc:spChg chg="mod ord">
          <ac:chgData name="Jefferson Passerini" userId="ec684a97d9b6a829" providerId="LiveId" clId="{7B96159B-FF7E-46B7-9352-BD29FD705E92}" dt="2024-03-10T12:27:02.112" v="382" actId="14100"/>
          <ac:spMkLst>
            <pc:docMk/>
            <pc:sldMk cId="3987549188" sldId="289"/>
            <ac:spMk id="3" creationId="{212081E4-07F6-C689-2ACC-B6CADD634983}"/>
          </ac:spMkLst>
        </pc:spChg>
        <pc:spChg chg="mod">
          <ac:chgData name="Jefferson Passerini" userId="ec684a97d9b6a829" providerId="LiveId" clId="{7B96159B-FF7E-46B7-9352-BD29FD705E92}" dt="2024-03-10T12:26:51.700" v="378" actId="26606"/>
          <ac:spMkLst>
            <pc:docMk/>
            <pc:sldMk cId="3987549188" sldId="289"/>
            <ac:spMk id="4" creationId="{5EA05B02-D80D-3624-D3E0-6EB75542A97B}"/>
          </ac:spMkLst>
        </pc:spChg>
        <pc:spChg chg="add del">
          <ac:chgData name="Jefferson Passerini" userId="ec684a97d9b6a829" providerId="LiveId" clId="{7B96159B-FF7E-46B7-9352-BD29FD705E92}" dt="2024-03-10T12:26:51.700" v="378" actId="26606"/>
          <ac:spMkLst>
            <pc:docMk/>
            <pc:sldMk cId="3987549188" sldId="289"/>
            <ac:spMk id="9" creationId="{B6FACB3C-9069-4791-BC5C-0DB7CD19B853}"/>
          </ac:spMkLst>
        </pc:spChg>
        <pc:spChg chg="add del">
          <ac:chgData name="Jefferson Passerini" userId="ec684a97d9b6a829" providerId="LiveId" clId="{7B96159B-FF7E-46B7-9352-BD29FD705E92}" dt="2024-03-10T12:26:51.700" v="378" actId="26606"/>
          <ac:spMkLst>
            <pc:docMk/>
            <pc:sldMk cId="3987549188" sldId="289"/>
            <ac:spMk id="11" creationId="{71F2038E-D777-4B76-81DD-DD13EE91B9DD}"/>
          </ac:spMkLst>
        </pc:spChg>
        <pc:grpChg chg="add del">
          <ac:chgData name="Jefferson Passerini" userId="ec684a97d9b6a829" providerId="LiveId" clId="{7B96159B-FF7E-46B7-9352-BD29FD705E92}" dt="2024-03-10T12:26:51.700" v="378" actId="26606"/>
          <ac:grpSpMkLst>
            <pc:docMk/>
            <pc:sldMk cId="3987549188" sldId="289"/>
            <ac:grpSpMk id="13" creationId="{DD354807-230F-4402-B1B9-F733A8F1F190}"/>
          </ac:grpSpMkLst>
        </pc:grpChg>
        <pc:picChg chg="add mod">
          <ac:chgData name="Jefferson Passerini" userId="ec684a97d9b6a829" providerId="LiveId" clId="{7B96159B-FF7E-46B7-9352-BD29FD705E92}" dt="2024-03-10T12:26:59.824" v="381" actId="1076"/>
          <ac:picMkLst>
            <pc:docMk/>
            <pc:sldMk cId="3987549188" sldId="289"/>
            <ac:picMk id="2" creationId="{D66AB073-B646-67F7-0D68-0198703757D8}"/>
          </ac:picMkLst>
        </pc:picChg>
      </pc:sldChg>
      <pc:sldChg chg="modSp add mod">
        <pc:chgData name="Jefferson Passerini" userId="ec684a97d9b6a829" providerId="LiveId" clId="{7B96159B-FF7E-46B7-9352-BD29FD705E92}" dt="2024-03-10T12:36:17.790" v="432" actId="790"/>
        <pc:sldMkLst>
          <pc:docMk/>
          <pc:sldMk cId="2477435955" sldId="290"/>
        </pc:sldMkLst>
        <pc:spChg chg="mod">
          <ac:chgData name="Jefferson Passerini" userId="ec684a97d9b6a829" providerId="LiveId" clId="{7B96159B-FF7E-46B7-9352-BD29FD705E92}" dt="2024-03-10T12:36:17.790" v="432" actId="790"/>
          <ac:spMkLst>
            <pc:docMk/>
            <pc:sldMk cId="2477435955" sldId="290"/>
            <ac:spMk id="3" creationId="{212081E4-07F6-C689-2ACC-B6CADD634983}"/>
          </ac:spMkLst>
        </pc:spChg>
        <pc:picChg chg="mod">
          <ac:chgData name="Jefferson Passerini" userId="ec684a97d9b6a829" providerId="LiveId" clId="{7B96159B-FF7E-46B7-9352-BD29FD705E92}" dt="2024-03-10T12:32:51.801" v="430" actId="1076"/>
          <ac:picMkLst>
            <pc:docMk/>
            <pc:sldMk cId="2477435955" sldId="290"/>
            <ac:picMk id="2" creationId="{D66AB073-B646-67F7-0D68-0198703757D8}"/>
          </ac:picMkLst>
        </pc:picChg>
      </pc:sldChg>
      <pc:sldChg chg="modSp add mod">
        <pc:chgData name="Jefferson Passerini" userId="ec684a97d9b6a829" providerId="LiveId" clId="{7B96159B-FF7E-46B7-9352-BD29FD705E92}" dt="2024-03-10T12:39:20.490" v="465" actId="20577"/>
        <pc:sldMkLst>
          <pc:docMk/>
          <pc:sldMk cId="3794449016" sldId="291"/>
        </pc:sldMkLst>
        <pc:spChg chg="mod">
          <ac:chgData name="Jefferson Passerini" userId="ec684a97d9b6a829" providerId="LiveId" clId="{7B96159B-FF7E-46B7-9352-BD29FD705E92}" dt="2024-03-10T12:39:20.490" v="465" actId="20577"/>
          <ac:spMkLst>
            <pc:docMk/>
            <pc:sldMk cId="3794449016" sldId="291"/>
            <ac:spMk id="3" creationId="{212081E4-07F6-C689-2ACC-B6CADD634983}"/>
          </ac:spMkLst>
        </pc:spChg>
      </pc:sldChg>
      <pc:sldChg chg="modSp add mod">
        <pc:chgData name="Jefferson Passerini" userId="ec684a97d9b6a829" providerId="LiveId" clId="{7B96159B-FF7E-46B7-9352-BD29FD705E92}" dt="2024-03-10T12:42:29.597" v="488" actId="1076"/>
        <pc:sldMkLst>
          <pc:docMk/>
          <pc:sldMk cId="847967608" sldId="292"/>
        </pc:sldMkLst>
        <pc:spChg chg="mod">
          <ac:chgData name="Jefferson Passerini" userId="ec684a97d9b6a829" providerId="LiveId" clId="{7B96159B-FF7E-46B7-9352-BD29FD705E92}" dt="2024-03-10T12:42:29.597" v="488" actId="1076"/>
          <ac:spMkLst>
            <pc:docMk/>
            <pc:sldMk cId="847967608" sldId="292"/>
            <ac:spMk id="3" creationId="{212081E4-07F6-C689-2ACC-B6CADD634983}"/>
          </ac:spMkLst>
        </pc:spChg>
      </pc:sldChg>
      <pc:sldChg chg="addSp delSp modSp add mod">
        <pc:chgData name="Jefferson Passerini" userId="ec684a97d9b6a829" providerId="LiveId" clId="{7B96159B-FF7E-46B7-9352-BD29FD705E92}" dt="2024-03-10T18:42:11.323" v="555" actId="1076"/>
        <pc:sldMkLst>
          <pc:docMk/>
          <pc:sldMk cId="344186368" sldId="293"/>
        </pc:sldMkLst>
        <pc:spChg chg="mod">
          <ac:chgData name="Jefferson Passerini" userId="ec684a97d9b6a829" providerId="LiveId" clId="{7B96159B-FF7E-46B7-9352-BD29FD705E92}" dt="2024-03-10T18:41:04.458" v="524" actId="27636"/>
          <ac:spMkLst>
            <pc:docMk/>
            <pc:sldMk cId="344186368" sldId="293"/>
            <ac:spMk id="3" creationId="{212081E4-07F6-C689-2ACC-B6CADD634983}"/>
          </ac:spMkLst>
        </pc:spChg>
        <pc:spChg chg="add mod">
          <ac:chgData name="Jefferson Passerini" userId="ec684a97d9b6a829" providerId="LiveId" clId="{7B96159B-FF7E-46B7-9352-BD29FD705E92}" dt="2024-03-10T18:41:17.919" v="548" actId="27636"/>
          <ac:spMkLst>
            <pc:docMk/>
            <pc:sldMk cId="344186368" sldId="293"/>
            <ac:spMk id="5" creationId="{CECB6726-B9C3-6698-A5F2-83D4F71D0002}"/>
          </ac:spMkLst>
        </pc:spChg>
        <pc:picChg chg="del">
          <ac:chgData name="Jefferson Passerini" userId="ec684a97d9b6a829" providerId="LiveId" clId="{7B96159B-FF7E-46B7-9352-BD29FD705E92}" dt="2024-03-10T18:40:59.182" v="521" actId="478"/>
          <ac:picMkLst>
            <pc:docMk/>
            <pc:sldMk cId="344186368" sldId="293"/>
            <ac:picMk id="2" creationId="{D66AB073-B646-67F7-0D68-0198703757D8}"/>
          </ac:picMkLst>
        </pc:picChg>
        <pc:picChg chg="add mod">
          <ac:chgData name="Jefferson Passerini" userId="ec684a97d9b6a829" providerId="LiveId" clId="{7B96159B-FF7E-46B7-9352-BD29FD705E92}" dt="2024-03-10T18:41:42.901" v="551" actId="14100"/>
          <ac:picMkLst>
            <pc:docMk/>
            <pc:sldMk cId="344186368" sldId="293"/>
            <ac:picMk id="7" creationId="{76E63D3E-1DDC-82DB-96D5-9E9E8A22344E}"/>
          </ac:picMkLst>
        </pc:picChg>
        <pc:picChg chg="add mod">
          <ac:chgData name="Jefferson Passerini" userId="ec684a97d9b6a829" providerId="LiveId" clId="{7B96159B-FF7E-46B7-9352-BD29FD705E92}" dt="2024-03-10T18:42:11.323" v="555" actId="1076"/>
          <ac:picMkLst>
            <pc:docMk/>
            <pc:sldMk cId="344186368" sldId="293"/>
            <ac:picMk id="9" creationId="{06317B70-742B-B3FE-2CB5-54FE8890D88A}"/>
          </ac:picMkLst>
        </pc:picChg>
      </pc:sldChg>
      <pc:sldChg chg="addSp delSp modSp add mod">
        <pc:chgData name="Jefferson Passerini" userId="ec684a97d9b6a829" providerId="LiveId" clId="{7B96159B-FF7E-46B7-9352-BD29FD705E92}" dt="2024-03-10T19:16:25.113" v="1355" actId="20577"/>
        <pc:sldMkLst>
          <pc:docMk/>
          <pc:sldMk cId="2994317039" sldId="294"/>
        </pc:sldMkLst>
        <pc:spChg chg="mod">
          <ac:chgData name="Jefferson Passerini" userId="ec684a97d9b6a829" providerId="LiveId" clId="{7B96159B-FF7E-46B7-9352-BD29FD705E92}" dt="2024-03-10T18:43:22.934" v="611" actId="20577"/>
          <ac:spMkLst>
            <pc:docMk/>
            <pc:sldMk cId="2994317039" sldId="294"/>
            <ac:spMk id="3" creationId="{212081E4-07F6-C689-2ACC-B6CADD634983}"/>
          </ac:spMkLst>
        </pc:spChg>
        <pc:spChg chg="mod">
          <ac:chgData name="Jefferson Passerini" userId="ec684a97d9b6a829" providerId="LiveId" clId="{7B96159B-FF7E-46B7-9352-BD29FD705E92}" dt="2024-03-10T18:43:30.498" v="613" actId="27636"/>
          <ac:spMkLst>
            <pc:docMk/>
            <pc:sldMk cId="2994317039" sldId="294"/>
            <ac:spMk id="5" creationId="{CECB6726-B9C3-6698-A5F2-83D4F71D0002}"/>
          </ac:spMkLst>
        </pc:spChg>
        <pc:spChg chg="add mod">
          <ac:chgData name="Jefferson Passerini" userId="ec684a97d9b6a829" providerId="LiveId" clId="{7B96159B-FF7E-46B7-9352-BD29FD705E92}" dt="2024-03-10T19:16:25.113" v="1355" actId="20577"/>
          <ac:spMkLst>
            <pc:docMk/>
            <pc:sldMk cId="2994317039" sldId="294"/>
            <ac:spMk id="11" creationId="{93AF4BEB-675C-C3F9-DFB4-4076B781F630}"/>
          </ac:spMkLst>
        </pc:spChg>
        <pc:picChg chg="add mod">
          <ac:chgData name="Jefferson Passerini" userId="ec684a97d9b6a829" providerId="LiveId" clId="{7B96159B-FF7E-46B7-9352-BD29FD705E92}" dt="2024-03-10T18:44:06.931" v="618" actId="1076"/>
          <ac:picMkLst>
            <pc:docMk/>
            <pc:sldMk cId="2994317039" sldId="294"/>
            <ac:picMk id="6" creationId="{70B649ED-A648-697A-C76A-2F57FF07F758}"/>
          </ac:picMkLst>
        </pc:picChg>
        <pc:picChg chg="del">
          <ac:chgData name="Jefferson Passerini" userId="ec684a97d9b6a829" providerId="LiveId" clId="{7B96159B-FF7E-46B7-9352-BD29FD705E92}" dt="2024-03-10T18:42:57.648" v="557" actId="478"/>
          <ac:picMkLst>
            <pc:docMk/>
            <pc:sldMk cId="2994317039" sldId="294"/>
            <ac:picMk id="7" creationId="{76E63D3E-1DDC-82DB-96D5-9E9E8A22344E}"/>
          </ac:picMkLst>
        </pc:picChg>
        <pc:picChg chg="del">
          <ac:chgData name="Jefferson Passerini" userId="ec684a97d9b6a829" providerId="LiveId" clId="{7B96159B-FF7E-46B7-9352-BD29FD705E92}" dt="2024-03-10T18:42:58.439" v="558" actId="478"/>
          <ac:picMkLst>
            <pc:docMk/>
            <pc:sldMk cId="2994317039" sldId="294"/>
            <ac:picMk id="9" creationId="{06317B70-742B-B3FE-2CB5-54FE8890D88A}"/>
          </ac:picMkLst>
        </pc:picChg>
        <pc:picChg chg="add mod">
          <ac:chgData name="Jefferson Passerini" userId="ec684a97d9b6a829" providerId="LiveId" clId="{7B96159B-FF7E-46B7-9352-BD29FD705E92}" dt="2024-03-10T18:45:39.941" v="621" actId="14100"/>
          <ac:picMkLst>
            <pc:docMk/>
            <pc:sldMk cId="2994317039" sldId="294"/>
            <ac:picMk id="10" creationId="{28953680-F63C-00E9-55FD-E973429A6B21}"/>
          </ac:picMkLst>
        </pc:picChg>
      </pc:sldChg>
      <pc:sldChg chg="addSp delSp modSp add mod">
        <pc:chgData name="Jefferson Passerini" userId="ec684a97d9b6a829" providerId="LiveId" clId="{7B96159B-FF7E-46B7-9352-BD29FD705E92}" dt="2024-03-10T18:47:44.022" v="680" actId="1076"/>
        <pc:sldMkLst>
          <pc:docMk/>
          <pc:sldMk cId="867337325" sldId="295"/>
        </pc:sldMkLst>
        <pc:spChg chg="mod">
          <ac:chgData name="Jefferson Passerini" userId="ec684a97d9b6a829" providerId="LiveId" clId="{7B96159B-FF7E-46B7-9352-BD29FD705E92}" dt="2024-03-10T18:46:38.930" v="646" actId="20577"/>
          <ac:spMkLst>
            <pc:docMk/>
            <pc:sldMk cId="867337325" sldId="295"/>
            <ac:spMk id="3" creationId="{212081E4-07F6-C689-2ACC-B6CADD634983}"/>
          </ac:spMkLst>
        </pc:spChg>
        <pc:spChg chg="mod">
          <ac:chgData name="Jefferson Passerini" userId="ec684a97d9b6a829" providerId="LiveId" clId="{7B96159B-FF7E-46B7-9352-BD29FD705E92}" dt="2024-03-10T18:46:49.986" v="670" actId="20577"/>
          <ac:spMkLst>
            <pc:docMk/>
            <pc:sldMk cId="867337325" sldId="295"/>
            <ac:spMk id="5" creationId="{CECB6726-B9C3-6698-A5F2-83D4F71D0002}"/>
          </ac:spMkLst>
        </pc:spChg>
        <pc:picChg chg="del">
          <ac:chgData name="Jefferson Passerini" userId="ec684a97d9b6a829" providerId="LiveId" clId="{7B96159B-FF7E-46B7-9352-BD29FD705E92}" dt="2024-03-10T18:46:53.073" v="671" actId="478"/>
          <ac:picMkLst>
            <pc:docMk/>
            <pc:sldMk cId="867337325" sldId="295"/>
            <ac:picMk id="6" creationId="{70B649ED-A648-697A-C76A-2F57FF07F758}"/>
          </ac:picMkLst>
        </pc:picChg>
        <pc:picChg chg="add mod">
          <ac:chgData name="Jefferson Passerini" userId="ec684a97d9b6a829" providerId="LiveId" clId="{7B96159B-FF7E-46B7-9352-BD29FD705E92}" dt="2024-03-10T18:47:19.391" v="676" actId="1076"/>
          <ac:picMkLst>
            <pc:docMk/>
            <pc:sldMk cId="867337325" sldId="295"/>
            <ac:picMk id="7" creationId="{EC0A15F7-85C6-1DC4-284B-1873A9E66B43}"/>
          </ac:picMkLst>
        </pc:picChg>
        <pc:picChg chg="add mod">
          <ac:chgData name="Jefferson Passerini" userId="ec684a97d9b6a829" providerId="LiveId" clId="{7B96159B-FF7E-46B7-9352-BD29FD705E92}" dt="2024-03-10T18:47:44.022" v="680" actId="1076"/>
          <ac:picMkLst>
            <pc:docMk/>
            <pc:sldMk cId="867337325" sldId="295"/>
            <ac:picMk id="9" creationId="{4CCEFFAF-E67D-8FA9-85DA-D589C75F2651}"/>
          </ac:picMkLst>
        </pc:picChg>
        <pc:picChg chg="del">
          <ac:chgData name="Jefferson Passerini" userId="ec684a97d9b6a829" providerId="LiveId" clId="{7B96159B-FF7E-46B7-9352-BD29FD705E92}" dt="2024-03-10T18:46:53.880" v="672" actId="478"/>
          <ac:picMkLst>
            <pc:docMk/>
            <pc:sldMk cId="867337325" sldId="295"/>
            <ac:picMk id="10" creationId="{28953680-F63C-00E9-55FD-E973429A6B21}"/>
          </ac:picMkLst>
        </pc:picChg>
      </pc:sldChg>
      <pc:sldChg chg="addSp delSp modSp add mod">
        <pc:chgData name="Jefferson Passerini" userId="ec684a97d9b6a829" providerId="LiveId" clId="{7B96159B-FF7E-46B7-9352-BD29FD705E92}" dt="2024-03-10T18:50:31.615" v="779" actId="27636"/>
        <pc:sldMkLst>
          <pc:docMk/>
          <pc:sldMk cId="968053635" sldId="296"/>
        </pc:sldMkLst>
        <pc:spChg chg="mod">
          <ac:chgData name="Jefferson Passerini" userId="ec684a97d9b6a829" providerId="LiveId" clId="{7B96159B-FF7E-46B7-9352-BD29FD705E92}" dt="2024-03-10T18:50:23.539" v="775" actId="20577"/>
          <ac:spMkLst>
            <pc:docMk/>
            <pc:sldMk cId="968053635" sldId="296"/>
            <ac:spMk id="3" creationId="{212081E4-07F6-C689-2ACC-B6CADD634983}"/>
          </ac:spMkLst>
        </pc:spChg>
        <pc:spChg chg="mod">
          <ac:chgData name="Jefferson Passerini" userId="ec684a97d9b6a829" providerId="LiveId" clId="{7B96159B-FF7E-46B7-9352-BD29FD705E92}" dt="2024-03-10T18:50:31.615" v="779" actId="27636"/>
          <ac:spMkLst>
            <pc:docMk/>
            <pc:sldMk cId="968053635" sldId="296"/>
            <ac:spMk id="5" creationId="{CECB6726-B9C3-6698-A5F2-83D4F71D0002}"/>
          </ac:spMkLst>
        </pc:spChg>
        <pc:picChg chg="add mod ord">
          <ac:chgData name="Jefferson Passerini" userId="ec684a97d9b6a829" providerId="LiveId" clId="{7B96159B-FF7E-46B7-9352-BD29FD705E92}" dt="2024-03-10T18:49:56.750" v="700" actId="14100"/>
          <ac:picMkLst>
            <pc:docMk/>
            <pc:sldMk cId="968053635" sldId="296"/>
            <ac:picMk id="6" creationId="{B2578EEB-ACF8-0CA3-7D36-BDA9E753EB7A}"/>
          </ac:picMkLst>
        </pc:picChg>
        <pc:picChg chg="del">
          <ac:chgData name="Jefferson Passerini" userId="ec684a97d9b6a829" providerId="LiveId" clId="{7B96159B-FF7E-46B7-9352-BD29FD705E92}" dt="2024-03-10T18:48:32.939" v="682" actId="478"/>
          <ac:picMkLst>
            <pc:docMk/>
            <pc:sldMk cId="968053635" sldId="296"/>
            <ac:picMk id="7" creationId="{EC0A15F7-85C6-1DC4-284B-1873A9E66B43}"/>
          </ac:picMkLst>
        </pc:picChg>
        <pc:picChg chg="del">
          <ac:chgData name="Jefferson Passerini" userId="ec684a97d9b6a829" providerId="LiveId" clId="{7B96159B-FF7E-46B7-9352-BD29FD705E92}" dt="2024-03-10T18:48:33.739" v="683" actId="478"/>
          <ac:picMkLst>
            <pc:docMk/>
            <pc:sldMk cId="968053635" sldId="296"/>
            <ac:picMk id="9" creationId="{4CCEFFAF-E67D-8FA9-85DA-D589C75F2651}"/>
          </ac:picMkLst>
        </pc:picChg>
        <pc:picChg chg="add mod ord">
          <ac:chgData name="Jefferson Passerini" userId="ec684a97d9b6a829" providerId="LiveId" clId="{7B96159B-FF7E-46B7-9352-BD29FD705E92}" dt="2024-03-10T18:49:50.473" v="698" actId="167"/>
          <ac:picMkLst>
            <pc:docMk/>
            <pc:sldMk cId="968053635" sldId="296"/>
            <ac:picMk id="10" creationId="{E2286D2B-E180-DE21-6E04-56BE5E675189}"/>
          </ac:picMkLst>
        </pc:picChg>
      </pc:sldChg>
      <pc:sldChg chg="addSp delSp modSp add mod ord">
        <pc:chgData name="Jefferson Passerini" userId="ec684a97d9b6a829" providerId="LiveId" clId="{7B96159B-FF7E-46B7-9352-BD29FD705E92}" dt="2024-03-10T18:53:52.118" v="879" actId="1076"/>
        <pc:sldMkLst>
          <pc:docMk/>
          <pc:sldMk cId="2178763926" sldId="297"/>
        </pc:sldMkLst>
        <pc:spChg chg="mod">
          <ac:chgData name="Jefferson Passerini" userId="ec684a97d9b6a829" providerId="LiveId" clId="{7B96159B-FF7E-46B7-9352-BD29FD705E92}" dt="2024-03-10T18:52:55.442" v="875" actId="1076"/>
          <ac:spMkLst>
            <pc:docMk/>
            <pc:sldMk cId="2178763926" sldId="297"/>
            <ac:spMk id="3" creationId="{212081E4-07F6-C689-2ACC-B6CADD634983}"/>
          </ac:spMkLst>
        </pc:spChg>
        <pc:spChg chg="mod">
          <ac:chgData name="Jefferson Passerini" userId="ec684a97d9b6a829" providerId="LiveId" clId="{7B96159B-FF7E-46B7-9352-BD29FD705E92}" dt="2024-03-10T18:53:50.231" v="878" actId="1076"/>
          <ac:spMkLst>
            <pc:docMk/>
            <pc:sldMk cId="2178763926" sldId="297"/>
            <ac:spMk id="5" creationId="{CECB6726-B9C3-6698-A5F2-83D4F71D0002}"/>
          </ac:spMkLst>
        </pc:spChg>
        <pc:picChg chg="add mod">
          <ac:chgData name="Jefferson Passerini" userId="ec684a97d9b6a829" providerId="LiveId" clId="{7B96159B-FF7E-46B7-9352-BD29FD705E92}" dt="2024-03-10T18:53:52.118" v="879" actId="1076"/>
          <ac:picMkLst>
            <pc:docMk/>
            <pc:sldMk cId="2178763926" sldId="297"/>
            <ac:picMk id="6" creationId="{3FA6BFF2-0031-06FF-2823-A21FDEE0247E}"/>
          </ac:picMkLst>
        </pc:picChg>
        <pc:picChg chg="del">
          <ac:chgData name="Jefferson Passerini" userId="ec684a97d9b6a829" providerId="LiveId" clId="{7B96159B-FF7E-46B7-9352-BD29FD705E92}" dt="2024-03-10T18:51:46.518" v="812" actId="478"/>
          <ac:picMkLst>
            <pc:docMk/>
            <pc:sldMk cId="2178763926" sldId="297"/>
            <ac:picMk id="7" creationId="{EC0A15F7-85C6-1DC4-284B-1873A9E66B43}"/>
          </ac:picMkLst>
        </pc:picChg>
        <pc:picChg chg="del">
          <ac:chgData name="Jefferson Passerini" userId="ec684a97d9b6a829" providerId="LiveId" clId="{7B96159B-FF7E-46B7-9352-BD29FD705E92}" dt="2024-03-10T18:52:05.589" v="846" actId="478"/>
          <ac:picMkLst>
            <pc:docMk/>
            <pc:sldMk cId="2178763926" sldId="297"/>
            <ac:picMk id="9" creationId="{4CCEFFAF-E67D-8FA9-85DA-D589C75F2651}"/>
          </ac:picMkLst>
        </pc:picChg>
        <pc:picChg chg="add mod">
          <ac:chgData name="Jefferson Passerini" userId="ec684a97d9b6a829" providerId="LiveId" clId="{7B96159B-FF7E-46B7-9352-BD29FD705E92}" dt="2024-03-10T18:53:46.639" v="877" actId="1076"/>
          <ac:picMkLst>
            <pc:docMk/>
            <pc:sldMk cId="2178763926" sldId="297"/>
            <ac:picMk id="10" creationId="{5C345AE6-735C-790C-7079-34595D83E498}"/>
          </ac:picMkLst>
        </pc:picChg>
      </pc:sldChg>
      <pc:sldChg chg="addSp delSp modSp add mod ord setBg">
        <pc:chgData name="Jefferson Passerini" userId="ec684a97d9b6a829" providerId="LiveId" clId="{7B96159B-FF7E-46B7-9352-BD29FD705E92}" dt="2024-03-10T19:00:45.501" v="1013" actId="14100"/>
        <pc:sldMkLst>
          <pc:docMk/>
          <pc:sldMk cId="516213243" sldId="298"/>
        </pc:sldMkLst>
        <pc:spChg chg="mod ord">
          <ac:chgData name="Jefferson Passerini" userId="ec684a97d9b6a829" providerId="LiveId" clId="{7B96159B-FF7E-46B7-9352-BD29FD705E92}" dt="2024-03-10T18:59:57.409" v="1005" actId="26606"/>
          <ac:spMkLst>
            <pc:docMk/>
            <pc:sldMk cId="516213243" sldId="298"/>
            <ac:spMk id="3" creationId="{212081E4-07F6-C689-2ACC-B6CADD634983}"/>
          </ac:spMkLst>
        </pc:spChg>
        <pc:spChg chg="mod ord">
          <ac:chgData name="Jefferson Passerini" userId="ec684a97d9b6a829" providerId="LiveId" clId="{7B96159B-FF7E-46B7-9352-BD29FD705E92}" dt="2024-03-10T18:59:57.409" v="1005" actId="26606"/>
          <ac:spMkLst>
            <pc:docMk/>
            <pc:sldMk cId="516213243" sldId="298"/>
            <ac:spMk id="4" creationId="{5EA05B02-D80D-3624-D3E0-6EB75542A97B}"/>
          </ac:spMkLst>
        </pc:spChg>
        <pc:spChg chg="del">
          <ac:chgData name="Jefferson Passerini" userId="ec684a97d9b6a829" providerId="LiveId" clId="{7B96159B-FF7E-46B7-9352-BD29FD705E92}" dt="2024-03-10T18:54:36.572" v="883" actId="478"/>
          <ac:spMkLst>
            <pc:docMk/>
            <pc:sldMk cId="516213243" sldId="298"/>
            <ac:spMk id="5" creationId="{CECB6726-B9C3-6698-A5F2-83D4F71D0002}"/>
          </ac:spMkLst>
        </pc:spChg>
        <pc:spChg chg="add del">
          <ac:chgData name="Jefferson Passerini" userId="ec684a97d9b6a829" providerId="LiveId" clId="{7B96159B-FF7E-46B7-9352-BD29FD705E92}" dt="2024-03-10T18:59:57.409" v="1005" actId="26606"/>
          <ac:spMkLst>
            <pc:docMk/>
            <pc:sldMk cId="516213243" sldId="298"/>
            <ac:spMk id="15" creationId="{D1520B01-A2E4-41C2-8A8F-7683F250890E}"/>
          </ac:spMkLst>
        </pc:spChg>
        <pc:spChg chg="add del">
          <ac:chgData name="Jefferson Passerini" userId="ec684a97d9b6a829" providerId="LiveId" clId="{7B96159B-FF7E-46B7-9352-BD29FD705E92}" dt="2024-03-10T18:59:57.404" v="1004" actId="26606"/>
          <ac:spMkLst>
            <pc:docMk/>
            <pc:sldMk cId="516213243" sldId="298"/>
            <ac:spMk id="36" creationId="{1D50F262-343C-4101-AB3C-9DA1072F7305}"/>
          </ac:spMkLst>
        </pc:spChg>
        <pc:spChg chg="add del">
          <ac:chgData name="Jefferson Passerini" userId="ec684a97d9b6a829" providerId="LiveId" clId="{7B96159B-FF7E-46B7-9352-BD29FD705E92}" dt="2024-03-10T18:59:57.404" v="1004" actId="26606"/>
          <ac:spMkLst>
            <pc:docMk/>
            <pc:sldMk cId="516213243" sldId="298"/>
            <ac:spMk id="38" creationId="{6A0924B3-0260-445E-AFD7-9533C0D1B3C9}"/>
          </ac:spMkLst>
        </pc:spChg>
        <pc:spChg chg="add del">
          <ac:chgData name="Jefferson Passerini" userId="ec684a97d9b6a829" providerId="LiveId" clId="{7B96159B-FF7E-46B7-9352-BD29FD705E92}" dt="2024-03-10T18:59:57.404" v="1004" actId="26606"/>
          <ac:spMkLst>
            <pc:docMk/>
            <pc:sldMk cId="516213243" sldId="298"/>
            <ac:spMk id="40" creationId="{7C34E8CB-B972-4A94-8469-315C10C2AA93}"/>
          </ac:spMkLst>
        </pc:spChg>
        <pc:spChg chg="add del">
          <ac:chgData name="Jefferson Passerini" userId="ec684a97d9b6a829" providerId="LiveId" clId="{7B96159B-FF7E-46B7-9352-BD29FD705E92}" dt="2024-03-10T18:59:57.404" v="1004" actId="26606"/>
          <ac:spMkLst>
            <pc:docMk/>
            <pc:sldMk cId="516213243" sldId="298"/>
            <ac:spMk id="42" creationId="{114A821F-8663-46BA-8CC0-D4C44F639F3A}"/>
          </ac:spMkLst>
        </pc:spChg>
        <pc:spChg chg="add del">
          <ac:chgData name="Jefferson Passerini" userId="ec684a97d9b6a829" providerId="LiveId" clId="{7B96159B-FF7E-46B7-9352-BD29FD705E92}" dt="2024-03-10T18:59:57.404" v="1004" actId="26606"/>
          <ac:spMkLst>
            <pc:docMk/>
            <pc:sldMk cId="516213243" sldId="298"/>
            <ac:spMk id="44" creationId="{67EF550F-47CE-4FB2-9DAC-12AD835C833D}"/>
          </ac:spMkLst>
        </pc:spChg>
        <pc:spChg chg="add">
          <ac:chgData name="Jefferson Passerini" userId="ec684a97d9b6a829" providerId="LiveId" clId="{7B96159B-FF7E-46B7-9352-BD29FD705E92}" dt="2024-03-10T18:59:57.409" v="1005" actId="26606"/>
          <ac:spMkLst>
            <pc:docMk/>
            <pc:sldMk cId="516213243" sldId="298"/>
            <ac:spMk id="46" creationId="{5B9CE10B-7217-4727-A3A7-5DF664DEB4F7}"/>
          </ac:spMkLst>
        </pc:spChg>
        <pc:spChg chg="add">
          <ac:chgData name="Jefferson Passerini" userId="ec684a97d9b6a829" providerId="LiveId" clId="{7B96159B-FF7E-46B7-9352-BD29FD705E92}" dt="2024-03-10T18:59:57.409" v="1005" actId="26606"/>
          <ac:spMkLst>
            <pc:docMk/>
            <pc:sldMk cId="516213243" sldId="298"/>
            <ac:spMk id="49" creationId="{04357C93-F0CB-4A1C-8F77-4E9063789819}"/>
          </ac:spMkLst>
        </pc:spChg>
        <pc:grpChg chg="add del">
          <ac:chgData name="Jefferson Passerini" userId="ec684a97d9b6a829" providerId="LiveId" clId="{7B96159B-FF7E-46B7-9352-BD29FD705E92}" dt="2024-03-10T18:59:57.409" v="1005" actId="26606"/>
          <ac:grpSpMkLst>
            <pc:docMk/>
            <pc:sldMk cId="516213243" sldId="298"/>
            <ac:grpSpMk id="17" creationId="{1F634C0A-A487-42AF-8DFD-4DAD62FE92BF}"/>
          </ac:grpSpMkLst>
        </pc:grpChg>
        <pc:grpChg chg="add del">
          <ac:chgData name="Jefferson Passerini" userId="ec684a97d9b6a829" providerId="LiveId" clId="{7B96159B-FF7E-46B7-9352-BD29FD705E92}" dt="2024-03-10T18:59:57.409" v="1005" actId="26606"/>
          <ac:grpSpMkLst>
            <pc:docMk/>
            <pc:sldMk cId="516213243" sldId="298"/>
            <ac:grpSpMk id="21" creationId="{066EE5A2-0D35-4D6A-A5C7-1CA91F740684}"/>
          </ac:grpSpMkLst>
        </pc:grpChg>
        <pc:grpChg chg="add del">
          <ac:chgData name="Jefferson Passerini" userId="ec684a97d9b6a829" providerId="LiveId" clId="{7B96159B-FF7E-46B7-9352-BD29FD705E92}" dt="2024-03-10T18:59:57.409" v="1005" actId="26606"/>
          <ac:grpSpMkLst>
            <pc:docMk/>
            <pc:sldMk cId="516213243" sldId="298"/>
            <ac:grpSpMk id="25" creationId="{56AA1647-0DA6-4A17-B3E1-95D61BD54714}"/>
          </ac:grpSpMkLst>
        </pc:grpChg>
        <pc:grpChg chg="add del">
          <ac:chgData name="Jefferson Passerini" userId="ec684a97d9b6a829" providerId="LiveId" clId="{7B96159B-FF7E-46B7-9352-BD29FD705E92}" dt="2024-03-10T18:59:57.409" v="1005" actId="26606"/>
          <ac:grpSpMkLst>
            <pc:docMk/>
            <pc:sldMk cId="516213243" sldId="298"/>
            <ac:grpSpMk id="29" creationId="{08D20F07-CD49-4F17-BC00-9429DA80C502}"/>
          </ac:grpSpMkLst>
        </pc:grpChg>
        <pc:grpChg chg="add">
          <ac:chgData name="Jefferson Passerini" userId="ec684a97d9b6a829" providerId="LiveId" clId="{7B96159B-FF7E-46B7-9352-BD29FD705E92}" dt="2024-03-10T18:59:57.409" v="1005" actId="26606"/>
          <ac:grpSpMkLst>
            <pc:docMk/>
            <pc:sldMk cId="516213243" sldId="298"/>
            <ac:grpSpMk id="47" creationId="{3AF6A671-C637-4547-85F4-51B6D1881399}"/>
          </ac:grpSpMkLst>
        </pc:grpChg>
        <pc:picChg chg="add mod ord">
          <ac:chgData name="Jefferson Passerini" userId="ec684a97d9b6a829" providerId="LiveId" clId="{7B96159B-FF7E-46B7-9352-BD29FD705E92}" dt="2024-03-10T19:00:45.501" v="1013" actId="14100"/>
          <ac:picMkLst>
            <pc:docMk/>
            <pc:sldMk cId="516213243" sldId="298"/>
            <ac:picMk id="6" creationId="{823FB596-8BFE-3B8D-584B-1D516B12F687}"/>
          </ac:picMkLst>
        </pc:picChg>
        <pc:picChg chg="del">
          <ac:chgData name="Jefferson Passerini" userId="ec684a97d9b6a829" providerId="LiveId" clId="{7B96159B-FF7E-46B7-9352-BD29FD705E92}" dt="2024-03-10T18:54:37.403" v="884" actId="478"/>
          <ac:picMkLst>
            <pc:docMk/>
            <pc:sldMk cId="516213243" sldId="298"/>
            <ac:picMk id="7" creationId="{EC0A15F7-85C6-1DC4-284B-1873A9E66B43}"/>
          </ac:picMkLst>
        </pc:picChg>
        <pc:picChg chg="del">
          <ac:chgData name="Jefferson Passerini" userId="ec684a97d9b6a829" providerId="LiveId" clId="{7B96159B-FF7E-46B7-9352-BD29FD705E92}" dt="2024-03-10T18:54:38.003" v="885" actId="478"/>
          <ac:picMkLst>
            <pc:docMk/>
            <pc:sldMk cId="516213243" sldId="298"/>
            <ac:picMk id="9" creationId="{4CCEFFAF-E67D-8FA9-85DA-D589C75F2651}"/>
          </ac:picMkLst>
        </pc:picChg>
        <pc:picChg chg="add mod">
          <ac:chgData name="Jefferson Passerini" userId="ec684a97d9b6a829" providerId="LiveId" clId="{7B96159B-FF7E-46B7-9352-BD29FD705E92}" dt="2024-03-10T19:00:41.404" v="1011" actId="14100"/>
          <ac:picMkLst>
            <pc:docMk/>
            <pc:sldMk cId="516213243" sldId="298"/>
            <ac:picMk id="10" creationId="{291AFBBA-C26D-795C-B581-A9DC8F474F64}"/>
          </ac:picMkLst>
        </pc:picChg>
      </pc:sldChg>
      <pc:sldChg chg="addSp delSp modSp add mod">
        <pc:chgData name="Jefferson Passerini" userId="ec684a97d9b6a829" providerId="LiveId" clId="{7B96159B-FF7E-46B7-9352-BD29FD705E92}" dt="2024-03-10T19:02:11.335" v="1028" actId="1036"/>
        <pc:sldMkLst>
          <pc:docMk/>
          <pc:sldMk cId="366383653" sldId="299"/>
        </pc:sldMkLst>
        <pc:picChg chg="add mod">
          <ac:chgData name="Jefferson Passerini" userId="ec684a97d9b6a829" providerId="LiveId" clId="{7B96159B-FF7E-46B7-9352-BD29FD705E92}" dt="2024-03-10T19:01:16.570" v="1020" actId="14100"/>
          <ac:picMkLst>
            <pc:docMk/>
            <pc:sldMk cId="366383653" sldId="299"/>
            <ac:picMk id="5" creationId="{1100DFF0-D0BF-9725-D0B0-F58B77B1023D}"/>
          </ac:picMkLst>
        </pc:picChg>
        <pc:picChg chg="del">
          <ac:chgData name="Jefferson Passerini" userId="ec684a97d9b6a829" providerId="LiveId" clId="{7B96159B-FF7E-46B7-9352-BD29FD705E92}" dt="2024-03-10T19:00:52.659" v="1015" actId="478"/>
          <ac:picMkLst>
            <pc:docMk/>
            <pc:sldMk cId="366383653" sldId="299"/>
            <ac:picMk id="6" creationId="{823FB596-8BFE-3B8D-584B-1D516B12F687}"/>
          </ac:picMkLst>
        </pc:picChg>
        <pc:picChg chg="add mod">
          <ac:chgData name="Jefferson Passerini" userId="ec684a97d9b6a829" providerId="LiveId" clId="{7B96159B-FF7E-46B7-9352-BD29FD705E92}" dt="2024-03-10T19:02:11.335" v="1028" actId="1036"/>
          <ac:picMkLst>
            <pc:docMk/>
            <pc:sldMk cId="366383653" sldId="299"/>
            <ac:picMk id="8" creationId="{AE26787C-F7C0-46A3-6006-2E0305014004}"/>
          </ac:picMkLst>
        </pc:picChg>
        <pc:picChg chg="del">
          <ac:chgData name="Jefferson Passerini" userId="ec684a97d9b6a829" providerId="LiveId" clId="{7B96159B-FF7E-46B7-9352-BD29FD705E92}" dt="2024-03-10T19:00:52.132" v="1014" actId="478"/>
          <ac:picMkLst>
            <pc:docMk/>
            <pc:sldMk cId="366383653" sldId="299"/>
            <ac:picMk id="10" creationId="{291AFBBA-C26D-795C-B581-A9DC8F474F64}"/>
          </ac:picMkLst>
        </pc:picChg>
      </pc:sldChg>
      <pc:sldChg chg="addSp delSp modSp add mod">
        <pc:chgData name="Jefferson Passerini" userId="ec684a97d9b6a829" providerId="LiveId" clId="{7B96159B-FF7E-46B7-9352-BD29FD705E92}" dt="2024-03-10T19:05:32.842" v="1056" actId="14100"/>
        <pc:sldMkLst>
          <pc:docMk/>
          <pc:sldMk cId="898974622" sldId="300"/>
        </pc:sldMkLst>
        <pc:spChg chg="mod">
          <ac:chgData name="Jefferson Passerini" userId="ec684a97d9b6a829" providerId="LiveId" clId="{7B96159B-FF7E-46B7-9352-BD29FD705E92}" dt="2024-03-10T19:02:34.622" v="1045" actId="20577"/>
          <ac:spMkLst>
            <pc:docMk/>
            <pc:sldMk cId="898974622" sldId="300"/>
            <ac:spMk id="3" creationId="{212081E4-07F6-C689-2ACC-B6CADD634983}"/>
          </ac:spMkLst>
        </pc:spChg>
        <pc:picChg chg="del">
          <ac:chgData name="Jefferson Passerini" userId="ec684a97d9b6a829" providerId="LiveId" clId="{7B96159B-FF7E-46B7-9352-BD29FD705E92}" dt="2024-03-10T19:02:38.101" v="1046" actId="478"/>
          <ac:picMkLst>
            <pc:docMk/>
            <pc:sldMk cId="898974622" sldId="300"/>
            <ac:picMk id="5" creationId="{1100DFF0-D0BF-9725-D0B0-F58B77B1023D}"/>
          </ac:picMkLst>
        </pc:picChg>
        <pc:picChg chg="add mod">
          <ac:chgData name="Jefferson Passerini" userId="ec684a97d9b6a829" providerId="LiveId" clId="{7B96159B-FF7E-46B7-9352-BD29FD705E92}" dt="2024-03-10T19:05:32.842" v="1056" actId="14100"/>
          <ac:picMkLst>
            <pc:docMk/>
            <pc:sldMk cId="898974622" sldId="300"/>
            <ac:picMk id="6" creationId="{AF54487A-3142-7D10-7958-4F5CC70071D1}"/>
          </ac:picMkLst>
        </pc:picChg>
        <pc:picChg chg="del">
          <ac:chgData name="Jefferson Passerini" userId="ec684a97d9b6a829" providerId="LiveId" clId="{7B96159B-FF7E-46B7-9352-BD29FD705E92}" dt="2024-03-10T19:02:38.829" v="1047" actId="478"/>
          <ac:picMkLst>
            <pc:docMk/>
            <pc:sldMk cId="898974622" sldId="300"/>
            <ac:picMk id="8" creationId="{AE26787C-F7C0-46A3-6006-2E0305014004}"/>
          </ac:picMkLst>
        </pc:picChg>
        <pc:picChg chg="add mod">
          <ac:chgData name="Jefferson Passerini" userId="ec684a97d9b6a829" providerId="LiveId" clId="{7B96159B-FF7E-46B7-9352-BD29FD705E92}" dt="2024-03-10T19:05:27.570" v="1054" actId="1076"/>
          <ac:picMkLst>
            <pc:docMk/>
            <pc:sldMk cId="898974622" sldId="300"/>
            <ac:picMk id="9" creationId="{2E5877D9-B7B0-9DF6-C342-1B6B3D765DA9}"/>
          </ac:picMkLst>
        </pc:picChg>
      </pc:sldChg>
      <pc:sldChg chg="addSp delSp modSp add mod">
        <pc:chgData name="Jefferson Passerini" userId="ec684a97d9b6a829" providerId="LiveId" clId="{7B96159B-FF7E-46B7-9352-BD29FD705E92}" dt="2024-03-10T19:08:49.997" v="1073" actId="1038"/>
        <pc:sldMkLst>
          <pc:docMk/>
          <pc:sldMk cId="1111092627" sldId="301"/>
        </pc:sldMkLst>
        <pc:picChg chg="add mod">
          <ac:chgData name="Jefferson Passerini" userId="ec684a97d9b6a829" providerId="LiveId" clId="{7B96159B-FF7E-46B7-9352-BD29FD705E92}" dt="2024-03-10T19:08:49.997" v="1073" actId="1038"/>
          <ac:picMkLst>
            <pc:docMk/>
            <pc:sldMk cId="1111092627" sldId="301"/>
            <ac:picMk id="5" creationId="{7102B6DE-7EFA-1DC8-C81F-15CE19C6C2C9}"/>
          </ac:picMkLst>
        </pc:picChg>
        <pc:picChg chg="del">
          <ac:chgData name="Jefferson Passerini" userId="ec684a97d9b6a829" providerId="LiveId" clId="{7B96159B-FF7E-46B7-9352-BD29FD705E92}" dt="2024-03-10T19:07:45.642" v="1058" actId="478"/>
          <ac:picMkLst>
            <pc:docMk/>
            <pc:sldMk cId="1111092627" sldId="301"/>
            <ac:picMk id="6" creationId="{AF54487A-3142-7D10-7958-4F5CC70071D1}"/>
          </ac:picMkLst>
        </pc:picChg>
        <pc:picChg chg="add mod">
          <ac:chgData name="Jefferson Passerini" userId="ec684a97d9b6a829" providerId="LiveId" clId="{7B96159B-FF7E-46B7-9352-BD29FD705E92}" dt="2024-03-10T19:08:44.822" v="1070" actId="1036"/>
          <ac:picMkLst>
            <pc:docMk/>
            <pc:sldMk cId="1111092627" sldId="301"/>
            <ac:picMk id="8" creationId="{D8E41F3F-75C9-9375-6672-A54D6EE407EC}"/>
          </ac:picMkLst>
        </pc:picChg>
        <pc:picChg chg="del">
          <ac:chgData name="Jefferson Passerini" userId="ec684a97d9b6a829" providerId="LiveId" clId="{7B96159B-FF7E-46B7-9352-BD29FD705E92}" dt="2024-03-10T19:07:46.426" v="1059" actId="478"/>
          <ac:picMkLst>
            <pc:docMk/>
            <pc:sldMk cId="1111092627" sldId="301"/>
            <ac:picMk id="9" creationId="{2E5877D9-B7B0-9DF6-C342-1B6B3D765DA9}"/>
          </ac:picMkLst>
        </pc:picChg>
      </pc:sldChg>
      <pc:sldChg chg="addSp delSp modSp add del mod ord">
        <pc:chgData name="Jefferson Passerini" userId="ec684a97d9b6a829" providerId="LiveId" clId="{7B96159B-FF7E-46B7-9352-BD29FD705E92}" dt="2024-03-10T19:54:08.509" v="4343" actId="47"/>
        <pc:sldMkLst>
          <pc:docMk/>
          <pc:sldMk cId="2091588513" sldId="302"/>
        </pc:sldMkLst>
        <pc:spChg chg="mod">
          <ac:chgData name="Jefferson Passerini" userId="ec684a97d9b6a829" providerId="LiveId" clId="{7B96159B-FF7E-46B7-9352-BD29FD705E92}" dt="2024-03-10T19:11:50.410" v="1160" actId="1076"/>
          <ac:spMkLst>
            <pc:docMk/>
            <pc:sldMk cId="2091588513" sldId="302"/>
            <ac:spMk id="3" creationId="{212081E4-07F6-C689-2ACC-B6CADD634983}"/>
          </ac:spMkLst>
        </pc:spChg>
        <pc:spChg chg="del">
          <ac:chgData name="Jefferson Passerini" userId="ec684a97d9b6a829" providerId="LiveId" clId="{7B96159B-FF7E-46B7-9352-BD29FD705E92}" dt="2024-03-10T19:10:51.429" v="1079" actId="478"/>
          <ac:spMkLst>
            <pc:docMk/>
            <pc:sldMk cId="2091588513" sldId="302"/>
            <ac:spMk id="5" creationId="{CECB6726-B9C3-6698-A5F2-83D4F71D0002}"/>
          </ac:spMkLst>
        </pc:spChg>
        <pc:picChg chg="del">
          <ac:chgData name="Jefferson Passerini" userId="ec684a97d9b6a829" providerId="LiveId" clId="{7B96159B-FF7E-46B7-9352-BD29FD705E92}" dt="2024-03-10T19:10:49.613" v="1078" actId="478"/>
          <ac:picMkLst>
            <pc:docMk/>
            <pc:sldMk cId="2091588513" sldId="302"/>
            <ac:picMk id="6" creationId="{B2578EEB-ACF8-0CA3-7D36-BDA9E753EB7A}"/>
          </ac:picMkLst>
        </pc:picChg>
        <pc:picChg chg="add mod">
          <ac:chgData name="Jefferson Passerini" userId="ec684a97d9b6a829" providerId="LiveId" clId="{7B96159B-FF7E-46B7-9352-BD29FD705E92}" dt="2024-03-10T19:11:45.602" v="1157" actId="1076"/>
          <ac:picMkLst>
            <pc:docMk/>
            <pc:sldMk cId="2091588513" sldId="302"/>
            <ac:picMk id="7" creationId="{15CE907B-5BDA-9B9C-7EAF-66BE02DB19D3}"/>
          </ac:picMkLst>
        </pc:picChg>
        <pc:picChg chg="del">
          <ac:chgData name="Jefferson Passerini" userId="ec684a97d9b6a829" providerId="LiveId" clId="{7B96159B-FF7E-46B7-9352-BD29FD705E92}" dt="2024-03-10T19:10:48.678" v="1077" actId="478"/>
          <ac:picMkLst>
            <pc:docMk/>
            <pc:sldMk cId="2091588513" sldId="302"/>
            <ac:picMk id="10" creationId="{E2286D2B-E180-DE21-6E04-56BE5E675189}"/>
          </ac:picMkLst>
        </pc:picChg>
      </pc:sldChg>
      <pc:sldChg chg="addSp delSp modSp add mod">
        <pc:chgData name="Jefferson Passerini" userId="ec684a97d9b6a829" providerId="LiveId" clId="{7B96159B-FF7E-46B7-9352-BD29FD705E92}" dt="2024-03-10T19:13:13.268" v="1172" actId="1076"/>
        <pc:sldMkLst>
          <pc:docMk/>
          <pc:sldMk cId="3283323133" sldId="303"/>
        </pc:sldMkLst>
        <pc:spChg chg="mod">
          <ac:chgData name="Jefferson Passerini" userId="ec684a97d9b6a829" providerId="LiveId" clId="{7B96159B-FF7E-46B7-9352-BD29FD705E92}" dt="2024-03-10T19:12:00.002" v="1167" actId="20577"/>
          <ac:spMkLst>
            <pc:docMk/>
            <pc:sldMk cId="3283323133" sldId="303"/>
            <ac:spMk id="3" creationId="{212081E4-07F6-C689-2ACC-B6CADD634983}"/>
          </ac:spMkLst>
        </pc:spChg>
        <pc:picChg chg="add mod">
          <ac:chgData name="Jefferson Passerini" userId="ec684a97d9b6a829" providerId="LiveId" clId="{7B96159B-FF7E-46B7-9352-BD29FD705E92}" dt="2024-03-10T19:13:13.268" v="1172" actId="1076"/>
          <ac:picMkLst>
            <pc:docMk/>
            <pc:sldMk cId="3283323133" sldId="303"/>
            <ac:picMk id="5" creationId="{3B725020-F619-CCF9-0452-618A9C3D79EB}"/>
          </ac:picMkLst>
        </pc:picChg>
        <pc:picChg chg="del">
          <ac:chgData name="Jefferson Passerini" userId="ec684a97d9b6a829" providerId="LiveId" clId="{7B96159B-FF7E-46B7-9352-BD29FD705E92}" dt="2024-03-10T19:12:02.689" v="1168" actId="478"/>
          <ac:picMkLst>
            <pc:docMk/>
            <pc:sldMk cId="3283323133" sldId="303"/>
            <ac:picMk id="7" creationId="{15CE907B-5BDA-9B9C-7EAF-66BE02DB19D3}"/>
          </ac:picMkLst>
        </pc:picChg>
      </pc:sldChg>
      <pc:sldChg chg="addSp delSp modSp add mod">
        <pc:chgData name="Jefferson Passerini" userId="ec684a97d9b6a829" providerId="LiveId" clId="{7B96159B-FF7E-46B7-9352-BD29FD705E92}" dt="2024-03-10T19:14:20.433" v="1194" actId="1076"/>
        <pc:sldMkLst>
          <pc:docMk/>
          <pc:sldMk cId="402693575" sldId="304"/>
        </pc:sldMkLst>
        <pc:spChg chg="mod">
          <ac:chgData name="Jefferson Passerini" userId="ec684a97d9b6a829" providerId="LiveId" clId="{7B96159B-FF7E-46B7-9352-BD29FD705E92}" dt="2024-03-10T19:13:29.564" v="1188" actId="121"/>
          <ac:spMkLst>
            <pc:docMk/>
            <pc:sldMk cId="402693575" sldId="304"/>
            <ac:spMk id="3" creationId="{212081E4-07F6-C689-2ACC-B6CADD634983}"/>
          </ac:spMkLst>
        </pc:spChg>
        <pc:picChg chg="del">
          <ac:chgData name="Jefferson Passerini" userId="ec684a97d9b6a829" providerId="LiveId" clId="{7B96159B-FF7E-46B7-9352-BD29FD705E92}" dt="2024-03-10T19:13:32.251" v="1189" actId="478"/>
          <ac:picMkLst>
            <pc:docMk/>
            <pc:sldMk cId="402693575" sldId="304"/>
            <ac:picMk id="5" creationId="{3B725020-F619-CCF9-0452-618A9C3D79EB}"/>
          </ac:picMkLst>
        </pc:picChg>
        <pc:picChg chg="add mod">
          <ac:chgData name="Jefferson Passerini" userId="ec684a97d9b6a829" providerId="LiveId" clId="{7B96159B-FF7E-46B7-9352-BD29FD705E92}" dt="2024-03-10T19:14:02.649" v="1192" actId="1076"/>
          <ac:picMkLst>
            <pc:docMk/>
            <pc:sldMk cId="402693575" sldId="304"/>
            <ac:picMk id="6" creationId="{D726F332-93C1-067C-2C70-0E292459288A}"/>
          </ac:picMkLst>
        </pc:picChg>
        <pc:picChg chg="add mod">
          <ac:chgData name="Jefferson Passerini" userId="ec684a97d9b6a829" providerId="LiveId" clId="{7B96159B-FF7E-46B7-9352-BD29FD705E92}" dt="2024-03-10T19:14:20.433" v="1194" actId="1076"/>
          <ac:picMkLst>
            <pc:docMk/>
            <pc:sldMk cId="402693575" sldId="304"/>
            <ac:picMk id="8" creationId="{94A63F2A-6C62-6CE0-4DB6-89D6EA78772F}"/>
          </ac:picMkLst>
        </pc:picChg>
      </pc:sldChg>
      <pc:sldChg chg="delSp modSp add mod ord">
        <pc:chgData name="Jefferson Passerini" userId="ec684a97d9b6a829" providerId="LiveId" clId="{7B96159B-FF7E-46B7-9352-BD29FD705E92}" dt="2024-03-10T19:28:23.348" v="1450" actId="20577"/>
        <pc:sldMkLst>
          <pc:docMk/>
          <pc:sldMk cId="2786334831" sldId="305"/>
        </pc:sldMkLst>
        <pc:spChg chg="mod">
          <ac:chgData name="Jefferson Passerini" userId="ec684a97d9b6a829" providerId="LiveId" clId="{7B96159B-FF7E-46B7-9352-BD29FD705E92}" dt="2024-03-10T19:28:23.348" v="1450" actId="20577"/>
          <ac:spMkLst>
            <pc:docMk/>
            <pc:sldMk cId="2786334831" sldId="305"/>
            <ac:spMk id="3" creationId="{212081E4-07F6-C689-2ACC-B6CADD634983}"/>
          </ac:spMkLst>
        </pc:spChg>
        <pc:picChg chg="del">
          <ac:chgData name="Jefferson Passerini" userId="ec684a97d9b6a829" providerId="LiveId" clId="{7B96159B-FF7E-46B7-9352-BD29FD705E92}" dt="2024-03-10T19:27:32.358" v="1366" actId="478"/>
          <ac:picMkLst>
            <pc:docMk/>
            <pc:sldMk cId="2786334831" sldId="305"/>
            <ac:picMk id="2" creationId="{D66AB073-B646-67F7-0D68-0198703757D8}"/>
          </ac:picMkLst>
        </pc:picChg>
      </pc:sldChg>
      <pc:sldChg chg="modSp add mod ord">
        <pc:chgData name="Jefferson Passerini" userId="ec684a97d9b6a829" providerId="LiveId" clId="{7B96159B-FF7E-46B7-9352-BD29FD705E92}" dt="2024-03-10T19:29:35.999" v="1675" actId="20577"/>
        <pc:sldMkLst>
          <pc:docMk/>
          <pc:sldMk cId="1859725869" sldId="306"/>
        </pc:sldMkLst>
        <pc:spChg chg="mod">
          <ac:chgData name="Jefferson Passerini" userId="ec684a97d9b6a829" providerId="LiveId" clId="{7B96159B-FF7E-46B7-9352-BD29FD705E92}" dt="2024-03-10T19:29:35.999" v="1675" actId="20577"/>
          <ac:spMkLst>
            <pc:docMk/>
            <pc:sldMk cId="1859725869" sldId="306"/>
            <ac:spMk id="3" creationId="{212081E4-07F6-C689-2ACC-B6CADD634983}"/>
          </ac:spMkLst>
        </pc:spChg>
      </pc:sldChg>
      <pc:sldChg chg="modSp add mod ord">
        <pc:chgData name="Jefferson Passerini" userId="ec684a97d9b6a829" providerId="LiveId" clId="{7B96159B-FF7E-46B7-9352-BD29FD705E92}" dt="2024-03-10T19:41:15.733" v="2811" actId="113"/>
        <pc:sldMkLst>
          <pc:docMk/>
          <pc:sldMk cId="3695287151" sldId="307"/>
        </pc:sldMkLst>
        <pc:spChg chg="mod">
          <ac:chgData name="Jefferson Passerini" userId="ec684a97d9b6a829" providerId="LiveId" clId="{7B96159B-FF7E-46B7-9352-BD29FD705E92}" dt="2024-03-10T19:41:15.733" v="2811" actId="113"/>
          <ac:spMkLst>
            <pc:docMk/>
            <pc:sldMk cId="3695287151" sldId="307"/>
            <ac:spMk id="3" creationId="{212081E4-07F6-C689-2ACC-B6CADD634983}"/>
          </ac:spMkLst>
        </pc:spChg>
      </pc:sldChg>
      <pc:sldChg chg="modSp add mod">
        <pc:chgData name="Jefferson Passerini" userId="ec684a97d9b6a829" providerId="LiveId" clId="{7B96159B-FF7E-46B7-9352-BD29FD705E92}" dt="2024-03-10T19:44:12.943" v="3288" actId="20577"/>
        <pc:sldMkLst>
          <pc:docMk/>
          <pc:sldMk cId="1470018205" sldId="308"/>
        </pc:sldMkLst>
        <pc:spChg chg="mod">
          <ac:chgData name="Jefferson Passerini" userId="ec684a97d9b6a829" providerId="LiveId" clId="{7B96159B-FF7E-46B7-9352-BD29FD705E92}" dt="2024-03-10T19:44:12.943" v="3288" actId="20577"/>
          <ac:spMkLst>
            <pc:docMk/>
            <pc:sldMk cId="1470018205" sldId="308"/>
            <ac:spMk id="3" creationId="{212081E4-07F6-C689-2ACC-B6CADD634983}"/>
          </ac:spMkLst>
        </pc:spChg>
      </pc:sldChg>
      <pc:sldChg chg="addSp modSp add mod">
        <pc:chgData name="Jefferson Passerini" userId="ec684a97d9b6a829" providerId="LiveId" clId="{7B96159B-FF7E-46B7-9352-BD29FD705E92}" dt="2024-03-10T19:52:07.389" v="4320" actId="12"/>
        <pc:sldMkLst>
          <pc:docMk/>
          <pc:sldMk cId="3246626663" sldId="309"/>
        </pc:sldMkLst>
        <pc:spChg chg="mod">
          <ac:chgData name="Jefferson Passerini" userId="ec684a97d9b6a829" providerId="LiveId" clId="{7B96159B-FF7E-46B7-9352-BD29FD705E92}" dt="2024-03-10T19:52:07.389" v="4320" actId="12"/>
          <ac:spMkLst>
            <pc:docMk/>
            <pc:sldMk cId="3246626663" sldId="309"/>
            <ac:spMk id="3" creationId="{212081E4-07F6-C689-2ACC-B6CADD634983}"/>
          </ac:spMkLst>
        </pc:spChg>
        <pc:picChg chg="add mod">
          <ac:chgData name="Jefferson Passerini" userId="ec684a97d9b6a829" providerId="LiveId" clId="{7B96159B-FF7E-46B7-9352-BD29FD705E92}" dt="2024-03-10T19:49:01.709" v="3934" actId="14100"/>
          <ac:picMkLst>
            <pc:docMk/>
            <pc:sldMk cId="3246626663" sldId="309"/>
            <ac:picMk id="5" creationId="{51EFA532-0F8C-75F3-59C4-B2FB574D599F}"/>
          </ac:picMkLst>
        </pc:picChg>
      </pc:sldChg>
      <pc:sldChg chg="modSp add mod">
        <pc:chgData name="Jefferson Passerini" userId="ec684a97d9b6a829" providerId="LiveId" clId="{7B96159B-FF7E-46B7-9352-BD29FD705E92}" dt="2024-03-10T19:51:41.668" v="4319" actId="12"/>
        <pc:sldMkLst>
          <pc:docMk/>
          <pc:sldMk cId="791779711" sldId="310"/>
        </pc:sldMkLst>
        <pc:spChg chg="mod">
          <ac:chgData name="Jefferson Passerini" userId="ec684a97d9b6a829" providerId="LiveId" clId="{7B96159B-FF7E-46B7-9352-BD29FD705E92}" dt="2024-03-10T19:51:41.668" v="4319" actId="12"/>
          <ac:spMkLst>
            <pc:docMk/>
            <pc:sldMk cId="791779711" sldId="310"/>
            <ac:spMk id="3" creationId="{212081E4-07F6-C689-2ACC-B6CADD634983}"/>
          </ac:spMkLst>
        </pc:spChg>
      </pc:sldChg>
      <pc:sldChg chg="delSp modSp add mod">
        <pc:chgData name="Jefferson Passerini" userId="ec684a97d9b6a829" providerId="LiveId" clId="{7B96159B-FF7E-46B7-9352-BD29FD705E92}" dt="2024-03-10T19:55:42.772" v="4432" actId="20577"/>
        <pc:sldMkLst>
          <pc:docMk/>
          <pc:sldMk cId="3949090712" sldId="311"/>
        </pc:sldMkLst>
        <pc:spChg chg="mod">
          <ac:chgData name="Jefferson Passerini" userId="ec684a97d9b6a829" providerId="LiveId" clId="{7B96159B-FF7E-46B7-9352-BD29FD705E92}" dt="2024-03-10T19:55:42.772" v="4432" actId="20577"/>
          <ac:spMkLst>
            <pc:docMk/>
            <pc:sldMk cId="3949090712" sldId="311"/>
            <ac:spMk id="3" creationId="{212081E4-07F6-C689-2ACC-B6CADD634983}"/>
          </ac:spMkLst>
        </pc:spChg>
        <pc:picChg chg="del">
          <ac:chgData name="Jefferson Passerini" userId="ec684a97d9b6a829" providerId="LiveId" clId="{7B96159B-FF7E-46B7-9352-BD29FD705E92}" dt="2024-03-10T19:54:13.897" v="4345" actId="478"/>
          <ac:picMkLst>
            <pc:docMk/>
            <pc:sldMk cId="3949090712" sldId="311"/>
            <ac:picMk id="5" creationId="{51EFA532-0F8C-75F3-59C4-B2FB574D599F}"/>
          </ac:picMkLst>
        </pc:picChg>
      </pc:sldChg>
      <pc:sldChg chg="modSp add mod">
        <pc:chgData name="Jefferson Passerini" userId="ec684a97d9b6a829" providerId="LiveId" clId="{7B96159B-FF7E-46B7-9352-BD29FD705E92}" dt="2024-03-10T19:56:43.432" v="4468" actId="20577"/>
        <pc:sldMkLst>
          <pc:docMk/>
          <pc:sldMk cId="4128566919" sldId="312"/>
        </pc:sldMkLst>
        <pc:spChg chg="mod">
          <ac:chgData name="Jefferson Passerini" userId="ec684a97d9b6a829" providerId="LiveId" clId="{7B96159B-FF7E-46B7-9352-BD29FD705E92}" dt="2024-03-10T19:56:43.432" v="4468" actId="20577"/>
          <ac:spMkLst>
            <pc:docMk/>
            <pc:sldMk cId="4128566919" sldId="312"/>
            <ac:spMk id="3" creationId="{212081E4-07F6-C689-2ACC-B6CADD634983}"/>
          </ac:spMkLst>
        </pc:spChg>
      </pc:sldChg>
      <pc:sldChg chg="modSp add mod">
        <pc:chgData name="Jefferson Passerini" userId="ec684a97d9b6a829" providerId="LiveId" clId="{7B96159B-FF7E-46B7-9352-BD29FD705E92}" dt="2024-03-10T19:57:17.302" v="4522" actId="20577"/>
        <pc:sldMkLst>
          <pc:docMk/>
          <pc:sldMk cId="667721322" sldId="313"/>
        </pc:sldMkLst>
        <pc:spChg chg="mod">
          <ac:chgData name="Jefferson Passerini" userId="ec684a97d9b6a829" providerId="LiveId" clId="{7B96159B-FF7E-46B7-9352-BD29FD705E92}" dt="2024-03-10T19:57:17.302" v="4522" actId="20577"/>
          <ac:spMkLst>
            <pc:docMk/>
            <pc:sldMk cId="667721322" sldId="313"/>
            <ac:spMk id="3" creationId="{212081E4-07F6-C689-2ACC-B6CADD634983}"/>
          </ac:spMkLst>
        </pc:spChg>
      </pc:sldChg>
      <pc:sldChg chg="addSp delSp modSp add mod">
        <pc:chgData name="Jefferson Passerini" userId="ec684a97d9b6a829" providerId="LiveId" clId="{7B96159B-FF7E-46B7-9352-BD29FD705E92}" dt="2024-03-10T19:59:20.501" v="4532" actId="1076"/>
        <pc:sldMkLst>
          <pc:docMk/>
          <pc:sldMk cId="2004301128" sldId="314"/>
        </pc:sldMkLst>
        <pc:spChg chg="del">
          <ac:chgData name="Jefferson Passerini" userId="ec684a97d9b6a829" providerId="LiveId" clId="{7B96159B-FF7E-46B7-9352-BD29FD705E92}" dt="2024-03-10T19:58:57.144" v="4524" actId="478"/>
          <ac:spMkLst>
            <pc:docMk/>
            <pc:sldMk cId="2004301128" sldId="314"/>
            <ac:spMk id="3" creationId="{212081E4-07F6-C689-2ACC-B6CADD634983}"/>
          </ac:spMkLst>
        </pc:spChg>
        <pc:spChg chg="add del mod">
          <ac:chgData name="Jefferson Passerini" userId="ec684a97d9b6a829" providerId="LiveId" clId="{7B96159B-FF7E-46B7-9352-BD29FD705E92}" dt="2024-03-10T19:58:58.910" v="4525" actId="478"/>
          <ac:spMkLst>
            <pc:docMk/>
            <pc:sldMk cId="2004301128" sldId="314"/>
            <ac:spMk id="5" creationId="{616734EE-9D52-10FA-8A83-C9133B798C8A}"/>
          </ac:spMkLst>
        </pc:spChg>
        <pc:picChg chg="add mod">
          <ac:chgData name="Jefferson Passerini" userId="ec684a97d9b6a829" providerId="LiveId" clId="{7B96159B-FF7E-46B7-9352-BD29FD705E92}" dt="2024-03-10T19:59:20.501" v="4532" actId="1076"/>
          <ac:picMkLst>
            <pc:docMk/>
            <pc:sldMk cId="2004301128" sldId="314"/>
            <ac:picMk id="7" creationId="{8537FBBC-1FA8-7885-B303-29FBF0AD3D33}"/>
          </ac:picMkLst>
        </pc:picChg>
      </pc:sldChg>
    </pc:docChg>
  </pc:docChgLst>
  <pc:docChgLst>
    <pc:chgData name="Jefferson Passerini" userId="ec684a97d9b6a829" providerId="LiveId" clId="{6CE4740C-C01E-423C-B89A-17ABC0EA52B4}"/>
    <pc:docChg chg="undo custSel addSld delSld modSld sldOrd">
      <pc:chgData name="Jefferson Passerini" userId="ec684a97d9b6a829" providerId="LiveId" clId="{6CE4740C-C01E-423C-B89A-17ABC0EA52B4}" dt="2024-08-20T14:56:00.306" v="1544" actId="1076"/>
      <pc:docMkLst>
        <pc:docMk/>
      </pc:docMkLst>
      <pc:sldChg chg="addSp delSp modSp mod modAnim">
        <pc:chgData name="Jefferson Passerini" userId="ec684a97d9b6a829" providerId="LiveId" clId="{6CE4740C-C01E-423C-B89A-17ABC0EA52B4}" dt="2024-08-20T13:44:44.556" v="683" actId="26606"/>
        <pc:sldMkLst>
          <pc:docMk/>
          <pc:sldMk cId="3568309152" sldId="256"/>
        </pc:sldMkLst>
        <pc:spChg chg="mod">
          <ac:chgData name="Jefferson Passerini" userId="ec684a97d9b6a829" providerId="LiveId" clId="{6CE4740C-C01E-423C-B89A-17ABC0EA52B4}" dt="2024-08-20T13:44:44.556" v="683" actId="26606"/>
          <ac:spMkLst>
            <pc:docMk/>
            <pc:sldMk cId="3568309152" sldId="256"/>
            <ac:spMk id="2" creationId="{2E243026-E16F-9CDD-AE56-CF691B008A41}"/>
          </ac:spMkLst>
        </pc:spChg>
        <pc:spChg chg="mod">
          <ac:chgData name="Jefferson Passerini" userId="ec684a97d9b6a829" providerId="LiveId" clId="{6CE4740C-C01E-423C-B89A-17ABC0EA52B4}" dt="2024-08-20T13:44:44.556" v="683" actId="26606"/>
          <ac:spMkLst>
            <pc:docMk/>
            <pc:sldMk cId="3568309152" sldId="256"/>
            <ac:spMk id="3" creationId="{A782A01C-CDB4-BEF0-9F78-DD3F68C87023}"/>
          </ac:spMkLst>
        </pc:spChg>
        <pc:spChg chg="del">
          <ac:chgData name="Jefferson Passerini" userId="ec684a97d9b6a829" providerId="LiveId" clId="{6CE4740C-C01E-423C-B89A-17ABC0EA52B4}" dt="2024-08-20T13:44:44.556" v="683" actId="26606"/>
          <ac:spMkLst>
            <pc:docMk/>
            <pc:sldMk cId="3568309152" sldId="256"/>
            <ac:spMk id="199" creationId="{22A397E7-BF60-45B2-84C7-B074B76C37A7}"/>
          </ac:spMkLst>
        </pc:spChg>
        <pc:spChg chg="del">
          <ac:chgData name="Jefferson Passerini" userId="ec684a97d9b6a829" providerId="LiveId" clId="{6CE4740C-C01E-423C-B89A-17ABC0EA52B4}" dt="2024-08-20T13:44:44.556" v="683" actId="26606"/>
          <ac:spMkLst>
            <pc:docMk/>
            <pc:sldMk cId="3568309152" sldId="256"/>
            <ac:spMk id="201" creationId="{890DEF05-784E-4B61-89E4-04C4ECF4E5A0}"/>
          </ac:spMkLst>
        </pc:spChg>
        <pc:spChg chg="add">
          <ac:chgData name="Jefferson Passerini" userId="ec684a97d9b6a829" providerId="LiveId" clId="{6CE4740C-C01E-423C-B89A-17ABC0EA52B4}" dt="2024-08-20T13:44:44.556" v="683" actId="26606"/>
          <ac:spMkLst>
            <pc:docMk/>
            <pc:sldMk cId="3568309152" sldId="256"/>
            <ac:spMk id="208" creationId="{E91DC736-0EF8-4F87-9146-EBF1D2EE4D3D}"/>
          </ac:spMkLst>
        </pc:spChg>
        <pc:spChg chg="add">
          <ac:chgData name="Jefferson Passerini" userId="ec684a97d9b6a829" providerId="LiveId" clId="{6CE4740C-C01E-423C-B89A-17ABC0EA52B4}" dt="2024-08-20T13:44:44.556" v="683" actId="26606"/>
          <ac:spMkLst>
            <pc:docMk/>
            <pc:sldMk cId="3568309152" sldId="256"/>
            <ac:spMk id="210" creationId="{097CD68E-23E3-4007-8847-CD0944C4F7BE}"/>
          </ac:spMkLst>
        </pc:spChg>
        <pc:spChg chg="add">
          <ac:chgData name="Jefferson Passerini" userId="ec684a97d9b6a829" providerId="LiveId" clId="{6CE4740C-C01E-423C-B89A-17ABC0EA52B4}" dt="2024-08-20T13:44:44.556" v="683" actId="26606"/>
          <ac:spMkLst>
            <pc:docMk/>
            <pc:sldMk cId="3568309152" sldId="256"/>
            <ac:spMk id="212" creationId="{AF2F604E-43BE-4DC3-B983-E071523364F8}"/>
          </ac:spMkLst>
        </pc:spChg>
        <pc:spChg chg="add">
          <ac:chgData name="Jefferson Passerini" userId="ec684a97d9b6a829" providerId="LiveId" clId="{6CE4740C-C01E-423C-B89A-17ABC0EA52B4}" dt="2024-08-20T13:44:44.556" v="683" actId="26606"/>
          <ac:spMkLst>
            <pc:docMk/>
            <pc:sldMk cId="3568309152" sldId="256"/>
            <ac:spMk id="214" creationId="{08C9B587-E65E-4B52-B37C-ABEBB6E87928}"/>
          </ac:spMkLst>
        </pc:spChg>
        <pc:picChg chg="add mod ord">
          <ac:chgData name="Jefferson Passerini" userId="ec684a97d9b6a829" providerId="LiveId" clId="{6CE4740C-C01E-423C-B89A-17ABC0EA52B4}" dt="2024-08-20T13:44:44.556" v="683" actId="26606"/>
          <ac:picMkLst>
            <pc:docMk/>
            <pc:sldMk cId="3568309152" sldId="256"/>
            <ac:picMk id="5" creationId="{329A845D-3092-509F-56C0-200AA530E0A2}"/>
          </ac:picMkLst>
        </pc:picChg>
        <pc:picChg chg="del">
          <ac:chgData name="Jefferson Passerini" userId="ec684a97d9b6a829" providerId="LiveId" clId="{6CE4740C-C01E-423C-B89A-17ABC0EA52B4}" dt="2024-08-20T13:44:04.984" v="678" actId="478"/>
          <ac:picMkLst>
            <pc:docMk/>
            <pc:sldMk cId="3568309152" sldId="256"/>
            <ac:picMk id="7" creationId="{574A7D5F-7384-8CA7-C16E-B73DE64B5EA0}"/>
          </ac:picMkLst>
        </pc:picChg>
        <pc:cxnChg chg="del">
          <ac:chgData name="Jefferson Passerini" userId="ec684a97d9b6a829" providerId="LiveId" clId="{6CE4740C-C01E-423C-B89A-17ABC0EA52B4}" dt="2024-08-20T13:44:44.556" v="683" actId="26606"/>
          <ac:cxnSpMkLst>
            <pc:docMk/>
            <pc:sldMk cId="3568309152" sldId="256"/>
            <ac:cxnSpMk id="203" creationId="{C41BAEC7-F7B0-4224-8B18-8F74B7D87F0B}"/>
          </ac:cxnSpMkLst>
        </pc:cxnChg>
      </pc:sldChg>
      <pc:sldChg chg="modSp mod">
        <pc:chgData name="Jefferson Passerini" userId="ec684a97d9b6a829" providerId="LiveId" clId="{6CE4740C-C01E-423C-B89A-17ABC0EA52B4}" dt="2024-08-20T13:16:34.040" v="353" actId="20577"/>
        <pc:sldMkLst>
          <pc:docMk/>
          <pc:sldMk cId="1879529569" sldId="287"/>
        </pc:sldMkLst>
        <pc:spChg chg="mod">
          <ac:chgData name="Jefferson Passerini" userId="ec684a97d9b6a829" providerId="LiveId" clId="{6CE4740C-C01E-423C-B89A-17ABC0EA52B4}" dt="2024-08-20T13:16:34.040" v="353" actId="20577"/>
          <ac:spMkLst>
            <pc:docMk/>
            <pc:sldMk cId="1879529569" sldId="287"/>
            <ac:spMk id="3" creationId="{212081E4-07F6-C689-2ACC-B6CADD634983}"/>
          </ac:spMkLst>
        </pc:spChg>
        <pc:spChg chg="mod">
          <ac:chgData name="Jefferson Passerini" userId="ec684a97d9b6a829" providerId="LiveId" clId="{6CE4740C-C01E-423C-B89A-17ABC0EA52B4}" dt="2024-08-20T13:13:42.624" v="79" actId="20577"/>
          <ac:spMkLst>
            <pc:docMk/>
            <pc:sldMk cId="1879529569" sldId="287"/>
            <ac:spMk id="4" creationId="{5EA05B02-D80D-3624-D3E0-6EB75542A97B}"/>
          </ac:spMkLst>
        </pc:spChg>
      </pc:sldChg>
      <pc:sldChg chg="addSp delSp modSp add mod">
        <pc:chgData name="Jefferson Passerini" userId="ec684a97d9b6a829" providerId="LiveId" clId="{6CE4740C-C01E-423C-B89A-17ABC0EA52B4}" dt="2024-08-20T13:33:38.730" v="618" actId="255"/>
        <pc:sldMkLst>
          <pc:docMk/>
          <pc:sldMk cId="4110157163" sldId="288"/>
        </pc:sldMkLst>
        <pc:spChg chg="mod">
          <ac:chgData name="Jefferson Passerini" userId="ec684a97d9b6a829" providerId="LiveId" clId="{6CE4740C-C01E-423C-B89A-17ABC0EA52B4}" dt="2024-08-20T13:33:38.730" v="618" actId="255"/>
          <ac:spMkLst>
            <pc:docMk/>
            <pc:sldMk cId="4110157163" sldId="288"/>
            <ac:spMk id="3" creationId="{212081E4-07F6-C689-2ACC-B6CADD634983}"/>
          </ac:spMkLst>
        </pc:spChg>
        <pc:picChg chg="add del mod">
          <ac:chgData name="Jefferson Passerini" userId="ec684a97d9b6a829" providerId="LiveId" clId="{6CE4740C-C01E-423C-B89A-17ABC0EA52B4}" dt="2024-08-20T13:31:19.229" v="584" actId="478"/>
          <ac:picMkLst>
            <pc:docMk/>
            <pc:sldMk cId="4110157163" sldId="288"/>
            <ac:picMk id="5" creationId="{5DDF6A9A-172E-7235-B0E6-156187356DF4}"/>
          </ac:picMkLst>
        </pc:picChg>
      </pc:sldChg>
      <pc:sldChg chg="modSp add mod">
        <pc:chgData name="Jefferson Passerini" userId="ec684a97d9b6a829" providerId="LiveId" clId="{6CE4740C-C01E-423C-B89A-17ABC0EA52B4}" dt="2024-08-20T13:20:44.969" v="430" actId="20577"/>
        <pc:sldMkLst>
          <pc:docMk/>
          <pc:sldMk cId="1164232335" sldId="289"/>
        </pc:sldMkLst>
        <pc:spChg chg="mod">
          <ac:chgData name="Jefferson Passerini" userId="ec684a97d9b6a829" providerId="LiveId" clId="{6CE4740C-C01E-423C-B89A-17ABC0EA52B4}" dt="2024-08-20T13:20:44.969" v="430" actId="20577"/>
          <ac:spMkLst>
            <pc:docMk/>
            <pc:sldMk cId="1164232335" sldId="289"/>
            <ac:spMk id="3" creationId="{212081E4-07F6-C689-2ACC-B6CADD634983}"/>
          </ac:spMkLst>
        </pc:spChg>
      </pc:sldChg>
      <pc:sldChg chg="del">
        <pc:chgData name="Jefferson Passerini" userId="ec684a97d9b6a829" providerId="LiveId" clId="{6CE4740C-C01E-423C-B89A-17ABC0EA52B4}" dt="2024-08-20T13:14:55.869" v="97" actId="47"/>
        <pc:sldMkLst>
          <pc:docMk/>
          <pc:sldMk cId="3838484681" sldId="289"/>
        </pc:sldMkLst>
      </pc:sldChg>
      <pc:sldChg chg="del">
        <pc:chgData name="Jefferson Passerini" userId="ec684a97d9b6a829" providerId="LiveId" clId="{6CE4740C-C01E-423C-B89A-17ABC0EA52B4}" dt="2024-08-20T13:14:55.063" v="96" actId="47"/>
        <pc:sldMkLst>
          <pc:docMk/>
          <pc:sldMk cId="522826668" sldId="290"/>
        </pc:sldMkLst>
      </pc:sldChg>
      <pc:sldChg chg="addSp delSp modSp add mod">
        <pc:chgData name="Jefferson Passerini" userId="ec684a97d9b6a829" providerId="LiveId" clId="{6CE4740C-C01E-423C-B89A-17ABC0EA52B4}" dt="2024-08-20T13:24:42.302" v="483" actId="113"/>
        <pc:sldMkLst>
          <pc:docMk/>
          <pc:sldMk cId="1898369336" sldId="290"/>
        </pc:sldMkLst>
        <pc:spChg chg="mod">
          <ac:chgData name="Jefferson Passerini" userId="ec684a97d9b6a829" providerId="LiveId" clId="{6CE4740C-C01E-423C-B89A-17ABC0EA52B4}" dt="2024-08-20T13:24:42.302" v="483" actId="113"/>
          <ac:spMkLst>
            <pc:docMk/>
            <pc:sldMk cId="1898369336" sldId="290"/>
            <ac:spMk id="3" creationId="{212081E4-07F6-C689-2ACC-B6CADD634983}"/>
          </ac:spMkLst>
        </pc:spChg>
        <pc:spChg chg="mod ord">
          <ac:chgData name="Jefferson Passerini" userId="ec684a97d9b6a829" providerId="LiveId" clId="{6CE4740C-C01E-423C-B89A-17ABC0EA52B4}" dt="2024-08-20T13:24:17.912" v="479" actId="167"/>
          <ac:spMkLst>
            <pc:docMk/>
            <pc:sldMk cId="1898369336" sldId="290"/>
            <ac:spMk id="4" creationId="{5EA05B02-D80D-3624-D3E0-6EB75542A97B}"/>
          </ac:spMkLst>
        </pc:spChg>
        <pc:picChg chg="del">
          <ac:chgData name="Jefferson Passerini" userId="ec684a97d9b6a829" providerId="LiveId" clId="{6CE4740C-C01E-423C-B89A-17ABC0EA52B4}" dt="2024-08-20T13:21:46.042" v="439" actId="478"/>
          <ac:picMkLst>
            <pc:docMk/>
            <pc:sldMk cId="1898369336" sldId="290"/>
            <ac:picMk id="5" creationId="{5DDF6A9A-172E-7235-B0E6-156187356DF4}"/>
          </ac:picMkLst>
        </pc:picChg>
        <pc:picChg chg="add mod ord">
          <ac:chgData name="Jefferson Passerini" userId="ec684a97d9b6a829" providerId="LiveId" clId="{6CE4740C-C01E-423C-B89A-17ABC0EA52B4}" dt="2024-08-20T13:22:48.732" v="457" actId="1076"/>
          <ac:picMkLst>
            <pc:docMk/>
            <pc:sldMk cId="1898369336" sldId="290"/>
            <ac:picMk id="6" creationId="{DC6C2E49-F58D-C979-3030-88B36F463122}"/>
          </ac:picMkLst>
        </pc:picChg>
      </pc:sldChg>
      <pc:sldChg chg="del">
        <pc:chgData name="Jefferson Passerini" userId="ec684a97d9b6a829" providerId="LiveId" clId="{6CE4740C-C01E-423C-B89A-17ABC0EA52B4}" dt="2024-08-20T13:14:52.999" v="95" actId="47"/>
        <pc:sldMkLst>
          <pc:docMk/>
          <pc:sldMk cId="1323548143" sldId="291"/>
        </pc:sldMkLst>
      </pc:sldChg>
      <pc:sldChg chg="delSp modSp add mod">
        <pc:chgData name="Jefferson Passerini" userId="ec684a97d9b6a829" providerId="LiveId" clId="{6CE4740C-C01E-423C-B89A-17ABC0EA52B4}" dt="2024-08-20T13:26:47.661" v="518" actId="313"/>
        <pc:sldMkLst>
          <pc:docMk/>
          <pc:sldMk cId="2638506918" sldId="291"/>
        </pc:sldMkLst>
        <pc:spChg chg="mod">
          <ac:chgData name="Jefferson Passerini" userId="ec684a97d9b6a829" providerId="LiveId" clId="{6CE4740C-C01E-423C-B89A-17ABC0EA52B4}" dt="2024-08-20T13:26:47.661" v="518" actId="313"/>
          <ac:spMkLst>
            <pc:docMk/>
            <pc:sldMk cId="2638506918" sldId="291"/>
            <ac:spMk id="3" creationId="{212081E4-07F6-C689-2ACC-B6CADD634983}"/>
          </ac:spMkLst>
        </pc:spChg>
        <pc:picChg chg="del">
          <ac:chgData name="Jefferson Passerini" userId="ec684a97d9b6a829" providerId="LiveId" clId="{6CE4740C-C01E-423C-B89A-17ABC0EA52B4}" dt="2024-08-20T13:25:03.340" v="485" actId="478"/>
          <ac:picMkLst>
            <pc:docMk/>
            <pc:sldMk cId="2638506918" sldId="291"/>
            <ac:picMk id="6" creationId="{DC6C2E49-F58D-C979-3030-88B36F463122}"/>
          </ac:picMkLst>
        </pc:picChg>
      </pc:sldChg>
      <pc:sldChg chg="addSp modSp add mod">
        <pc:chgData name="Jefferson Passerini" userId="ec684a97d9b6a829" providerId="LiveId" clId="{6CE4740C-C01E-423C-B89A-17ABC0EA52B4}" dt="2024-08-20T13:27:29.877" v="525" actId="1076"/>
        <pc:sldMkLst>
          <pc:docMk/>
          <pc:sldMk cId="1838801267" sldId="292"/>
        </pc:sldMkLst>
        <pc:spChg chg="mod">
          <ac:chgData name="Jefferson Passerini" userId="ec684a97d9b6a829" providerId="LiveId" clId="{6CE4740C-C01E-423C-B89A-17ABC0EA52B4}" dt="2024-08-20T13:27:00.895" v="521" actId="14100"/>
          <ac:spMkLst>
            <pc:docMk/>
            <pc:sldMk cId="1838801267" sldId="292"/>
            <ac:spMk id="3" creationId="{212081E4-07F6-C689-2ACC-B6CADD634983}"/>
          </ac:spMkLst>
        </pc:spChg>
        <pc:picChg chg="add mod">
          <ac:chgData name="Jefferson Passerini" userId="ec684a97d9b6a829" providerId="LiveId" clId="{6CE4740C-C01E-423C-B89A-17ABC0EA52B4}" dt="2024-08-20T13:27:29.877" v="525" actId="1076"/>
          <ac:picMkLst>
            <pc:docMk/>
            <pc:sldMk cId="1838801267" sldId="292"/>
            <ac:picMk id="5" creationId="{509D54EB-0FDA-51FB-516A-52A2A82100EA}"/>
          </ac:picMkLst>
        </pc:picChg>
      </pc:sldChg>
      <pc:sldChg chg="del">
        <pc:chgData name="Jefferson Passerini" userId="ec684a97d9b6a829" providerId="LiveId" clId="{6CE4740C-C01E-423C-B89A-17ABC0EA52B4}" dt="2024-08-20T13:14:52.119" v="94" actId="47"/>
        <pc:sldMkLst>
          <pc:docMk/>
          <pc:sldMk cId="1998634926" sldId="292"/>
        </pc:sldMkLst>
      </pc:sldChg>
      <pc:sldChg chg="modSp add mod">
        <pc:chgData name="Jefferson Passerini" userId="ec684a97d9b6a829" providerId="LiveId" clId="{6CE4740C-C01E-423C-B89A-17ABC0EA52B4}" dt="2024-08-20T13:30:28.390" v="568" actId="1076"/>
        <pc:sldMkLst>
          <pc:docMk/>
          <pc:sldMk cId="2496172313" sldId="293"/>
        </pc:sldMkLst>
        <pc:spChg chg="mod">
          <ac:chgData name="Jefferson Passerini" userId="ec684a97d9b6a829" providerId="LiveId" clId="{6CE4740C-C01E-423C-B89A-17ABC0EA52B4}" dt="2024-08-20T13:30:24.466" v="567" actId="20577"/>
          <ac:spMkLst>
            <pc:docMk/>
            <pc:sldMk cId="2496172313" sldId="293"/>
            <ac:spMk id="3" creationId="{212081E4-07F6-C689-2ACC-B6CADD634983}"/>
          </ac:spMkLst>
        </pc:spChg>
        <pc:picChg chg="mod">
          <ac:chgData name="Jefferson Passerini" userId="ec684a97d9b6a829" providerId="LiveId" clId="{6CE4740C-C01E-423C-B89A-17ABC0EA52B4}" dt="2024-08-20T13:30:28.390" v="568" actId="1076"/>
          <ac:picMkLst>
            <pc:docMk/>
            <pc:sldMk cId="2496172313" sldId="293"/>
            <ac:picMk id="5" creationId="{509D54EB-0FDA-51FB-516A-52A2A82100EA}"/>
          </ac:picMkLst>
        </pc:picChg>
      </pc:sldChg>
      <pc:sldChg chg="del">
        <pc:chgData name="Jefferson Passerini" userId="ec684a97d9b6a829" providerId="LiveId" clId="{6CE4740C-C01E-423C-B89A-17ABC0EA52B4}" dt="2024-08-20T13:14:51.226" v="93" actId="47"/>
        <pc:sldMkLst>
          <pc:docMk/>
          <pc:sldMk cId="2665549346" sldId="293"/>
        </pc:sldMkLst>
      </pc:sldChg>
      <pc:sldChg chg="del">
        <pc:chgData name="Jefferson Passerini" userId="ec684a97d9b6a829" providerId="LiveId" clId="{6CE4740C-C01E-423C-B89A-17ABC0EA52B4}" dt="2024-08-20T13:14:50.503" v="92" actId="47"/>
        <pc:sldMkLst>
          <pc:docMk/>
          <pc:sldMk cId="1838402090" sldId="294"/>
        </pc:sldMkLst>
      </pc:sldChg>
      <pc:sldChg chg="add">
        <pc:chgData name="Jefferson Passerini" userId="ec684a97d9b6a829" providerId="LiveId" clId="{6CE4740C-C01E-423C-B89A-17ABC0EA52B4}" dt="2024-08-20T13:30:49.124" v="569" actId="2890"/>
        <pc:sldMkLst>
          <pc:docMk/>
          <pc:sldMk cId="4018733981" sldId="294"/>
        </pc:sldMkLst>
      </pc:sldChg>
      <pc:sldChg chg="addSp modSp add mod">
        <pc:chgData name="Jefferson Passerini" userId="ec684a97d9b6a829" providerId="LiveId" clId="{6CE4740C-C01E-423C-B89A-17ABC0EA52B4}" dt="2024-08-20T13:37:06.705" v="659" actId="1076"/>
        <pc:sldMkLst>
          <pc:docMk/>
          <pc:sldMk cId="2064743227" sldId="295"/>
        </pc:sldMkLst>
        <pc:spChg chg="mod">
          <ac:chgData name="Jefferson Passerini" userId="ec684a97d9b6a829" providerId="LiveId" clId="{6CE4740C-C01E-423C-B89A-17ABC0EA52B4}" dt="2024-08-20T13:36:53.571" v="656" actId="20577"/>
          <ac:spMkLst>
            <pc:docMk/>
            <pc:sldMk cId="2064743227" sldId="295"/>
            <ac:spMk id="3" creationId="{212081E4-07F6-C689-2ACC-B6CADD634983}"/>
          </ac:spMkLst>
        </pc:spChg>
        <pc:picChg chg="add mod">
          <ac:chgData name="Jefferson Passerini" userId="ec684a97d9b6a829" providerId="LiveId" clId="{6CE4740C-C01E-423C-B89A-17ABC0EA52B4}" dt="2024-08-20T13:37:06.705" v="659" actId="1076"/>
          <ac:picMkLst>
            <pc:docMk/>
            <pc:sldMk cId="2064743227" sldId="295"/>
            <ac:picMk id="5" creationId="{01DA638D-00EA-B8AF-543D-E59DF09940BF}"/>
          </ac:picMkLst>
        </pc:picChg>
      </pc:sldChg>
      <pc:sldChg chg="del">
        <pc:chgData name="Jefferson Passerini" userId="ec684a97d9b6a829" providerId="LiveId" clId="{6CE4740C-C01E-423C-B89A-17ABC0EA52B4}" dt="2024-08-20T13:14:49.671" v="91" actId="47"/>
        <pc:sldMkLst>
          <pc:docMk/>
          <pc:sldMk cId="2120685856" sldId="295"/>
        </pc:sldMkLst>
      </pc:sldChg>
      <pc:sldChg chg="modSp add mod">
        <pc:chgData name="Jefferson Passerini" userId="ec684a97d9b6a829" providerId="LiveId" clId="{6CE4740C-C01E-423C-B89A-17ABC0EA52B4}" dt="2024-08-20T13:37:41.026" v="672" actId="1076"/>
        <pc:sldMkLst>
          <pc:docMk/>
          <pc:sldMk cId="1327895311" sldId="296"/>
        </pc:sldMkLst>
        <pc:spChg chg="mod">
          <ac:chgData name="Jefferson Passerini" userId="ec684a97d9b6a829" providerId="LiveId" clId="{6CE4740C-C01E-423C-B89A-17ABC0EA52B4}" dt="2024-08-20T13:37:34.890" v="671" actId="20577"/>
          <ac:spMkLst>
            <pc:docMk/>
            <pc:sldMk cId="1327895311" sldId="296"/>
            <ac:spMk id="3" creationId="{212081E4-07F6-C689-2ACC-B6CADD634983}"/>
          </ac:spMkLst>
        </pc:spChg>
        <pc:picChg chg="mod">
          <ac:chgData name="Jefferson Passerini" userId="ec684a97d9b6a829" providerId="LiveId" clId="{6CE4740C-C01E-423C-B89A-17ABC0EA52B4}" dt="2024-08-20T13:37:41.026" v="672" actId="1076"/>
          <ac:picMkLst>
            <pc:docMk/>
            <pc:sldMk cId="1327895311" sldId="296"/>
            <ac:picMk id="5" creationId="{01DA638D-00EA-B8AF-543D-E59DF09940BF}"/>
          </ac:picMkLst>
        </pc:picChg>
      </pc:sldChg>
      <pc:sldChg chg="del">
        <pc:chgData name="Jefferson Passerini" userId="ec684a97d9b6a829" providerId="LiveId" clId="{6CE4740C-C01E-423C-B89A-17ABC0EA52B4}" dt="2024-08-20T13:14:48.902" v="90" actId="47"/>
        <pc:sldMkLst>
          <pc:docMk/>
          <pc:sldMk cId="2209514330" sldId="296"/>
        </pc:sldMkLst>
      </pc:sldChg>
      <pc:sldChg chg="del">
        <pc:chgData name="Jefferson Passerini" userId="ec684a97d9b6a829" providerId="LiveId" clId="{6CE4740C-C01E-423C-B89A-17ABC0EA52B4}" dt="2024-08-20T13:14:47.992" v="89" actId="47"/>
        <pc:sldMkLst>
          <pc:docMk/>
          <pc:sldMk cId="1266118256" sldId="297"/>
        </pc:sldMkLst>
      </pc:sldChg>
      <pc:sldChg chg="modSp add mod">
        <pc:chgData name="Jefferson Passerini" userId="ec684a97d9b6a829" providerId="LiveId" clId="{6CE4740C-C01E-423C-B89A-17ABC0EA52B4}" dt="2024-08-20T13:38:06.247" v="677" actId="1076"/>
        <pc:sldMkLst>
          <pc:docMk/>
          <pc:sldMk cId="2392581070" sldId="297"/>
        </pc:sldMkLst>
        <pc:spChg chg="mod">
          <ac:chgData name="Jefferson Passerini" userId="ec684a97d9b6a829" providerId="LiveId" clId="{6CE4740C-C01E-423C-B89A-17ABC0EA52B4}" dt="2024-08-20T13:38:01.175" v="676" actId="20577"/>
          <ac:spMkLst>
            <pc:docMk/>
            <pc:sldMk cId="2392581070" sldId="297"/>
            <ac:spMk id="3" creationId="{212081E4-07F6-C689-2ACC-B6CADD634983}"/>
          </ac:spMkLst>
        </pc:spChg>
        <pc:picChg chg="mod">
          <ac:chgData name="Jefferson Passerini" userId="ec684a97d9b6a829" providerId="LiveId" clId="{6CE4740C-C01E-423C-B89A-17ABC0EA52B4}" dt="2024-08-20T13:38:06.247" v="677" actId="1076"/>
          <ac:picMkLst>
            <pc:docMk/>
            <pc:sldMk cId="2392581070" sldId="297"/>
            <ac:picMk id="5" creationId="{01DA638D-00EA-B8AF-543D-E59DF09940BF}"/>
          </ac:picMkLst>
        </pc:picChg>
      </pc:sldChg>
      <pc:sldChg chg="modSp add ord">
        <pc:chgData name="Jefferson Passerini" userId="ec684a97d9b6a829" providerId="LiveId" clId="{6CE4740C-C01E-423C-B89A-17ABC0EA52B4}" dt="2024-08-20T13:45:09.231" v="706" actId="20577"/>
        <pc:sldMkLst>
          <pc:docMk/>
          <pc:sldMk cId="3157883851" sldId="298"/>
        </pc:sldMkLst>
        <pc:spChg chg="mod">
          <ac:chgData name="Jefferson Passerini" userId="ec684a97d9b6a829" providerId="LiveId" clId="{6CE4740C-C01E-423C-B89A-17ABC0EA52B4}" dt="2024-08-20T13:45:09.231" v="706" actId="20577"/>
          <ac:spMkLst>
            <pc:docMk/>
            <pc:sldMk cId="3157883851" sldId="298"/>
            <ac:spMk id="2" creationId="{2E243026-E16F-9CDD-AE56-CF691B008A41}"/>
          </ac:spMkLst>
        </pc:spChg>
      </pc:sldChg>
      <pc:sldChg chg="del">
        <pc:chgData name="Jefferson Passerini" userId="ec684a97d9b6a829" providerId="LiveId" clId="{6CE4740C-C01E-423C-B89A-17ABC0EA52B4}" dt="2024-08-20T13:14:47.176" v="88" actId="47"/>
        <pc:sldMkLst>
          <pc:docMk/>
          <pc:sldMk cId="3160059937" sldId="298"/>
        </pc:sldMkLst>
      </pc:sldChg>
      <pc:sldChg chg="modSp add">
        <pc:chgData name="Jefferson Passerini" userId="ec684a97d9b6a829" providerId="LiveId" clId="{6CE4740C-C01E-423C-B89A-17ABC0EA52B4}" dt="2024-08-20T13:45:16.468" v="713" actId="20577"/>
        <pc:sldMkLst>
          <pc:docMk/>
          <pc:sldMk cId="921456888" sldId="299"/>
        </pc:sldMkLst>
        <pc:spChg chg="mod">
          <ac:chgData name="Jefferson Passerini" userId="ec684a97d9b6a829" providerId="LiveId" clId="{6CE4740C-C01E-423C-B89A-17ABC0EA52B4}" dt="2024-08-20T13:45:16.468" v="713" actId="20577"/>
          <ac:spMkLst>
            <pc:docMk/>
            <pc:sldMk cId="921456888" sldId="299"/>
            <ac:spMk id="2" creationId="{2E243026-E16F-9CDD-AE56-CF691B008A41}"/>
          </ac:spMkLst>
        </pc:spChg>
      </pc:sldChg>
      <pc:sldChg chg="del">
        <pc:chgData name="Jefferson Passerini" userId="ec684a97d9b6a829" providerId="LiveId" clId="{6CE4740C-C01E-423C-B89A-17ABC0EA52B4}" dt="2024-08-20T13:14:46.213" v="87" actId="47"/>
        <pc:sldMkLst>
          <pc:docMk/>
          <pc:sldMk cId="2788255460" sldId="299"/>
        </pc:sldMkLst>
      </pc:sldChg>
      <pc:sldChg chg="modSp add">
        <pc:chgData name="Jefferson Passerini" userId="ec684a97d9b6a829" providerId="LiveId" clId="{6CE4740C-C01E-423C-B89A-17ABC0EA52B4}" dt="2024-08-20T13:45:26.844" v="727" actId="20577"/>
        <pc:sldMkLst>
          <pc:docMk/>
          <pc:sldMk cId="1000197930" sldId="300"/>
        </pc:sldMkLst>
        <pc:spChg chg="mod">
          <ac:chgData name="Jefferson Passerini" userId="ec684a97d9b6a829" providerId="LiveId" clId="{6CE4740C-C01E-423C-B89A-17ABC0EA52B4}" dt="2024-08-20T13:45:26.844" v="727" actId="20577"/>
          <ac:spMkLst>
            <pc:docMk/>
            <pc:sldMk cId="1000197930" sldId="300"/>
            <ac:spMk id="2" creationId="{2E243026-E16F-9CDD-AE56-CF691B008A41}"/>
          </ac:spMkLst>
        </pc:spChg>
      </pc:sldChg>
      <pc:sldChg chg="del">
        <pc:chgData name="Jefferson Passerini" userId="ec684a97d9b6a829" providerId="LiveId" clId="{6CE4740C-C01E-423C-B89A-17ABC0EA52B4}" dt="2024-08-20T13:14:45.214" v="86" actId="47"/>
        <pc:sldMkLst>
          <pc:docMk/>
          <pc:sldMk cId="3027120737" sldId="300"/>
        </pc:sldMkLst>
      </pc:sldChg>
      <pc:sldChg chg="modSp add mod ord">
        <pc:chgData name="Jefferson Passerini" userId="ec684a97d9b6a829" providerId="LiveId" clId="{6CE4740C-C01E-423C-B89A-17ABC0EA52B4}" dt="2024-08-20T13:47:12.464" v="786" actId="20577"/>
        <pc:sldMkLst>
          <pc:docMk/>
          <pc:sldMk cId="249990205" sldId="301"/>
        </pc:sldMkLst>
        <pc:spChg chg="mod">
          <ac:chgData name="Jefferson Passerini" userId="ec684a97d9b6a829" providerId="LiveId" clId="{6CE4740C-C01E-423C-B89A-17ABC0EA52B4}" dt="2024-08-20T13:47:12.464" v="786" actId="20577"/>
          <ac:spMkLst>
            <pc:docMk/>
            <pc:sldMk cId="249990205" sldId="301"/>
            <ac:spMk id="3" creationId="{212081E4-07F6-C689-2ACC-B6CADD634983}"/>
          </ac:spMkLst>
        </pc:spChg>
      </pc:sldChg>
      <pc:sldChg chg="del">
        <pc:chgData name="Jefferson Passerini" userId="ec684a97d9b6a829" providerId="LiveId" clId="{6CE4740C-C01E-423C-B89A-17ABC0EA52B4}" dt="2024-08-20T13:14:44.083" v="85" actId="47"/>
        <pc:sldMkLst>
          <pc:docMk/>
          <pc:sldMk cId="1811027880" sldId="301"/>
        </pc:sldMkLst>
      </pc:sldChg>
      <pc:sldChg chg="modSp add mod">
        <pc:chgData name="Jefferson Passerini" userId="ec684a97d9b6a829" providerId="LiveId" clId="{6CE4740C-C01E-423C-B89A-17ABC0EA52B4}" dt="2024-08-20T13:47:58.808" v="800" actId="255"/>
        <pc:sldMkLst>
          <pc:docMk/>
          <pc:sldMk cId="2410767089" sldId="302"/>
        </pc:sldMkLst>
        <pc:spChg chg="mod">
          <ac:chgData name="Jefferson Passerini" userId="ec684a97d9b6a829" providerId="LiveId" clId="{6CE4740C-C01E-423C-B89A-17ABC0EA52B4}" dt="2024-08-20T13:47:58.808" v="800" actId="255"/>
          <ac:spMkLst>
            <pc:docMk/>
            <pc:sldMk cId="2410767089" sldId="302"/>
            <ac:spMk id="3" creationId="{212081E4-07F6-C689-2ACC-B6CADD634983}"/>
          </ac:spMkLst>
        </pc:spChg>
      </pc:sldChg>
      <pc:sldChg chg="del">
        <pc:chgData name="Jefferson Passerini" userId="ec684a97d9b6a829" providerId="LiveId" clId="{6CE4740C-C01E-423C-B89A-17ABC0EA52B4}" dt="2024-08-20T13:14:42.953" v="84" actId="47"/>
        <pc:sldMkLst>
          <pc:docMk/>
          <pc:sldMk cId="3464557575" sldId="302"/>
        </pc:sldMkLst>
      </pc:sldChg>
      <pc:sldChg chg="addSp modSp add mod ord">
        <pc:chgData name="Jefferson Passerini" userId="ec684a97d9b6a829" providerId="LiveId" clId="{6CE4740C-C01E-423C-B89A-17ABC0EA52B4}" dt="2024-08-20T14:11:19.016" v="1000" actId="1076"/>
        <pc:sldMkLst>
          <pc:docMk/>
          <pc:sldMk cId="1234245302" sldId="303"/>
        </pc:sldMkLst>
        <pc:spChg chg="mod">
          <ac:chgData name="Jefferson Passerini" userId="ec684a97d9b6a829" providerId="LiveId" clId="{6CE4740C-C01E-423C-B89A-17ABC0EA52B4}" dt="2024-08-20T14:10:43.535" v="990" actId="20577"/>
          <ac:spMkLst>
            <pc:docMk/>
            <pc:sldMk cId="1234245302" sldId="303"/>
            <ac:spMk id="3" creationId="{212081E4-07F6-C689-2ACC-B6CADD634983}"/>
          </ac:spMkLst>
        </pc:spChg>
        <pc:picChg chg="mod">
          <ac:chgData name="Jefferson Passerini" userId="ec684a97d9b6a829" providerId="LiveId" clId="{6CE4740C-C01E-423C-B89A-17ABC0EA52B4}" dt="2024-08-20T14:11:16.680" v="999" actId="1076"/>
          <ac:picMkLst>
            <pc:docMk/>
            <pc:sldMk cId="1234245302" sldId="303"/>
            <ac:picMk id="5" creationId="{509D54EB-0FDA-51FB-516A-52A2A82100EA}"/>
          </ac:picMkLst>
        </pc:picChg>
        <pc:picChg chg="add mod">
          <ac:chgData name="Jefferson Passerini" userId="ec684a97d9b6a829" providerId="LiveId" clId="{6CE4740C-C01E-423C-B89A-17ABC0EA52B4}" dt="2024-08-20T14:11:19.016" v="1000" actId="1076"/>
          <ac:picMkLst>
            <pc:docMk/>
            <pc:sldMk cId="1234245302" sldId="303"/>
            <ac:picMk id="6" creationId="{3DB3EEB1-9702-2811-093E-DBAC5C0CA4D6}"/>
          </ac:picMkLst>
        </pc:picChg>
      </pc:sldChg>
      <pc:sldChg chg="del">
        <pc:chgData name="Jefferson Passerini" userId="ec684a97d9b6a829" providerId="LiveId" clId="{6CE4740C-C01E-423C-B89A-17ABC0EA52B4}" dt="2024-08-20T13:14:42.003" v="83" actId="47"/>
        <pc:sldMkLst>
          <pc:docMk/>
          <pc:sldMk cId="1562452729" sldId="303"/>
        </pc:sldMkLst>
      </pc:sldChg>
      <pc:sldChg chg="addSp delSp modSp add mod">
        <pc:chgData name="Jefferson Passerini" userId="ec684a97d9b6a829" providerId="LiveId" clId="{6CE4740C-C01E-423C-B89A-17ABC0EA52B4}" dt="2024-08-20T14:15:10.419" v="1195" actId="14100"/>
        <pc:sldMkLst>
          <pc:docMk/>
          <pc:sldMk cId="537077854" sldId="304"/>
        </pc:sldMkLst>
        <pc:spChg chg="mod">
          <ac:chgData name="Jefferson Passerini" userId="ec684a97d9b6a829" providerId="LiveId" clId="{6CE4740C-C01E-423C-B89A-17ABC0EA52B4}" dt="2024-08-20T14:15:04.987" v="1193" actId="14100"/>
          <ac:spMkLst>
            <pc:docMk/>
            <pc:sldMk cId="537077854" sldId="304"/>
            <ac:spMk id="3" creationId="{212081E4-07F6-C689-2ACC-B6CADD634983}"/>
          </ac:spMkLst>
        </pc:spChg>
        <pc:spChg chg="add mod">
          <ac:chgData name="Jefferson Passerini" userId="ec684a97d9b6a829" providerId="LiveId" clId="{6CE4740C-C01E-423C-B89A-17ABC0EA52B4}" dt="2024-08-20T14:14:18.020" v="1183" actId="14100"/>
          <ac:spMkLst>
            <pc:docMk/>
            <pc:sldMk cId="537077854" sldId="304"/>
            <ac:spMk id="8" creationId="{BED7B13A-1962-AEF6-8746-5FF9629CB436}"/>
          </ac:spMkLst>
        </pc:spChg>
        <pc:spChg chg="add mod">
          <ac:chgData name="Jefferson Passerini" userId="ec684a97d9b6a829" providerId="LiveId" clId="{6CE4740C-C01E-423C-B89A-17ABC0EA52B4}" dt="2024-08-20T14:14:29.947" v="1187" actId="14100"/>
          <ac:spMkLst>
            <pc:docMk/>
            <pc:sldMk cId="537077854" sldId="304"/>
            <ac:spMk id="9" creationId="{A3F311DC-E0AB-0EB4-FBF4-F2C0617B710A}"/>
          </ac:spMkLst>
        </pc:spChg>
        <pc:picChg chg="mod">
          <ac:chgData name="Jefferson Passerini" userId="ec684a97d9b6a829" providerId="LiveId" clId="{6CE4740C-C01E-423C-B89A-17ABC0EA52B4}" dt="2024-08-20T14:13:49.443" v="1174" actId="1076"/>
          <ac:picMkLst>
            <pc:docMk/>
            <pc:sldMk cId="537077854" sldId="304"/>
            <ac:picMk id="5" creationId="{509D54EB-0FDA-51FB-516A-52A2A82100EA}"/>
          </ac:picMkLst>
        </pc:picChg>
        <pc:picChg chg="del">
          <ac:chgData name="Jefferson Passerini" userId="ec684a97d9b6a829" providerId="LiveId" clId="{6CE4740C-C01E-423C-B89A-17ABC0EA52B4}" dt="2024-08-20T14:13:31.926" v="1171" actId="478"/>
          <ac:picMkLst>
            <pc:docMk/>
            <pc:sldMk cId="537077854" sldId="304"/>
            <ac:picMk id="6" creationId="{3DB3EEB1-9702-2811-093E-DBAC5C0CA4D6}"/>
          </ac:picMkLst>
        </pc:picChg>
        <pc:picChg chg="add mod">
          <ac:chgData name="Jefferson Passerini" userId="ec684a97d9b6a829" providerId="LiveId" clId="{6CE4740C-C01E-423C-B89A-17ABC0EA52B4}" dt="2024-08-20T14:13:55.947" v="1177" actId="1076"/>
          <ac:picMkLst>
            <pc:docMk/>
            <pc:sldMk cId="537077854" sldId="304"/>
            <ac:picMk id="7" creationId="{01441DBA-A28D-ED78-4398-3DB26EC94E76}"/>
          </ac:picMkLst>
        </pc:picChg>
        <pc:picChg chg="add mod">
          <ac:chgData name="Jefferson Passerini" userId="ec684a97d9b6a829" providerId="LiveId" clId="{6CE4740C-C01E-423C-B89A-17ABC0EA52B4}" dt="2024-08-20T14:15:10.419" v="1195" actId="14100"/>
          <ac:picMkLst>
            <pc:docMk/>
            <pc:sldMk cId="537077854" sldId="304"/>
            <ac:picMk id="11" creationId="{D475E1AB-6626-7FC3-3E9F-A6E5D42BFC24}"/>
          </ac:picMkLst>
        </pc:picChg>
      </pc:sldChg>
      <pc:sldChg chg="del">
        <pc:chgData name="Jefferson Passerini" userId="ec684a97d9b6a829" providerId="LiveId" clId="{6CE4740C-C01E-423C-B89A-17ABC0EA52B4}" dt="2024-08-20T13:14:40.929" v="82" actId="47"/>
        <pc:sldMkLst>
          <pc:docMk/>
          <pc:sldMk cId="1294797388" sldId="304"/>
        </pc:sldMkLst>
      </pc:sldChg>
      <pc:sldChg chg="del">
        <pc:chgData name="Jefferson Passerini" userId="ec684a97d9b6a829" providerId="LiveId" clId="{6CE4740C-C01E-423C-B89A-17ABC0EA52B4}" dt="2024-08-20T13:14:37.821" v="81" actId="47"/>
        <pc:sldMkLst>
          <pc:docMk/>
          <pc:sldMk cId="456466504" sldId="305"/>
        </pc:sldMkLst>
      </pc:sldChg>
      <pc:sldChg chg="addSp delSp modSp add mod">
        <pc:chgData name="Jefferson Passerini" userId="ec684a97d9b6a829" providerId="LiveId" clId="{6CE4740C-C01E-423C-B89A-17ABC0EA52B4}" dt="2024-08-20T14:45:58.146" v="1417" actId="166"/>
        <pc:sldMkLst>
          <pc:docMk/>
          <pc:sldMk cId="662031841" sldId="305"/>
        </pc:sldMkLst>
        <pc:spChg chg="mod">
          <ac:chgData name="Jefferson Passerini" userId="ec684a97d9b6a829" providerId="LiveId" clId="{6CE4740C-C01E-423C-B89A-17ABC0EA52B4}" dt="2024-08-20T14:21:24.606" v="1287" actId="20577"/>
          <ac:spMkLst>
            <pc:docMk/>
            <pc:sldMk cId="662031841" sldId="305"/>
            <ac:spMk id="3" creationId="{212081E4-07F6-C689-2ACC-B6CADD634983}"/>
          </ac:spMkLst>
        </pc:spChg>
        <pc:spChg chg="mod">
          <ac:chgData name="Jefferson Passerini" userId="ec684a97d9b6a829" providerId="LiveId" clId="{6CE4740C-C01E-423C-B89A-17ABC0EA52B4}" dt="2024-08-20T14:45:47.592" v="1414" actId="1076"/>
          <ac:spMkLst>
            <pc:docMk/>
            <pc:sldMk cId="662031841" sldId="305"/>
            <ac:spMk id="8" creationId="{BED7B13A-1962-AEF6-8746-5FF9629CB436}"/>
          </ac:spMkLst>
        </pc:spChg>
        <pc:spChg chg="mod">
          <ac:chgData name="Jefferson Passerini" userId="ec684a97d9b6a829" providerId="LiveId" clId="{6CE4740C-C01E-423C-B89A-17ABC0EA52B4}" dt="2024-08-20T14:20:53.631" v="1199" actId="1076"/>
          <ac:spMkLst>
            <pc:docMk/>
            <pc:sldMk cId="662031841" sldId="305"/>
            <ac:spMk id="9" creationId="{A3F311DC-E0AB-0EB4-FBF4-F2C0617B710A}"/>
          </ac:spMkLst>
        </pc:spChg>
        <pc:picChg chg="mod">
          <ac:chgData name="Jefferson Passerini" userId="ec684a97d9b6a829" providerId="LiveId" clId="{6CE4740C-C01E-423C-B89A-17ABC0EA52B4}" dt="2024-08-20T14:45:45.472" v="1413" actId="14100"/>
          <ac:picMkLst>
            <pc:docMk/>
            <pc:sldMk cId="662031841" sldId="305"/>
            <ac:picMk id="5" creationId="{509D54EB-0FDA-51FB-516A-52A2A82100EA}"/>
          </ac:picMkLst>
        </pc:picChg>
        <pc:picChg chg="add del mod">
          <ac:chgData name="Jefferson Passerini" userId="ec684a97d9b6a829" providerId="LiveId" clId="{6CE4740C-C01E-423C-B89A-17ABC0EA52B4}" dt="2024-08-20T14:22:33.399" v="1299" actId="478"/>
          <ac:picMkLst>
            <pc:docMk/>
            <pc:sldMk cId="662031841" sldId="305"/>
            <ac:picMk id="6" creationId="{D193A654-45FA-9A37-A671-4E00F27BB761}"/>
          </ac:picMkLst>
        </pc:picChg>
        <pc:picChg chg="mod ord">
          <ac:chgData name="Jefferson Passerini" userId="ec684a97d9b6a829" providerId="LiveId" clId="{6CE4740C-C01E-423C-B89A-17ABC0EA52B4}" dt="2024-08-20T14:45:58.146" v="1417" actId="166"/>
          <ac:picMkLst>
            <pc:docMk/>
            <pc:sldMk cId="662031841" sldId="305"/>
            <ac:picMk id="7" creationId="{01441DBA-A28D-ED78-4398-3DB26EC94E76}"/>
          </ac:picMkLst>
        </pc:picChg>
        <pc:picChg chg="del">
          <ac:chgData name="Jefferson Passerini" userId="ec684a97d9b6a829" providerId="LiveId" clId="{6CE4740C-C01E-423C-B89A-17ABC0EA52B4}" dt="2024-08-20T14:20:56.019" v="1200" actId="478"/>
          <ac:picMkLst>
            <pc:docMk/>
            <pc:sldMk cId="662031841" sldId="305"/>
            <ac:picMk id="11" creationId="{D475E1AB-6626-7FC3-3E9F-A6E5D42BFC24}"/>
          </ac:picMkLst>
        </pc:picChg>
        <pc:picChg chg="add del mod">
          <ac:chgData name="Jefferson Passerini" userId="ec684a97d9b6a829" providerId="LiveId" clId="{6CE4740C-C01E-423C-B89A-17ABC0EA52B4}" dt="2024-08-20T14:45:26.510" v="1408" actId="478"/>
          <ac:picMkLst>
            <pc:docMk/>
            <pc:sldMk cId="662031841" sldId="305"/>
            <ac:picMk id="12" creationId="{7F4E9CCB-852F-50E2-1E34-45A26C4735FD}"/>
          </ac:picMkLst>
        </pc:picChg>
        <pc:picChg chg="add mod">
          <ac:chgData name="Jefferson Passerini" userId="ec684a97d9b6a829" providerId="LiveId" clId="{6CE4740C-C01E-423C-B89A-17ABC0EA52B4}" dt="2024-08-20T14:45:55.287" v="1416" actId="14100"/>
          <ac:picMkLst>
            <pc:docMk/>
            <pc:sldMk cId="662031841" sldId="305"/>
            <ac:picMk id="14" creationId="{0AC6635D-1619-8454-7D30-A31DA1F69E09}"/>
          </ac:picMkLst>
        </pc:picChg>
      </pc:sldChg>
      <pc:sldChg chg="addSp delSp modSp add mod">
        <pc:chgData name="Jefferson Passerini" userId="ec684a97d9b6a829" providerId="LiveId" clId="{6CE4740C-C01E-423C-B89A-17ABC0EA52B4}" dt="2024-08-20T14:46:36.031" v="1421" actId="166"/>
        <pc:sldMkLst>
          <pc:docMk/>
          <pc:sldMk cId="917933702" sldId="306"/>
        </pc:sldMkLst>
        <pc:spChg chg="mod">
          <ac:chgData name="Jefferson Passerini" userId="ec684a97d9b6a829" providerId="LiveId" clId="{6CE4740C-C01E-423C-B89A-17ABC0EA52B4}" dt="2024-08-20T14:22:02.064" v="1295" actId="20577"/>
          <ac:spMkLst>
            <pc:docMk/>
            <pc:sldMk cId="917933702" sldId="306"/>
            <ac:spMk id="3" creationId="{212081E4-07F6-C689-2ACC-B6CADD634983}"/>
          </ac:spMkLst>
        </pc:spChg>
        <pc:spChg chg="mod">
          <ac:chgData name="Jefferson Passerini" userId="ec684a97d9b6a829" providerId="LiveId" clId="{6CE4740C-C01E-423C-B89A-17ABC0EA52B4}" dt="2024-08-20T14:24:08.368" v="1311" actId="1076"/>
          <ac:spMkLst>
            <pc:docMk/>
            <pc:sldMk cId="917933702" sldId="306"/>
            <ac:spMk id="8" creationId="{BED7B13A-1962-AEF6-8746-5FF9629CB436}"/>
          </ac:spMkLst>
        </pc:spChg>
        <pc:spChg chg="mod">
          <ac:chgData name="Jefferson Passerini" userId="ec684a97d9b6a829" providerId="LiveId" clId="{6CE4740C-C01E-423C-B89A-17ABC0EA52B4}" dt="2024-08-20T14:22:11.757" v="1297" actId="1076"/>
          <ac:spMkLst>
            <pc:docMk/>
            <pc:sldMk cId="917933702" sldId="306"/>
            <ac:spMk id="9" creationId="{A3F311DC-E0AB-0EB4-FBF4-F2C0617B710A}"/>
          </ac:spMkLst>
        </pc:spChg>
        <pc:picChg chg="mod">
          <ac:chgData name="Jefferson Passerini" userId="ec684a97d9b6a829" providerId="LiveId" clId="{6CE4740C-C01E-423C-B89A-17ABC0EA52B4}" dt="2024-08-20T14:24:04.973" v="1310" actId="1076"/>
          <ac:picMkLst>
            <pc:docMk/>
            <pc:sldMk cId="917933702" sldId="306"/>
            <ac:picMk id="5" creationId="{509D54EB-0FDA-51FB-516A-52A2A82100EA}"/>
          </ac:picMkLst>
        </pc:picChg>
        <pc:picChg chg="del">
          <ac:chgData name="Jefferson Passerini" userId="ec684a97d9b6a829" providerId="LiveId" clId="{6CE4740C-C01E-423C-B89A-17ABC0EA52B4}" dt="2024-08-20T14:22:04.930" v="1296" actId="478"/>
          <ac:picMkLst>
            <pc:docMk/>
            <pc:sldMk cId="917933702" sldId="306"/>
            <ac:picMk id="6" creationId="{D193A654-45FA-9A37-A671-4E00F27BB761}"/>
          </ac:picMkLst>
        </pc:picChg>
        <pc:picChg chg="ord">
          <ac:chgData name="Jefferson Passerini" userId="ec684a97d9b6a829" providerId="LiveId" clId="{6CE4740C-C01E-423C-B89A-17ABC0EA52B4}" dt="2024-08-20T14:46:36.031" v="1421" actId="166"/>
          <ac:picMkLst>
            <pc:docMk/>
            <pc:sldMk cId="917933702" sldId="306"/>
            <ac:picMk id="7" creationId="{01441DBA-A28D-ED78-4398-3DB26EC94E76}"/>
          </ac:picMkLst>
        </pc:picChg>
        <pc:picChg chg="add del mod">
          <ac:chgData name="Jefferson Passerini" userId="ec684a97d9b6a829" providerId="LiveId" clId="{6CE4740C-C01E-423C-B89A-17ABC0EA52B4}" dt="2024-08-20T14:46:05.070" v="1418" actId="478"/>
          <ac:picMkLst>
            <pc:docMk/>
            <pc:sldMk cId="917933702" sldId="306"/>
            <ac:picMk id="10" creationId="{E4DD478A-2E24-99F3-5E82-EC7EEC86B8FF}"/>
          </ac:picMkLst>
        </pc:picChg>
        <pc:picChg chg="add mod">
          <ac:chgData name="Jefferson Passerini" userId="ec684a97d9b6a829" providerId="LiveId" clId="{6CE4740C-C01E-423C-B89A-17ABC0EA52B4}" dt="2024-08-20T14:46:32.391" v="1420" actId="1076"/>
          <ac:picMkLst>
            <pc:docMk/>
            <pc:sldMk cId="917933702" sldId="306"/>
            <ac:picMk id="12" creationId="{19EC366B-1FEC-C193-A82C-C98B4F322D26}"/>
          </ac:picMkLst>
        </pc:picChg>
      </pc:sldChg>
      <pc:sldChg chg="del">
        <pc:chgData name="Jefferson Passerini" userId="ec684a97d9b6a829" providerId="LiveId" clId="{6CE4740C-C01E-423C-B89A-17ABC0EA52B4}" dt="2024-08-20T13:14:37.821" v="81" actId="47"/>
        <pc:sldMkLst>
          <pc:docMk/>
          <pc:sldMk cId="1757113321" sldId="306"/>
        </pc:sldMkLst>
      </pc:sldChg>
      <pc:sldChg chg="addSp delSp modSp add mod">
        <pc:chgData name="Jefferson Passerini" userId="ec684a97d9b6a829" providerId="LiveId" clId="{6CE4740C-C01E-423C-B89A-17ABC0EA52B4}" dt="2024-08-20T14:34:00.467" v="1401" actId="1076"/>
        <pc:sldMkLst>
          <pc:docMk/>
          <pc:sldMk cId="1866037543" sldId="307"/>
        </pc:sldMkLst>
        <pc:spChg chg="mod">
          <ac:chgData name="Jefferson Passerini" userId="ec684a97d9b6a829" providerId="LiveId" clId="{6CE4740C-C01E-423C-B89A-17ABC0EA52B4}" dt="2024-08-20T14:33:33.960" v="1393" actId="27636"/>
          <ac:spMkLst>
            <pc:docMk/>
            <pc:sldMk cId="1866037543" sldId="307"/>
            <ac:spMk id="3" creationId="{212081E4-07F6-C689-2ACC-B6CADD634983}"/>
          </ac:spMkLst>
        </pc:spChg>
        <pc:spChg chg="mod">
          <ac:chgData name="Jefferson Passerini" userId="ec684a97d9b6a829" providerId="LiveId" clId="{6CE4740C-C01E-423C-B89A-17ABC0EA52B4}" dt="2024-08-20T14:33:51.419" v="1399" actId="1076"/>
          <ac:spMkLst>
            <pc:docMk/>
            <pc:sldMk cId="1866037543" sldId="307"/>
            <ac:spMk id="8" creationId="{BED7B13A-1962-AEF6-8746-5FF9629CB436}"/>
          </ac:spMkLst>
        </pc:spChg>
        <pc:spChg chg="mod">
          <ac:chgData name="Jefferson Passerini" userId="ec684a97d9b6a829" providerId="LiveId" clId="{6CE4740C-C01E-423C-B89A-17ABC0EA52B4}" dt="2024-08-20T14:34:00.467" v="1401" actId="1076"/>
          <ac:spMkLst>
            <pc:docMk/>
            <pc:sldMk cId="1866037543" sldId="307"/>
            <ac:spMk id="9" creationId="{A3F311DC-E0AB-0EB4-FBF4-F2C0617B710A}"/>
          </ac:spMkLst>
        </pc:spChg>
        <pc:spChg chg="add mod">
          <ac:chgData name="Jefferson Passerini" userId="ec684a97d9b6a829" providerId="LiveId" clId="{6CE4740C-C01E-423C-B89A-17ABC0EA52B4}" dt="2024-08-20T14:33:25.386" v="1388" actId="1076"/>
          <ac:spMkLst>
            <pc:docMk/>
            <pc:sldMk cId="1866037543" sldId="307"/>
            <ac:spMk id="18" creationId="{5CEBC650-C573-F25A-B6E8-50FDA877CF84}"/>
          </ac:spMkLst>
        </pc:spChg>
        <pc:grpChg chg="add mod">
          <ac:chgData name="Jefferson Passerini" userId="ec684a97d9b6a829" providerId="LiveId" clId="{6CE4740C-C01E-423C-B89A-17ABC0EA52B4}" dt="2024-08-20T14:33:46.166" v="1397" actId="1076"/>
          <ac:grpSpMkLst>
            <pc:docMk/>
            <pc:sldMk cId="1866037543" sldId="307"/>
            <ac:grpSpMk id="15" creationId="{F0EE2ECD-881F-C527-9C6F-EED10426CE72}"/>
          </ac:grpSpMkLst>
        </pc:grpChg>
        <pc:picChg chg="mod">
          <ac:chgData name="Jefferson Passerini" userId="ec684a97d9b6a829" providerId="LiveId" clId="{6CE4740C-C01E-423C-B89A-17ABC0EA52B4}" dt="2024-08-20T14:33:47.794" v="1398" actId="1076"/>
          <ac:picMkLst>
            <pc:docMk/>
            <pc:sldMk cId="1866037543" sldId="307"/>
            <ac:picMk id="5" creationId="{509D54EB-0FDA-51FB-516A-52A2A82100EA}"/>
          </ac:picMkLst>
        </pc:picChg>
        <pc:picChg chg="add mod ord">
          <ac:chgData name="Jefferson Passerini" userId="ec684a97d9b6a829" providerId="LiveId" clId="{6CE4740C-C01E-423C-B89A-17ABC0EA52B4}" dt="2024-08-20T14:33:55.283" v="1400" actId="1076"/>
          <ac:picMkLst>
            <pc:docMk/>
            <pc:sldMk cId="1866037543" sldId="307"/>
            <ac:picMk id="6" creationId="{F9F9D653-5F76-DB43-2003-09C05593B8C8}"/>
          </ac:picMkLst>
        </pc:picChg>
        <pc:picChg chg="del">
          <ac:chgData name="Jefferson Passerini" userId="ec684a97d9b6a829" providerId="LiveId" clId="{6CE4740C-C01E-423C-B89A-17ABC0EA52B4}" dt="2024-08-20T14:24:50.643" v="1318" actId="478"/>
          <ac:picMkLst>
            <pc:docMk/>
            <pc:sldMk cId="1866037543" sldId="307"/>
            <ac:picMk id="7" creationId="{01441DBA-A28D-ED78-4398-3DB26EC94E76}"/>
          </ac:picMkLst>
        </pc:picChg>
        <pc:picChg chg="del">
          <ac:chgData name="Jefferson Passerini" userId="ec684a97d9b6a829" providerId="LiveId" clId="{6CE4740C-C01E-423C-B89A-17ABC0EA52B4}" dt="2024-08-20T14:25:34.815" v="1351" actId="478"/>
          <ac:picMkLst>
            <pc:docMk/>
            <pc:sldMk cId="1866037543" sldId="307"/>
            <ac:picMk id="10" creationId="{E4DD478A-2E24-99F3-5E82-EC7EEC86B8FF}"/>
          </ac:picMkLst>
        </pc:picChg>
        <pc:picChg chg="add mod">
          <ac:chgData name="Jefferson Passerini" userId="ec684a97d9b6a829" providerId="LiveId" clId="{6CE4740C-C01E-423C-B89A-17ABC0EA52B4}" dt="2024-08-20T14:32:40.381" v="1374" actId="164"/>
          <ac:picMkLst>
            <pc:docMk/>
            <pc:sldMk cId="1866037543" sldId="307"/>
            <ac:picMk id="12" creationId="{F1D46309-1697-E5AC-0C7B-DA63594FD287}"/>
          </ac:picMkLst>
        </pc:picChg>
        <pc:picChg chg="add mod">
          <ac:chgData name="Jefferson Passerini" userId="ec684a97d9b6a829" providerId="LiveId" clId="{6CE4740C-C01E-423C-B89A-17ABC0EA52B4}" dt="2024-08-20T14:32:40.381" v="1374" actId="164"/>
          <ac:picMkLst>
            <pc:docMk/>
            <pc:sldMk cId="1866037543" sldId="307"/>
            <ac:picMk id="14" creationId="{629C1C02-6976-C5C3-CF7E-6AF252840F3F}"/>
          </ac:picMkLst>
        </pc:picChg>
        <pc:picChg chg="add del">
          <ac:chgData name="Jefferson Passerini" userId="ec684a97d9b6a829" providerId="LiveId" clId="{6CE4740C-C01E-423C-B89A-17ABC0EA52B4}" dt="2024-08-20T14:33:09.301" v="1383" actId="478"/>
          <ac:picMkLst>
            <pc:docMk/>
            <pc:sldMk cId="1866037543" sldId="307"/>
            <ac:picMk id="17" creationId="{2A11F59A-0043-5560-7B88-41F01054CD94}"/>
          </ac:picMkLst>
        </pc:picChg>
      </pc:sldChg>
      <pc:sldChg chg="del">
        <pc:chgData name="Jefferson Passerini" userId="ec684a97d9b6a829" providerId="LiveId" clId="{6CE4740C-C01E-423C-B89A-17ABC0EA52B4}" dt="2024-08-20T13:14:37.821" v="81" actId="47"/>
        <pc:sldMkLst>
          <pc:docMk/>
          <pc:sldMk cId="3728630244" sldId="307"/>
        </pc:sldMkLst>
      </pc:sldChg>
      <pc:sldChg chg="del">
        <pc:chgData name="Jefferson Passerini" userId="ec684a97d9b6a829" providerId="LiveId" clId="{6CE4740C-C01E-423C-B89A-17ABC0EA52B4}" dt="2024-08-20T13:14:37.821" v="81" actId="47"/>
        <pc:sldMkLst>
          <pc:docMk/>
          <pc:sldMk cId="233198860" sldId="308"/>
        </pc:sldMkLst>
      </pc:sldChg>
      <pc:sldChg chg="addSp delSp modSp add mod">
        <pc:chgData name="Jefferson Passerini" userId="ec684a97d9b6a829" providerId="LiveId" clId="{6CE4740C-C01E-423C-B89A-17ABC0EA52B4}" dt="2024-08-20T14:50:37.706" v="1476" actId="20577"/>
        <pc:sldMkLst>
          <pc:docMk/>
          <pc:sldMk cId="3911222565" sldId="308"/>
        </pc:sldMkLst>
        <pc:spChg chg="mod ord">
          <ac:chgData name="Jefferson Passerini" userId="ec684a97d9b6a829" providerId="LiveId" clId="{6CE4740C-C01E-423C-B89A-17ABC0EA52B4}" dt="2024-08-20T14:48:11.396" v="1434" actId="166"/>
          <ac:spMkLst>
            <pc:docMk/>
            <pc:sldMk cId="3911222565" sldId="308"/>
            <ac:spMk id="8" creationId="{BED7B13A-1962-AEF6-8746-5FF9629CB436}"/>
          </ac:spMkLst>
        </pc:spChg>
        <pc:spChg chg="mod">
          <ac:chgData name="Jefferson Passerini" userId="ec684a97d9b6a829" providerId="LiveId" clId="{6CE4740C-C01E-423C-B89A-17ABC0EA52B4}" dt="2024-08-20T14:47:41.459" v="1425" actId="1076"/>
          <ac:spMkLst>
            <pc:docMk/>
            <pc:sldMk cId="3911222565" sldId="308"/>
            <ac:spMk id="9" creationId="{A3F311DC-E0AB-0EB4-FBF4-F2C0617B710A}"/>
          </ac:spMkLst>
        </pc:spChg>
        <pc:spChg chg="mod">
          <ac:chgData name="Jefferson Passerini" userId="ec684a97d9b6a829" providerId="LiveId" clId="{6CE4740C-C01E-423C-B89A-17ABC0EA52B4}" dt="2024-08-20T14:50:37.706" v="1476" actId="20577"/>
          <ac:spMkLst>
            <pc:docMk/>
            <pc:sldMk cId="3911222565" sldId="308"/>
            <ac:spMk id="18" creationId="{5CEBC650-C573-F25A-B6E8-50FDA877CF84}"/>
          </ac:spMkLst>
        </pc:spChg>
        <pc:grpChg chg="del">
          <ac:chgData name="Jefferson Passerini" userId="ec684a97d9b6a829" providerId="LiveId" clId="{6CE4740C-C01E-423C-B89A-17ABC0EA52B4}" dt="2024-08-20T14:34:12.115" v="1403" actId="478"/>
          <ac:grpSpMkLst>
            <pc:docMk/>
            <pc:sldMk cId="3911222565" sldId="308"/>
            <ac:grpSpMk id="15" creationId="{F0EE2ECD-881F-C527-9C6F-EED10426CE72}"/>
          </ac:grpSpMkLst>
        </pc:grpChg>
        <pc:picChg chg="mod ord">
          <ac:chgData name="Jefferson Passerini" userId="ec684a97d9b6a829" providerId="LiveId" clId="{6CE4740C-C01E-423C-B89A-17ABC0EA52B4}" dt="2024-08-20T14:47:59.274" v="1432" actId="166"/>
          <ac:picMkLst>
            <pc:docMk/>
            <pc:sldMk cId="3911222565" sldId="308"/>
            <ac:picMk id="5" creationId="{509D54EB-0FDA-51FB-516A-52A2A82100EA}"/>
          </ac:picMkLst>
        </pc:picChg>
        <pc:picChg chg="mod">
          <ac:chgData name="Jefferson Passerini" userId="ec684a97d9b6a829" providerId="LiveId" clId="{6CE4740C-C01E-423C-B89A-17ABC0EA52B4}" dt="2024-08-20T14:47:41.459" v="1425" actId="1076"/>
          <ac:picMkLst>
            <pc:docMk/>
            <pc:sldMk cId="3911222565" sldId="308"/>
            <ac:picMk id="6" creationId="{F9F9D653-5F76-DB43-2003-09C05593B8C8}"/>
          </ac:picMkLst>
        </pc:picChg>
        <pc:picChg chg="add mod">
          <ac:chgData name="Jefferson Passerini" userId="ec684a97d9b6a829" providerId="LiveId" clId="{6CE4740C-C01E-423C-B89A-17ABC0EA52B4}" dt="2024-08-20T14:48:03.444" v="1433" actId="14100"/>
          <ac:picMkLst>
            <pc:docMk/>
            <pc:sldMk cId="3911222565" sldId="308"/>
            <ac:picMk id="7" creationId="{E16A7746-5CA2-C931-46C9-CA9AD7F85FA5}"/>
          </ac:picMkLst>
        </pc:picChg>
      </pc:sldChg>
      <pc:sldChg chg="addSp delSp modSp add mod">
        <pc:chgData name="Jefferson Passerini" userId="ec684a97d9b6a829" providerId="LiveId" clId="{6CE4740C-C01E-423C-B89A-17ABC0EA52B4}" dt="2024-08-20T14:55:15.049" v="1536" actId="14100"/>
        <pc:sldMkLst>
          <pc:docMk/>
          <pc:sldMk cId="313260873" sldId="309"/>
        </pc:sldMkLst>
        <pc:spChg chg="del mod">
          <ac:chgData name="Jefferson Passerini" userId="ec684a97d9b6a829" providerId="LiveId" clId="{6CE4740C-C01E-423C-B89A-17ABC0EA52B4}" dt="2024-08-20T14:51:11.117" v="1483" actId="478"/>
          <ac:spMkLst>
            <pc:docMk/>
            <pc:sldMk cId="313260873" sldId="309"/>
            <ac:spMk id="8" creationId="{BED7B13A-1962-AEF6-8746-5FF9629CB436}"/>
          </ac:spMkLst>
        </pc:spChg>
        <pc:spChg chg="mod">
          <ac:chgData name="Jefferson Passerini" userId="ec684a97d9b6a829" providerId="LiveId" clId="{6CE4740C-C01E-423C-B89A-17ABC0EA52B4}" dt="2024-08-20T14:55:08.341" v="1533" actId="14100"/>
          <ac:spMkLst>
            <pc:docMk/>
            <pc:sldMk cId="313260873" sldId="309"/>
            <ac:spMk id="9" creationId="{A3F311DC-E0AB-0EB4-FBF4-F2C0617B710A}"/>
          </ac:spMkLst>
        </pc:spChg>
        <pc:spChg chg="mod">
          <ac:chgData name="Jefferson Passerini" userId="ec684a97d9b6a829" providerId="LiveId" clId="{6CE4740C-C01E-423C-B89A-17ABC0EA52B4}" dt="2024-08-20T14:51:23.464" v="1522" actId="20577"/>
          <ac:spMkLst>
            <pc:docMk/>
            <pc:sldMk cId="313260873" sldId="309"/>
            <ac:spMk id="18" creationId="{5CEBC650-C573-F25A-B6E8-50FDA877CF84}"/>
          </ac:spMkLst>
        </pc:spChg>
        <pc:picChg chg="del mod ord">
          <ac:chgData name="Jefferson Passerini" userId="ec684a97d9b6a829" providerId="LiveId" clId="{6CE4740C-C01E-423C-B89A-17ABC0EA52B4}" dt="2024-08-20T14:51:09.169" v="1482" actId="478"/>
          <ac:picMkLst>
            <pc:docMk/>
            <pc:sldMk cId="313260873" sldId="309"/>
            <ac:picMk id="5" creationId="{509D54EB-0FDA-51FB-516A-52A2A82100EA}"/>
          </ac:picMkLst>
        </pc:picChg>
        <pc:picChg chg="del">
          <ac:chgData name="Jefferson Passerini" userId="ec684a97d9b6a829" providerId="LiveId" clId="{6CE4740C-C01E-423C-B89A-17ABC0EA52B4}" dt="2024-08-20T14:48:21.157" v="1436" actId="478"/>
          <ac:picMkLst>
            <pc:docMk/>
            <pc:sldMk cId="313260873" sldId="309"/>
            <ac:picMk id="7" creationId="{E16A7746-5CA2-C931-46C9-CA9AD7F85FA5}"/>
          </ac:picMkLst>
        </pc:picChg>
        <pc:picChg chg="add del mod">
          <ac:chgData name="Jefferson Passerini" userId="ec684a97d9b6a829" providerId="LiveId" clId="{6CE4740C-C01E-423C-B89A-17ABC0EA52B4}" dt="2024-08-20T14:51:26.001" v="1523" actId="478"/>
          <ac:picMkLst>
            <pc:docMk/>
            <pc:sldMk cId="313260873" sldId="309"/>
            <ac:picMk id="10" creationId="{766E25A0-F875-D839-4EFF-E4A468FA8C82}"/>
          </ac:picMkLst>
        </pc:picChg>
        <pc:picChg chg="add mod">
          <ac:chgData name="Jefferson Passerini" userId="ec684a97d9b6a829" providerId="LiveId" clId="{6CE4740C-C01E-423C-B89A-17ABC0EA52B4}" dt="2024-08-20T14:55:00.453" v="1530" actId="1076"/>
          <ac:picMkLst>
            <pc:docMk/>
            <pc:sldMk cId="313260873" sldId="309"/>
            <ac:picMk id="12" creationId="{EE9AF8AE-1951-ADAA-0646-3511C76803A4}"/>
          </ac:picMkLst>
        </pc:picChg>
        <pc:picChg chg="add mod">
          <ac:chgData name="Jefferson Passerini" userId="ec684a97d9b6a829" providerId="LiveId" clId="{6CE4740C-C01E-423C-B89A-17ABC0EA52B4}" dt="2024-08-20T14:55:15.049" v="1536" actId="14100"/>
          <ac:picMkLst>
            <pc:docMk/>
            <pc:sldMk cId="313260873" sldId="309"/>
            <ac:picMk id="14" creationId="{E7DBCAE2-21E8-218E-DB11-3A8AF615D024}"/>
          </ac:picMkLst>
        </pc:picChg>
      </pc:sldChg>
      <pc:sldChg chg="del">
        <pc:chgData name="Jefferson Passerini" userId="ec684a97d9b6a829" providerId="LiveId" clId="{6CE4740C-C01E-423C-B89A-17ABC0EA52B4}" dt="2024-08-20T13:14:37.821" v="81" actId="47"/>
        <pc:sldMkLst>
          <pc:docMk/>
          <pc:sldMk cId="1794963229" sldId="309"/>
        </pc:sldMkLst>
      </pc:sldChg>
      <pc:sldChg chg="del">
        <pc:chgData name="Jefferson Passerini" userId="ec684a97d9b6a829" providerId="LiveId" clId="{6CE4740C-C01E-423C-B89A-17ABC0EA52B4}" dt="2024-08-20T13:14:37.821" v="81" actId="47"/>
        <pc:sldMkLst>
          <pc:docMk/>
          <pc:sldMk cId="2357573264" sldId="310"/>
        </pc:sldMkLst>
      </pc:sldChg>
      <pc:sldChg chg="addSp delSp modSp add mod ord">
        <pc:chgData name="Jefferson Passerini" userId="ec684a97d9b6a829" providerId="LiveId" clId="{6CE4740C-C01E-423C-B89A-17ABC0EA52B4}" dt="2024-08-20T14:56:00.306" v="1544" actId="1076"/>
        <pc:sldMkLst>
          <pc:docMk/>
          <pc:sldMk cId="3333393032" sldId="310"/>
        </pc:sldMkLst>
        <pc:picChg chg="mod ord">
          <ac:chgData name="Jefferson Passerini" userId="ec684a97d9b6a829" providerId="LiveId" clId="{6CE4740C-C01E-423C-B89A-17ABC0EA52B4}" dt="2024-08-20T14:55:35.051" v="1540" actId="167"/>
          <ac:picMkLst>
            <pc:docMk/>
            <pc:sldMk cId="3333393032" sldId="310"/>
            <ac:picMk id="5" creationId="{509D54EB-0FDA-51FB-516A-52A2A82100EA}"/>
          </ac:picMkLst>
        </pc:picChg>
        <pc:picChg chg="add mod">
          <ac:chgData name="Jefferson Passerini" userId="ec684a97d9b6a829" providerId="LiveId" clId="{6CE4740C-C01E-423C-B89A-17ABC0EA52B4}" dt="2024-08-20T14:56:00.306" v="1544" actId="1076"/>
          <ac:picMkLst>
            <pc:docMk/>
            <pc:sldMk cId="3333393032" sldId="310"/>
            <ac:picMk id="7" creationId="{BC46ECC5-752B-30B3-A449-1E6CFC747728}"/>
          </ac:picMkLst>
        </pc:picChg>
        <pc:picChg chg="del">
          <ac:chgData name="Jefferson Passerini" userId="ec684a97d9b6a829" providerId="LiveId" clId="{6CE4740C-C01E-423C-B89A-17ABC0EA52B4}" dt="2024-08-20T14:50:53.495" v="1478" actId="478"/>
          <ac:picMkLst>
            <pc:docMk/>
            <pc:sldMk cId="3333393032" sldId="310"/>
            <ac:picMk id="10" creationId="{766E25A0-F875-D839-4EFF-E4A468FA8C82}"/>
          </ac:picMkLst>
        </pc:picChg>
      </pc:sldChg>
      <pc:sldChg chg="del">
        <pc:chgData name="Jefferson Passerini" userId="ec684a97d9b6a829" providerId="LiveId" clId="{6CE4740C-C01E-423C-B89A-17ABC0EA52B4}" dt="2024-08-20T13:14:37.821" v="81" actId="47"/>
        <pc:sldMkLst>
          <pc:docMk/>
          <pc:sldMk cId="2534638159" sldId="311"/>
        </pc:sldMkLst>
      </pc:sldChg>
      <pc:sldChg chg="del">
        <pc:chgData name="Jefferson Passerini" userId="ec684a97d9b6a829" providerId="LiveId" clId="{6CE4740C-C01E-423C-B89A-17ABC0EA52B4}" dt="2024-08-20T13:14:21.112" v="80" actId="47"/>
        <pc:sldMkLst>
          <pc:docMk/>
          <pc:sldMk cId="2154700481" sldId="312"/>
        </pc:sldMkLst>
      </pc:sldChg>
      <pc:sldChg chg="del">
        <pc:chgData name="Jefferson Passerini" userId="ec684a97d9b6a829" providerId="LiveId" clId="{6CE4740C-C01E-423C-B89A-17ABC0EA52B4}" dt="2024-08-20T13:14:21.112" v="80" actId="47"/>
        <pc:sldMkLst>
          <pc:docMk/>
          <pc:sldMk cId="4244208355" sldId="313"/>
        </pc:sldMkLst>
      </pc:sldChg>
      <pc:sldChg chg="del">
        <pc:chgData name="Jefferson Passerini" userId="ec684a97d9b6a829" providerId="LiveId" clId="{6CE4740C-C01E-423C-B89A-17ABC0EA52B4}" dt="2024-08-20T13:14:21.112" v="80" actId="47"/>
        <pc:sldMkLst>
          <pc:docMk/>
          <pc:sldMk cId="3724568739" sldId="314"/>
        </pc:sldMkLst>
      </pc:sldChg>
      <pc:sldChg chg="del">
        <pc:chgData name="Jefferson Passerini" userId="ec684a97d9b6a829" providerId="LiveId" clId="{6CE4740C-C01E-423C-B89A-17ABC0EA52B4}" dt="2024-08-20T13:14:21.112" v="80" actId="47"/>
        <pc:sldMkLst>
          <pc:docMk/>
          <pc:sldMk cId="2147112385" sldId="315"/>
        </pc:sldMkLst>
      </pc:sldChg>
      <pc:sldChg chg="del">
        <pc:chgData name="Jefferson Passerini" userId="ec684a97d9b6a829" providerId="LiveId" clId="{6CE4740C-C01E-423C-B89A-17ABC0EA52B4}" dt="2024-08-20T13:14:21.112" v="80" actId="47"/>
        <pc:sldMkLst>
          <pc:docMk/>
          <pc:sldMk cId="1513586987" sldId="316"/>
        </pc:sldMkLst>
      </pc:sldChg>
      <pc:sldChg chg="del">
        <pc:chgData name="Jefferson Passerini" userId="ec684a97d9b6a829" providerId="LiveId" clId="{6CE4740C-C01E-423C-B89A-17ABC0EA52B4}" dt="2024-08-20T13:14:21.112" v="80" actId="47"/>
        <pc:sldMkLst>
          <pc:docMk/>
          <pc:sldMk cId="1609885474" sldId="317"/>
        </pc:sldMkLst>
      </pc:sldChg>
      <pc:sldChg chg="del">
        <pc:chgData name="Jefferson Passerini" userId="ec684a97d9b6a829" providerId="LiveId" clId="{6CE4740C-C01E-423C-B89A-17ABC0EA52B4}" dt="2024-08-20T13:14:21.112" v="80" actId="47"/>
        <pc:sldMkLst>
          <pc:docMk/>
          <pc:sldMk cId="3632405001" sldId="318"/>
        </pc:sldMkLst>
      </pc:sldChg>
      <pc:sldChg chg="del">
        <pc:chgData name="Jefferson Passerini" userId="ec684a97d9b6a829" providerId="LiveId" clId="{6CE4740C-C01E-423C-B89A-17ABC0EA52B4}" dt="2024-08-20T13:14:21.112" v="80" actId="47"/>
        <pc:sldMkLst>
          <pc:docMk/>
          <pc:sldMk cId="1576831718" sldId="319"/>
        </pc:sldMkLst>
      </pc:sldChg>
      <pc:sldChg chg="del">
        <pc:chgData name="Jefferson Passerini" userId="ec684a97d9b6a829" providerId="LiveId" clId="{6CE4740C-C01E-423C-B89A-17ABC0EA52B4}" dt="2024-08-20T13:14:21.112" v="80" actId="47"/>
        <pc:sldMkLst>
          <pc:docMk/>
          <pc:sldMk cId="2860135609" sldId="320"/>
        </pc:sldMkLst>
      </pc:sldChg>
      <pc:sldChg chg="del">
        <pc:chgData name="Jefferson Passerini" userId="ec684a97d9b6a829" providerId="LiveId" clId="{6CE4740C-C01E-423C-B89A-17ABC0EA52B4}" dt="2024-08-20T13:14:21.112" v="80" actId="47"/>
        <pc:sldMkLst>
          <pc:docMk/>
          <pc:sldMk cId="2551870368" sldId="321"/>
        </pc:sldMkLst>
      </pc:sldChg>
      <pc:sldChg chg="del">
        <pc:chgData name="Jefferson Passerini" userId="ec684a97d9b6a829" providerId="LiveId" clId="{6CE4740C-C01E-423C-B89A-17ABC0EA52B4}" dt="2024-08-20T13:14:21.112" v="80" actId="47"/>
        <pc:sldMkLst>
          <pc:docMk/>
          <pc:sldMk cId="3854585396" sldId="322"/>
        </pc:sldMkLst>
      </pc:sldChg>
      <pc:sldChg chg="del">
        <pc:chgData name="Jefferson Passerini" userId="ec684a97d9b6a829" providerId="LiveId" clId="{6CE4740C-C01E-423C-B89A-17ABC0EA52B4}" dt="2024-08-20T13:14:21.112" v="80" actId="47"/>
        <pc:sldMkLst>
          <pc:docMk/>
          <pc:sldMk cId="537278518" sldId="323"/>
        </pc:sldMkLst>
      </pc:sldChg>
      <pc:sldChg chg="del">
        <pc:chgData name="Jefferson Passerini" userId="ec684a97d9b6a829" providerId="LiveId" clId="{6CE4740C-C01E-423C-B89A-17ABC0EA52B4}" dt="2024-08-20T13:14:21.112" v="80" actId="47"/>
        <pc:sldMkLst>
          <pc:docMk/>
          <pc:sldMk cId="1852741127" sldId="324"/>
        </pc:sldMkLst>
      </pc:sldChg>
      <pc:sldChg chg="del">
        <pc:chgData name="Jefferson Passerini" userId="ec684a97d9b6a829" providerId="LiveId" clId="{6CE4740C-C01E-423C-B89A-17ABC0EA52B4}" dt="2024-08-20T13:14:21.112" v="80" actId="47"/>
        <pc:sldMkLst>
          <pc:docMk/>
          <pc:sldMk cId="4146740212" sldId="325"/>
        </pc:sldMkLst>
      </pc:sldChg>
    </pc:docChg>
  </pc:docChgLst>
  <pc:docChgLst>
    <pc:chgData name="Jefferson Passerini" userId="ec684a97d9b6a829" providerId="LiveId" clId="{F223B847-67A2-4FA4-83E4-9AE2E7DBAB53}"/>
    <pc:docChg chg="undo redo custSel addSld delSld modSld sldOrd">
      <pc:chgData name="Jefferson Passerini" userId="ec684a97d9b6a829" providerId="LiveId" clId="{F223B847-67A2-4FA4-83E4-9AE2E7DBAB53}" dt="2024-04-25T23:48:38.944" v="3510" actId="1076"/>
      <pc:docMkLst>
        <pc:docMk/>
      </pc:docMkLst>
      <pc:sldChg chg="addSp delSp modSp mod">
        <pc:chgData name="Jefferson Passerini" userId="ec684a97d9b6a829" providerId="LiveId" clId="{F223B847-67A2-4FA4-83E4-9AE2E7DBAB53}" dt="2024-04-25T15:33:43.362" v="53" actId="20577"/>
        <pc:sldMkLst>
          <pc:docMk/>
          <pc:sldMk cId="3568309152" sldId="256"/>
        </pc:sldMkLst>
        <pc:spChg chg="mod">
          <ac:chgData name="Jefferson Passerini" userId="ec684a97d9b6a829" providerId="LiveId" clId="{F223B847-67A2-4FA4-83E4-9AE2E7DBAB53}" dt="2024-04-25T15:33:43.362" v="53" actId="20577"/>
          <ac:spMkLst>
            <pc:docMk/>
            <pc:sldMk cId="3568309152" sldId="256"/>
            <ac:spMk id="2" creationId="{2E243026-E16F-9CDD-AE56-CF691B008A41}"/>
          </ac:spMkLst>
        </pc:spChg>
        <pc:spChg chg="mod">
          <ac:chgData name="Jefferson Passerini" userId="ec684a97d9b6a829" providerId="LiveId" clId="{F223B847-67A2-4FA4-83E4-9AE2E7DBAB53}" dt="2024-04-25T15:33:36.435" v="37" actId="20577"/>
          <ac:spMkLst>
            <pc:docMk/>
            <pc:sldMk cId="3568309152" sldId="256"/>
            <ac:spMk id="3" creationId="{A782A01C-CDB4-BEF0-9F78-DD3F68C87023}"/>
          </ac:spMkLst>
        </pc:spChg>
        <pc:spChg chg="del">
          <ac:chgData name="Jefferson Passerini" userId="ec684a97d9b6a829" providerId="LiveId" clId="{F223B847-67A2-4FA4-83E4-9AE2E7DBAB53}" dt="2024-04-25T15:33:20.405" v="27" actId="26606"/>
          <ac:spMkLst>
            <pc:docMk/>
            <pc:sldMk cId="3568309152" sldId="256"/>
            <ac:spMk id="128" creationId="{AB58EF07-17C2-48CF-ABB0-EEF1F17CB8F0}"/>
          </ac:spMkLst>
        </pc:spChg>
        <pc:spChg chg="del">
          <ac:chgData name="Jefferson Passerini" userId="ec684a97d9b6a829" providerId="LiveId" clId="{F223B847-67A2-4FA4-83E4-9AE2E7DBAB53}" dt="2024-04-25T15:33:20.405" v="27" actId="26606"/>
          <ac:spMkLst>
            <pc:docMk/>
            <pc:sldMk cId="3568309152" sldId="256"/>
            <ac:spMk id="129" creationId="{0671A8AE-40A1-4631-A6B8-581AFF065482}"/>
          </ac:spMkLst>
        </pc:spChg>
        <pc:spChg chg="del">
          <ac:chgData name="Jefferson Passerini" userId="ec684a97d9b6a829" providerId="LiveId" clId="{F223B847-67A2-4FA4-83E4-9AE2E7DBAB53}" dt="2024-04-25T15:33:20.405" v="27" actId="26606"/>
          <ac:spMkLst>
            <pc:docMk/>
            <pc:sldMk cId="3568309152" sldId="256"/>
            <ac:spMk id="130" creationId="{AF2F604E-43BE-4DC3-B983-E071523364F8}"/>
          </ac:spMkLst>
        </pc:spChg>
        <pc:spChg chg="del">
          <ac:chgData name="Jefferson Passerini" userId="ec684a97d9b6a829" providerId="LiveId" clId="{F223B847-67A2-4FA4-83E4-9AE2E7DBAB53}" dt="2024-04-25T15:33:20.405" v="27" actId="26606"/>
          <ac:spMkLst>
            <pc:docMk/>
            <pc:sldMk cId="3568309152" sldId="256"/>
            <ac:spMk id="132" creationId="{08C9B587-E65E-4B52-B37C-ABEBB6E87928}"/>
          </ac:spMkLst>
        </pc:spChg>
        <pc:spChg chg="add">
          <ac:chgData name="Jefferson Passerini" userId="ec684a97d9b6a829" providerId="LiveId" clId="{F223B847-67A2-4FA4-83E4-9AE2E7DBAB53}" dt="2024-04-25T15:33:20.405" v="27" actId="26606"/>
          <ac:spMkLst>
            <pc:docMk/>
            <pc:sldMk cId="3568309152" sldId="256"/>
            <ac:spMk id="137" creationId="{9B7AD9F6-8CE7-4299-8FC6-328F4DCD3FF9}"/>
          </ac:spMkLst>
        </pc:spChg>
        <pc:spChg chg="add">
          <ac:chgData name="Jefferson Passerini" userId="ec684a97d9b6a829" providerId="LiveId" clId="{F223B847-67A2-4FA4-83E4-9AE2E7DBAB53}" dt="2024-04-25T15:33:20.405" v="27" actId="26606"/>
          <ac:spMkLst>
            <pc:docMk/>
            <pc:sldMk cId="3568309152" sldId="256"/>
            <ac:spMk id="139" creationId="{F49775AF-8896-43EE-92C6-83497D6DC56F}"/>
          </ac:spMkLst>
        </pc:spChg>
        <pc:picChg chg="add mod">
          <ac:chgData name="Jefferson Passerini" userId="ec684a97d9b6a829" providerId="LiveId" clId="{F223B847-67A2-4FA4-83E4-9AE2E7DBAB53}" dt="2024-04-25T15:33:20.405" v="27" actId="26606"/>
          <ac:picMkLst>
            <pc:docMk/>
            <pc:sldMk cId="3568309152" sldId="256"/>
            <ac:picMk id="5" creationId="{49C771DF-4AD2-C91B-743E-8837B9238812}"/>
          </ac:picMkLst>
        </pc:picChg>
        <pc:picChg chg="del">
          <ac:chgData name="Jefferson Passerini" userId="ec684a97d9b6a829" providerId="LiveId" clId="{F223B847-67A2-4FA4-83E4-9AE2E7DBAB53}" dt="2024-04-25T15:32:57.832" v="23" actId="478"/>
          <ac:picMkLst>
            <pc:docMk/>
            <pc:sldMk cId="3568309152" sldId="256"/>
            <ac:picMk id="6" creationId="{FA403721-A357-B7FE-7C7A-3FA192D60084}"/>
          </ac:picMkLst>
        </pc:picChg>
      </pc:sldChg>
      <pc:sldChg chg="modSp mod">
        <pc:chgData name="Jefferson Passerini" userId="ec684a97d9b6a829" providerId="LiveId" clId="{F223B847-67A2-4FA4-83E4-9AE2E7DBAB53}" dt="2024-04-25T15:36:39.297" v="334" actId="20577"/>
        <pc:sldMkLst>
          <pc:docMk/>
          <pc:sldMk cId="1879529569" sldId="287"/>
        </pc:sldMkLst>
        <pc:spChg chg="mod">
          <ac:chgData name="Jefferson Passerini" userId="ec684a97d9b6a829" providerId="LiveId" clId="{F223B847-67A2-4FA4-83E4-9AE2E7DBAB53}" dt="2024-04-25T15:36:39.297" v="334" actId="20577"/>
          <ac:spMkLst>
            <pc:docMk/>
            <pc:sldMk cId="1879529569" sldId="287"/>
            <ac:spMk id="3" creationId="{212081E4-07F6-C689-2ACC-B6CADD634983}"/>
          </ac:spMkLst>
        </pc:spChg>
        <pc:spChg chg="mod">
          <ac:chgData name="Jefferson Passerini" userId="ec684a97d9b6a829" providerId="LiveId" clId="{F223B847-67A2-4FA4-83E4-9AE2E7DBAB53}" dt="2024-04-25T15:33:58.522" v="81" actId="6549"/>
          <ac:spMkLst>
            <pc:docMk/>
            <pc:sldMk cId="1879529569" sldId="287"/>
            <ac:spMk id="4" creationId="{5EA05B02-D80D-3624-D3E0-6EB75542A97B}"/>
          </ac:spMkLst>
        </pc:spChg>
      </pc:sldChg>
      <pc:sldChg chg="modSp add mod">
        <pc:chgData name="Jefferson Passerini" userId="ec684a97d9b6a829" providerId="LiveId" clId="{F223B847-67A2-4FA4-83E4-9AE2E7DBAB53}" dt="2024-04-25T15:40:10.469" v="843" actId="20577"/>
        <pc:sldMkLst>
          <pc:docMk/>
          <pc:sldMk cId="2757456873" sldId="288"/>
        </pc:sldMkLst>
        <pc:spChg chg="mod">
          <ac:chgData name="Jefferson Passerini" userId="ec684a97d9b6a829" providerId="LiveId" clId="{F223B847-67A2-4FA4-83E4-9AE2E7DBAB53}" dt="2024-04-25T15:40:10.469" v="843" actId="20577"/>
          <ac:spMkLst>
            <pc:docMk/>
            <pc:sldMk cId="2757456873" sldId="288"/>
            <ac:spMk id="3" creationId="{212081E4-07F6-C689-2ACC-B6CADD634983}"/>
          </ac:spMkLst>
        </pc:spChg>
      </pc:sldChg>
      <pc:sldChg chg="del">
        <pc:chgData name="Jefferson Passerini" userId="ec684a97d9b6a829" providerId="LiveId" clId="{F223B847-67A2-4FA4-83E4-9AE2E7DBAB53}" dt="2024-04-25T15:32:48.248" v="0" actId="47"/>
        <pc:sldMkLst>
          <pc:docMk/>
          <pc:sldMk cId="3363249029" sldId="288"/>
        </pc:sldMkLst>
      </pc:sldChg>
      <pc:sldChg chg="del">
        <pc:chgData name="Jefferson Passerini" userId="ec684a97d9b6a829" providerId="LiveId" clId="{F223B847-67A2-4FA4-83E4-9AE2E7DBAB53}" dt="2024-04-25T15:32:50.238" v="10" actId="47"/>
        <pc:sldMkLst>
          <pc:docMk/>
          <pc:sldMk cId="2625995648" sldId="289"/>
        </pc:sldMkLst>
      </pc:sldChg>
      <pc:sldChg chg="addSp modSp add mod">
        <pc:chgData name="Jefferson Passerini" userId="ec684a97d9b6a829" providerId="LiveId" clId="{F223B847-67A2-4FA4-83E4-9AE2E7DBAB53}" dt="2024-04-25T15:42:46.459" v="1194" actId="113"/>
        <pc:sldMkLst>
          <pc:docMk/>
          <pc:sldMk cId="3287042677" sldId="289"/>
        </pc:sldMkLst>
        <pc:spChg chg="mod">
          <ac:chgData name="Jefferson Passerini" userId="ec684a97d9b6a829" providerId="LiveId" clId="{F223B847-67A2-4FA4-83E4-9AE2E7DBAB53}" dt="2024-04-25T15:42:46.459" v="1194" actId="113"/>
          <ac:spMkLst>
            <pc:docMk/>
            <pc:sldMk cId="3287042677" sldId="289"/>
            <ac:spMk id="3" creationId="{212081E4-07F6-C689-2ACC-B6CADD634983}"/>
          </ac:spMkLst>
        </pc:spChg>
        <pc:picChg chg="add mod">
          <ac:chgData name="Jefferson Passerini" userId="ec684a97d9b6a829" providerId="LiveId" clId="{F223B847-67A2-4FA4-83E4-9AE2E7DBAB53}" dt="2024-04-25T15:40:48.084" v="851" actId="1076"/>
          <ac:picMkLst>
            <pc:docMk/>
            <pc:sldMk cId="3287042677" sldId="289"/>
            <ac:picMk id="5" creationId="{40294832-AB10-78F8-7FBA-7A6DE1B58A1F}"/>
          </ac:picMkLst>
        </pc:picChg>
      </pc:sldChg>
      <pc:sldChg chg="modSp add mod">
        <pc:chgData name="Jefferson Passerini" userId="ec684a97d9b6a829" providerId="LiveId" clId="{F223B847-67A2-4FA4-83E4-9AE2E7DBAB53}" dt="2024-04-25T15:50:15.177" v="1762" actId="20577"/>
        <pc:sldMkLst>
          <pc:docMk/>
          <pc:sldMk cId="2963235076" sldId="290"/>
        </pc:sldMkLst>
        <pc:spChg chg="mod">
          <ac:chgData name="Jefferson Passerini" userId="ec684a97d9b6a829" providerId="LiveId" clId="{F223B847-67A2-4FA4-83E4-9AE2E7DBAB53}" dt="2024-04-25T15:50:15.177" v="1762" actId="20577"/>
          <ac:spMkLst>
            <pc:docMk/>
            <pc:sldMk cId="2963235076" sldId="290"/>
            <ac:spMk id="3" creationId="{212081E4-07F6-C689-2ACC-B6CADD634983}"/>
          </ac:spMkLst>
        </pc:spChg>
      </pc:sldChg>
      <pc:sldChg chg="del">
        <pc:chgData name="Jefferson Passerini" userId="ec684a97d9b6a829" providerId="LiveId" clId="{F223B847-67A2-4FA4-83E4-9AE2E7DBAB53}" dt="2024-04-25T15:32:51.500" v="16" actId="47"/>
        <pc:sldMkLst>
          <pc:docMk/>
          <pc:sldMk cId="4122005000" sldId="290"/>
        </pc:sldMkLst>
      </pc:sldChg>
      <pc:sldChg chg="modSp add mod">
        <pc:chgData name="Jefferson Passerini" userId="ec684a97d9b6a829" providerId="LiveId" clId="{F223B847-67A2-4FA4-83E4-9AE2E7DBAB53}" dt="2024-04-25T15:52:40.032" v="1804" actId="27636"/>
        <pc:sldMkLst>
          <pc:docMk/>
          <pc:sldMk cId="366759606" sldId="291"/>
        </pc:sldMkLst>
        <pc:spChg chg="mod">
          <ac:chgData name="Jefferson Passerini" userId="ec684a97d9b6a829" providerId="LiveId" clId="{F223B847-67A2-4FA4-83E4-9AE2E7DBAB53}" dt="2024-04-25T15:52:40.032" v="1804" actId="27636"/>
          <ac:spMkLst>
            <pc:docMk/>
            <pc:sldMk cId="366759606" sldId="291"/>
            <ac:spMk id="3" creationId="{212081E4-07F6-C689-2ACC-B6CADD634983}"/>
          </ac:spMkLst>
        </pc:spChg>
      </pc:sldChg>
      <pc:sldChg chg="del">
        <pc:chgData name="Jefferson Passerini" userId="ec684a97d9b6a829" providerId="LiveId" clId="{F223B847-67A2-4FA4-83E4-9AE2E7DBAB53}" dt="2024-04-25T15:32:48.451" v="1" actId="47"/>
        <pc:sldMkLst>
          <pc:docMk/>
          <pc:sldMk cId="2088371813" sldId="291"/>
        </pc:sldMkLst>
      </pc:sldChg>
      <pc:sldChg chg="modSp add mod">
        <pc:chgData name="Jefferson Passerini" userId="ec684a97d9b6a829" providerId="LiveId" clId="{F223B847-67A2-4FA4-83E4-9AE2E7DBAB53}" dt="2024-04-25T15:53:59.907" v="1814" actId="20577"/>
        <pc:sldMkLst>
          <pc:docMk/>
          <pc:sldMk cId="2161887013" sldId="292"/>
        </pc:sldMkLst>
        <pc:spChg chg="mod">
          <ac:chgData name="Jefferson Passerini" userId="ec684a97d9b6a829" providerId="LiveId" clId="{F223B847-67A2-4FA4-83E4-9AE2E7DBAB53}" dt="2024-04-25T15:53:59.907" v="1814" actId="20577"/>
          <ac:spMkLst>
            <pc:docMk/>
            <pc:sldMk cId="2161887013" sldId="292"/>
            <ac:spMk id="3" creationId="{212081E4-07F6-C689-2ACC-B6CADD634983}"/>
          </ac:spMkLst>
        </pc:spChg>
      </pc:sldChg>
      <pc:sldChg chg="del">
        <pc:chgData name="Jefferson Passerini" userId="ec684a97d9b6a829" providerId="LiveId" clId="{F223B847-67A2-4FA4-83E4-9AE2E7DBAB53}" dt="2024-04-25T15:32:48.677" v="2" actId="47"/>
        <pc:sldMkLst>
          <pc:docMk/>
          <pc:sldMk cId="2391206750" sldId="292"/>
        </pc:sldMkLst>
      </pc:sldChg>
      <pc:sldChg chg="del">
        <pc:chgData name="Jefferson Passerini" userId="ec684a97d9b6a829" providerId="LiveId" clId="{F223B847-67A2-4FA4-83E4-9AE2E7DBAB53}" dt="2024-04-25T15:32:48.844" v="3" actId="47"/>
        <pc:sldMkLst>
          <pc:docMk/>
          <pc:sldMk cId="508016890" sldId="293"/>
        </pc:sldMkLst>
      </pc:sldChg>
      <pc:sldChg chg="addSp delSp modSp add mod">
        <pc:chgData name="Jefferson Passerini" userId="ec684a97d9b6a829" providerId="LiveId" clId="{F223B847-67A2-4FA4-83E4-9AE2E7DBAB53}" dt="2024-04-25T15:57:04.314" v="1868" actId="1076"/>
        <pc:sldMkLst>
          <pc:docMk/>
          <pc:sldMk cId="3999925641" sldId="293"/>
        </pc:sldMkLst>
        <pc:spChg chg="mod">
          <ac:chgData name="Jefferson Passerini" userId="ec684a97d9b6a829" providerId="LiveId" clId="{F223B847-67A2-4FA4-83E4-9AE2E7DBAB53}" dt="2024-04-25T15:56:39.742" v="1864" actId="27636"/>
          <ac:spMkLst>
            <pc:docMk/>
            <pc:sldMk cId="3999925641" sldId="293"/>
            <ac:spMk id="3" creationId="{212081E4-07F6-C689-2ACC-B6CADD634983}"/>
          </ac:spMkLst>
        </pc:spChg>
        <pc:picChg chg="del">
          <ac:chgData name="Jefferson Passerini" userId="ec684a97d9b6a829" providerId="LiveId" clId="{F223B847-67A2-4FA4-83E4-9AE2E7DBAB53}" dt="2024-04-25T15:54:52.471" v="1824" actId="478"/>
          <ac:picMkLst>
            <pc:docMk/>
            <pc:sldMk cId="3999925641" sldId="293"/>
            <ac:picMk id="5" creationId="{40294832-AB10-78F8-7FBA-7A6DE1B58A1F}"/>
          </ac:picMkLst>
        </pc:picChg>
        <pc:picChg chg="add mod">
          <ac:chgData name="Jefferson Passerini" userId="ec684a97d9b6a829" providerId="LiveId" clId="{F223B847-67A2-4FA4-83E4-9AE2E7DBAB53}" dt="2024-04-25T15:57:04.314" v="1868" actId="1076"/>
          <ac:picMkLst>
            <pc:docMk/>
            <pc:sldMk cId="3999925641" sldId="293"/>
            <ac:picMk id="6" creationId="{FDAF529A-BFCB-9B16-613C-9AB135E2AE4D}"/>
          </ac:picMkLst>
        </pc:picChg>
      </pc:sldChg>
      <pc:sldChg chg="del">
        <pc:chgData name="Jefferson Passerini" userId="ec684a97d9b6a829" providerId="LiveId" clId="{F223B847-67A2-4FA4-83E4-9AE2E7DBAB53}" dt="2024-04-25T15:32:49.029" v="4" actId="47"/>
        <pc:sldMkLst>
          <pc:docMk/>
          <pc:sldMk cId="322081589" sldId="294"/>
        </pc:sldMkLst>
      </pc:sldChg>
      <pc:sldChg chg="addSp delSp modSp add mod">
        <pc:chgData name="Jefferson Passerini" userId="ec684a97d9b6a829" providerId="LiveId" clId="{F223B847-67A2-4FA4-83E4-9AE2E7DBAB53}" dt="2024-04-25T15:58:30.173" v="1887" actId="1076"/>
        <pc:sldMkLst>
          <pc:docMk/>
          <pc:sldMk cId="1187389815" sldId="294"/>
        </pc:sldMkLst>
        <pc:spChg chg="mod">
          <ac:chgData name="Jefferson Passerini" userId="ec684a97d9b6a829" providerId="LiveId" clId="{F223B847-67A2-4FA4-83E4-9AE2E7DBAB53}" dt="2024-04-25T15:58:04.475" v="1882" actId="113"/>
          <ac:spMkLst>
            <pc:docMk/>
            <pc:sldMk cId="1187389815" sldId="294"/>
            <ac:spMk id="3" creationId="{212081E4-07F6-C689-2ACC-B6CADD634983}"/>
          </ac:spMkLst>
        </pc:spChg>
        <pc:picChg chg="add mod">
          <ac:chgData name="Jefferson Passerini" userId="ec684a97d9b6a829" providerId="LiveId" clId="{F223B847-67A2-4FA4-83E4-9AE2E7DBAB53}" dt="2024-04-25T15:58:30.173" v="1887" actId="1076"/>
          <ac:picMkLst>
            <pc:docMk/>
            <pc:sldMk cId="1187389815" sldId="294"/>
            <ac:picMk id="5" creationId="{EF81DC72-172E-E189-9424-6B898C9B2510}"/>
          </ac:picMkLst>
        </pc:picChg>
        <pc:picChg chg="del">
          <ac:chgData name="Jefferson Passerini" userId="ec684a97d9b6a829" providerId="LiveId" clId="{F223B847-67A2-4FA4-83E4-9AE2E7DBAB53}" dt="2024-04-25T15:57:47.270" v="1876" actId="478"/>
          <ac:picMkLst>
            <pc:docMk/>
            <pc:sldMk cId="1187389815" sldId="294"/>
            <ac:picMk id="6" creationId="{FDAF529A-BFCB-9B16-613C-9AB135E2AE4D}"/>
          </ac:picMkLst>
        </pc:picChg>
      </pc:sldChg>
      <pc:sldChg chg="modSp add mod">
        <pc:chgData name="Jefferson Passerini" userId="ec684a97d9b6a829" providerId="LiveId" clId="{F223B847-67A2-4FA4-83E4-9AE2E7DBAB53}" dt="2024-04-25T15:59:42.208" v="1902" actId="27636"/>
        <pc:sldMkLst>
          <pc:docMk/>
          <pc:sldMk cId="1452636119" sldId="295"/>
        </pc:sldMkLst>
        <pc:spChg chg="mod">
          <ac:chgData name="Jefferson Passerini" userId="ec684a97d9b6a829" providerId="LiveId" clId="{F223B847-67A2-4FA4-83E4-9AE2E7DBAB53}" dt="2024-04-25T15:59:42.208" v="1902" actId="27636"/>
          <ac:spMkLst>
            <pc:docMk/>
            <pc:sldMk cId="1452636119" sldId="295"/>
            <ac:spMk id="3" creationId="{212081E4-07F6-C689-2ACC-B6CADD634983}"/>
          </ac:spMkLst>
        </pc:spChg>
        <pc:picChg chg="mod">
          <ac:chgData name="Jefferson Passerini" userId="ec684a97d9b6a829" providerId="LiveId" clId="{F223B847-67A2-4FA4-83E4-9AE2E7DBAB53}" dt="2024-04-25T15:59:18.851" v="1896" actId="14100"/>
          <ac:picMkLst>
            <pc:docMk/>
            <pc:sldMk cId="1452636119" sldId="295"/>
            <ac:picMk id="5" creationId="{EF81DC72-172E-E189-9424-6B898C9B2510}"/>
          </ac:picMkLst>
        </pc:picChg>
      </pc:sldChg>
      <pc:sldChg chg="del">
        <pc:chgData name="Jefferson Passerini" userId="ec684a97d9b6a829" providerId="LiveId" clId="{F223B847-67A2-4FA4-83E4-9AE2E7DBAB53}" dt="2024-04-25T15:32:49.205" v="5" actId="47"/>
        <pc:sldMkLst>
          <pc:docMk/>
          <pc:sldMk cId="3914312885" sldId="295"/>
        </pc:sldMkLst>
      </pc:sldChg>
      <pc:sldChg chg="del">
        <pc:chgData name="Jefferson Passerini" userId="ec684a97d9b6a829" providerId="LiveId" clId="{F223B847-67A2-4FA4-83E4-9AE2E7DBAB53}" dt="2024-04-25T15:32:49.408" v="6" actId="47"/>
        <pc:sldMkLst>
          <pc:docMk/>
          <pc:sldMk cId="212045045" sldId="296"/>
        </pc:sldMkLst>
      </pc:sldChg>
      <pc:sldChg chg="modSp add mod">
        <pc:chgData name="Jefferson Passerini" userId="ec684a97d9b6a829" providerId="LiveId" clId="{F223B847-67A2-4FA4-83E4-9AE2E7DBAB53}" dt="2024-04-25T16:01:45.851" v="1922" actId="207"/>
        <pc:sldMkLst>
          <pc:docMk/>
          <pc:sldMk cId="2200114184" sldId="296"/>
        </pc:sldMkLst>
        <pc:spChg chg="mod">
          <ac:chgData name="Jefferson Passerini" userId="ec684a97d9b6a829" providerId="LiveId" clId="{F223B847-67A2-4FA4-83E4-9AE2E7DBAB53}" dt="2024-04-25T16:01:45.851" v="1922" actId="207"/>
          <ac:spMkLst>
            <pc:docMk/>
            <pc:sldMk cId="2200114184" sldId="296"/>
            <ac:spMk id="3" creationId="{212081E4-07F6-C689-2ACC-B6CADD634983}"/>
          </ac:spMkLst>
        </pc:spChg>
      </pc:sldChg>
      <pc:sldChg chg="addSp delSp modSp add mod">
        <pc:chgData name="Jefferson Passerini" userId="ec684a97d9b6a829" providerId="LiveId" clId="{F223B847-67A2-4FA4-83E4-9AE2E7DBAB53}" dt="2024-04-25T21:52:02.368" v="2096" actId="6549"/>
        <pc:sldMkLst>
          <pc:docMk/>
          <pc:sldMk cId="3056188954" sldId="297"/>
        </pc:sldMkLst>
        <pc:spChg chg="mod">
          <ac:chgData name="Jefferson Passerini" userId="ec684a97d9b6a829" providerId="LiveId" clId="{F223B847-67A2-4FA4-83E4-9AE2E7DBAB53}" dt="2024-04-25T21:52:02.368" v="2096" actId="6549"/>
          <ac:spMkLst>
            <pc:docMk/>
            <pc:sldMk cId="3056188954" sldId="297"/>
            <ac:spMk id="3" creationId="{212081E4-07F6-C689-2ACC-B6CADD634983}"/>
          </ac:spMkLst>
        </pc:spChg>
        <pc:picChg chg="del">
          <ac:chgData name="Jefferson Passerini" userId="ec684a97d9b6a829" providerId="LiveId" clId="{F223B847-67A2-4FA4-83E4-9AE2E7DBAB53}" dt="2024-04-25T16:02:48.054" v="1956" actId="478"/>
          <ac:picMkLst>
            <pc:docMk/>
            <pc:sldMk cId="3056188954" sldId="297"/>
            <ac:picMk id="5" creationId="{EF81DC72-172E-E189-9424-6B898C9B2510}"/>
          </ac:picMkLst>
        </pc:picChg>
        <pc:picChg chg="add mod">
          <ac:chgData name="Jefferson Passerini" userId="ec684a97d9b6a829" providerId="LiveId" clId="{F223B847-67A2-4FA4-83E4-9AE2E7DBAB53}" dt="2024-04-25T16:03:31.022" v="1964" actId="1076"/>
          <ac:picMkLst>
            <pc:docMk/>
            <pc:sldMk cId="3056188954" sldId="297"/>
            <ac:picMk id="6" creationId="{4576082E-F29A-1EA6-E9C1-265AD1DD5446}"/>
          </ac:picMkLst>
        </pc:picChg>
      </pc:sldChg>
      <pc:sldChg chg="del">
        <pc:chgData name="Jefferson Passerini" userId="ec684a97d9b6a829" providerId="LiveId" clId="{F223B847-67A2-4FA4-83E4-9AE2E7DBAB53}" dt="2024-04-25T15:32:49.611" v="7" actId="47"/>
        <pc:sldMkLst>
          <pc:docMk/>
          <pc:sldMk cId="3732603199" sldId="297"/>
        </pc:sldMkLst>
      </pc:sldChg>
      <pc:sldChg chg="del">
        <pc:chgData name="Jefferson Passerini" userId="ec684a97d9b6a829" providerId="LiveId" clId="{F223B847-67A2-4FA4-83E4-9AE2E7DBAB53}" dt="2024-04-25T15:32:49.812" v="8" actId="47"/>
        <pc:sldMkLst>
          <pc:docMk/>
          <pc:sldMk cId="2927201400" sldId="298"/>
        </pc:sldMkLst>
      </pc:sldChg>
      <pc:sldChg chg="modSp add mod">
        <pc:chgData name="Jefferson Passerini" userId="ec684a97d9b6a829" providerId="LiveId" clId="{F223B847-67A2-4FA4-83E4-9AE2E7DBAB53}" dt="2024-04-25T16:08:32.076" v="1987" actId="6549"/>
        <pc:sldMkLst>
          <pc:docMk/>
          <pc:sldMk cId="3941556169" sldId="298"/>
        </pc:sldMkLst>
        <pc:spChg chg="mod">
          <ac:chgData name="Jefferson Passerini" userId="ec684a97d9b6a829" providerId="LiveId" clId="{F223B847-67A2-4FA4-83E4-9AE2E7DBAB53}" dt="2024-04-25T16:08:32.076" v="1987" actId="6549"/>
          <ac:spMkLst>
            <pc:docMk/>
            <pc:sldMk cId="3941556169" sldId="298"/>
            <ac:spMk id="3" creationId="{212081E4-07F6-C689-2ACC-B6CADD634983}"/>
          </ac:spMkLst>
        </pc:spChg>
      </pc:sldChg>
      <pc:sldChg chg="modSp ord">
        <pc:chgData name="Jefferson Passerini" userId="ec684a97d9b6a829" providerId="LiveId" clId="{F223B847-67A2-4FA4-83E4-9AE2E7DBAB53}" dt="2024-04-25T21:43:45.615" v="1995" actId="20577"/>
        <pc:sldMkLst>
          <pc:docMk/>
          <pc:sldMk cId="3243978600" sldId="299"/>
        </pc:sldMkLst>
        <pc:spChg chg="mod">
          <ac:chgData name="Jefferson Passerini" userId="ec684a97d9b6a829" providerId="LiveId" clId="{F223B847-67A2-4FA4-83E4-9AE2E7DBAB53}" dt="2024-04-25T21:43:45.615" v="1995" actId="20577"/>
          <ac:spMkLst>
            <pc:docMk/>
            <pc:sldMk cId="3243978600" sldId="299"/>
            <ac:spMk id="2" creationId="{2E243026-E16F-9CDD-AE56-CF691B008A41}"/>
          </ac:spMkLst>
        </pc:spChg>
      </pc:sldChg>
      <pc:sldChg chg="del">
        <pc:chgData name="Jefferson Passerini" userId="ec684a97d9b6a829" providerId="LiveId" clId="{F223B847-67A2-4FA4-83E4-9AE2E7DBAB53}" dt="2024-04-25T15:32:51.716" v="17" actId="47"/>
        <pc:sldMkLst>
          <pc:docMk/>
          <pc:sldMk cId="3810467364" sldId="299"/>
        </pc:sldMkLst>
      </pc:sldChg>
      <pc:sldChg chg="del">
        <pc:chgData name="Jefferson Passerini" userId="ec684a97d9b6a829" providerId="LiveId" clId="{F223B847-67A2-4FA4-83E4-9AE2E7DBAB53}" dt="2024-04-25T15:32:50.019" v="9" actId="47"/>
        <pc:sldMkLst>
          <pc:docMk/>
          <pc:sldMk cId="2080967768" sldId="300"/>
        </pc:sldMkLst>
      </pc:sldChg>
      <pc:sldChg chg="modSp del mod">
        <pc:chgData name="Jefferson Passerini" userId="ec684a97d9b6a829" providerId="LiveId" clId="{F223B847-67A2-4FA4-83E4-9AE2E7DBAB53}" dt="2024-04-25T22:48:08.133" v="3358" actId="47"/>
        <pc:sldMkLst>
          <pc:docMk/>
          <pc:sldMk cId="1149481752" sldId="301"/>
        </pc:sldMkLst>
        <pc:spChg chg="mod">
          <ac:chgData name="Jefferson Passerini" userId="ec684a97d9b6a829" providerId="LiveId" clId="{F223B847-67A2-4FA4-83E4-9AE2E7DBAB53}" dt="2024-04-25T21:51:39.690" v="2091" actId="6549"/>
          <ac:spMkLst>
            <pc:docMk/>
            <pc:sldMk cId="1149481752" sldId="301"/>
            <ac:spMk id="3" creationId="{212081E4-07F6-C689-2ACC-B6CADD634983}"/>
          </ac:spMkLst>
        </pc:spChg>
      </pc:sldChg>
      <pc:sldChg chg="del">
        <pc:chgData name="Jefferson Passerini" userId="ec684a97d9b6a829" providerId="LiveId" clId="{F223B847-67A2-4FA4-83E4-9AE2E7DBAB53}" dt="2024-04-25T15:32:52.060" v="18" actId="47"/>
        <pc:sldMkLst>
          <pc:docMk/>
          <pc:sldMk cId="2135612644" sldId="301"/>
        </pc:sldMkLst>
      </pc:sldChg>
      <pc:sldChg chg="del">
        <pc:chgData name="Jefferson Passerini" userId="ec684a97d9b6a829" providerId="LiveId" clId="{F223B847-67A2-4FA4-83E4-9AE2E7DBAB53}" dt="2024-04-25T15:32:52.292" v="19" actId="47"/>
        <pc:sldMkLst>
          <pc:docMk/>
          <pc:sldMk cId="1539175940" sldId="302"/>
        </pc:sldMkLst>
      </pc:sldChg>
      <pc:sldChg chg="modSp mod">
        <pc:chgData name="Jefferson Passerini" userId="ec684a97d9b6a829" providerId="LiveId" clId="{F223B847-67A2-4FA4-83E4-9AE2E7DBAB53}" dt="2024-04-25T21:51:56.640" v="2095" actId="6549"/>
        <pc:sldMkLst>
          <pc:docMk/>
          <pc:sldMk cId="3136303844" sldId="302"/>
        </pc:sldMkLst>
        <pc:spChg chg="mod">
          <ac:chgData name="Jefferson Passerini" userId="ec684a97d9b6a829" providerId="LiveId" clId="{F223B847-67A2-4FA4-83E4-9AE2E7DBAB53}" dt="2024-04-25T21:51:56.640" v="2095" actId="6549"/>
          <ac:spMkLst>
            <pc:docMk/>
            <pc:sldMk cId="3136303844" sldId="302"/>
            <ac:spMk id="3" creationId="{212081E4-07F6-C689-2ACC-B6CADD634983}"/>
          </ac:spMkLst>
        </pc:spChg>
      </pc:sldChg>
      <pc:sldChg chg="del">
        <pc:chgData name="Jefferson Passerini" userId="ec684a97d9b6a829" providerId="LiveId" clId="{F223B847-67A2-4FA4-83E4-9AE2E7DBAB53}" dt="2024-04-25T15:32:52.507" v="20" actId="47"/>
        <pc:sldMkLst>
          <pc:docMk/>
          <pc:sldMk cId="1718121619" sldId="303"/>
        </pc:sldMkLst>
      </pc:sldChg>
      <pc:sldChg chg="modSp mod">
        <pc:chgData name="Jefferson Passerini" userId="ec684a97d9b6a829" providerId="LiveId" clId="{F223B847-67A2-4FA4-83E4-9AE2E7DBAB53}" dt="2024-04-25T21:51:50.365" v="2094" actId="6549"/>
        <pc:sldMkLst>
          <pc:docMk/>
          <pc:sldMk cId="3625965374" sldId="303"/>
        </pc:sldMkLst>
        <pc:spChg chg="mod">
          <ac:chgData name="Jefferson Passerini" userId="ec684a97d9b6a829" providerId="LiveId" clId="{F223B847-67A2-4FA4-83E4-9AE2E7DBAB53}" dt="2024-04-25T21:51:50.365" v="2094" actId="6549"/>
          <ac:spMkLst>
            <pc:docMk/>
            <pc:sldMk cId="3625965374" sldId="303"/>
            <ac:spMk id="3" creationId="{212081E4-07F6-C689-2ACC-B6CADD634983}"/>
          </ac:spMkLst>
        </pc:spChg>
      </pc:sldChg>
      <pc:sldChg chg="add del ord">
        <pc:chgData name="Jefferson Passerini" userId="ec684a97d9b6a829" providerId="LiveId" clId="{F223B847-67A2-4FA4-83E4-9AE2E7DBAB53}" dt="2024-04-25T21:44:07.732" v="1996" actId="47"/>
        <pc:sldMkLst>
          <pc:docMk/>
          <pc:sldMk cId="757771152" sldId="304"/>
        </pc:sldMkLst>
      </pc:sldChg>
      <pc:sldChg chg="del">
        <pc:chgData name="Jefferson Passerini" userId="ec684a97d9b6a829" providerId="LiveId" clId="{F223B847-67A2-4FA4-83E4-9AE2E7DBAB53}" dt="2024-04-25T15:32:52.716" v="21" actId="47"/>
        <pc:sldMkLst>
          <pc:docMk/>
          <pc:sldMk cId="1524712591" sldId="304"/>
        </pc:sldMkLst>
      </pc:sldChg>
      <pc:sldChg chg="del">
        <pc:chgData name="Jefferson Passerini" userId="ec684a97d9b6a829" providerId="LiveId" clId="{F223B847-67A2-4FA4-83E4-9AE2E7DBAB53}" dt="2024-04-25T15:32:53.715" v="22" actId="47"/>
        <pc:sldMkLst>
          <pc:docMk/>
          <pc:sldMk cId="864378556" sldId="305"/>
        </pc:sldMkLst>
      </pc:sldChg>
      <pc:sldChg chg="add">
        <pc:chgData name="Jefferson Passerini" userId="ec684a97d9b6a829" providerId="LiveId" clId="{F223B847-67A2-4FA4-83E4-9AE2E7DBAB53}" dt="2024-04-25T21:43:36.490" v="1991" actId="2890"/>
        <pc:sldMkLst>
          <pc:docMk/>
          <pc:sldMk cId="2821076987" sldId="305"/>
        </pc:sldMkLst>
      </pc:sldChg>
      <pc:sldChg chg="modSp mod">
        <pc:chgData name="Jefferson Passerini" userId="ec684a97d9b6a829" providerId="LiveId" clId="{F223B847-67A2-4FA4-83E4-9AE2E7DBAB53}" dt="2024-04-25T21:51:35.552" v="2090" actId="6549"/>
        <pc:sldMkLst>
          <pc:docMk/>
          <pc:sldMk cId="616393964" sldId="306"/>
        </pc:sldMkLst>
        <pc:spChg chg="mod">
          <ac:chgData name="Jefferson Passerini" userId="ec684a97d9b6a829" providerId="LiveId" clId="{F223B847-67A2-4FA4-83E4-9AE2E7DBAB53}" dt="2024-04-25T21:51:35.552" v="2090" actId="6549"/>
          <ac:spMkLst>
            <pc:docMk/>
            <pc:sldMk cId="616393964" sldId="306"/>
            <ac:spMk id="3" creationId="{212081E4-07F6-C689-2ACC-B6CADD634983}"/>
          </ac:spMkLst>
        </pc:spChg>
      </pc:sldChg>
      <pc:sldChg chg="del">
        <pc:chgData name="Jefferson Passerini" userId="ec684a97d9b6a829" providerId="LiveId" clId="{F223B847-67A2-4FA4-83E4-9AE2E7DBAB53}" dt="2024-04-25T15:32:50.460" v="11" actId="47"/>
        <pc:sldMkLst>
          <pc:docMk/>
          <pc:sldMk cId="3386403249" sldId="306"/>
        </pc:sldMkLst>
      </pc:sldChg>
      <pc:sldChg chg="modSp add del mod">
        <pc:chgData name="Jefferson Passerini" userId="ec684a97d9b6a829" providerId="LiveId" clId="{F223B847-67A2-4FA4-83E4-9AE2E7DBAB53}" dt="2024-04-25T21:50:14.123" v="2067" actId="2696"/>
        <pc:sldMkLst>
          <pc:docMk/>
          <pc:sldMk cId="4131328822" sldId="306"/>
        </pc:sldMkLst>
        <pc:spChg chg="mod">
          <ac:chgData name="Jefferson Passerini" userId="ec684a97d9b6a829" providerId="LiveId" clId="{F223B847-67A2-4FA4-83E4-9AE2E7DBAB53}" dt="2024-04-25T21:47:50.749" v="2043" actId="113"/>
          <ac:spMkLst>
            <pc:docMk/>
            <pc:sldMk cId="4131328822" sldId="306"/>
            <ac:spMk id="3" creationId="{212081E4-07F6-C689-2ACC-B6CADD634983}"/>
          </ac:spMkLst>
        </pc:spChg>
      </pc:sldChg>
      <pc:sldChg chg="modSp mod">
        <pc:chgData name="Jefferson Passerini" userId="ec684a97d9b6a829" providerId="LiveId" clId="{F223B847-67A2-4FA4-83E4-9AE2E7DBAB53}" dt="2024-04-25T21:51:28.417" v="2089" actId="6549"/>
        <pc:sldMkLst>
          <pc:docMk/>
          <pc:sldMk cId="1471614725" sldId="307"/>
        </pc:sldMkLst>
        <pc:spChg chg="mod">
          <ac:chgData name="Jefferson Passerini" userId="ec684a97d9b6a829" providerId="LiveId" clId="{F223B847-67A2-4FA4-83E4-9AE2E7DBAB53}" dt="2024-04-25T21:51:28.417" v="2089" actId="6549"/>
          <ac:spMkLst>
            <pc:docMk/>
            <pc:sldMk cId="1471614725" sldId="307"/>
            <ac:spMk id="3" creationId="{212081E4-07F6-C689-2ACC-B6CADD634983}"/>
          </ac:spMkLst>
        </pc:spChg>
      </pc:sldChg>
      <pc:sldChg chg="del">
        <pc:chgData name="Jefferson Passerini" userId="ec684a97d9b6a829" providerId="LiveId" clId="{F223B847-67A2-4FA4-83E4-9AE2E7DBAB53}" dt="2024-04-25T15:32:51.085" v="14" actId="47"/>
        <pc:sldMkLst>
          <pc:docMk/>
          <pc:sldMk cId="2214601448" sldId="307"/>
        </pc:sldMkLst>
      </pc:sldChg>
      <pc:sldChg chg="modSp add del mod">
        <pc:chgData name="Jefferson Passerini" userId="ec684a97d9b6a829" providerId="LiveId" clId="{F223B847-67A2-4FA4-83E4-9AE2E7DBAB53}" dt="2024-04-25T21:50:14.123" v="2067" actId="2696"/>
        <pc:sldMkLst>
          <pc:docMk/>
          <pc:sldMk cId="4007401065" sldId="307"/>
        </pc:sldMkLst>
        <pc:spChg chg="mod">
          <ac:chgData name="Jefferson Passerini" userId="ec684a97d9b6a829" providerId="LiveId" clId="{F223B847-67A2-4FA4-83E4-9AE2E7DBAB53}" dt="2024-04-25T21:48:36.885" v="2054" actId="27636"/>
          <ac:spMkLst>
            <pc:docMk/>
            <pc:sldMk cId="4007401065" sldId="307"/>
            <ac:spMk id="3" creationId="{212081E4-07F6-C689-2ACC-B6CADD634983}"/>
          </ac:spMkLst>
        </pc:spChg>
      </pc:sldChg>
      <pc:sldChg chg="addSp modSp add del mod">
        <pc:chgData name="Jefferson Passerini" userId="ec684a97d9b6a829" providerId="LiveId" clId="{F223B847-67A2-4FA4-83E4-9AE2E7DBAB53}" dt="2024-04-25T21:50:14.123" v="2067" actId="2696"/>
        <pc:sldMkLst>
          <pc:docMk/>
          <pc:sldMk cId="13616815" sldId="308"/>
        </pc:sldMkLst>
        <pc:spChg chg="mod">
          <ac:chgData name="Jefferson Passerini" userId="ec684a97d9b6a829" providerId="LiveId" clId="{F223B847-67A2-4FA4-83E4-9AE2E7DBAB53}" dt="2024-04-25T21:50:02.646" v="2066" actId="113"/>
          <ac:spMkLst>
            <pc:docMk/>
            <pc:sldMk cId="13616815" sldId="308"/>
            <ac:spMk id="3" creationId="{212081E4-07F6-C689-2ACC-B6CADD634983}"/>
          </ac:spMkLst>
        </pc:spChg>
        <pc:picChg chg="add mod">
          <ac:chgData name="Jefferson Passerini" userId="ec684a97d9b6a829" providerId="LiveId" clId="{F223B847-67A2-4FA4-83E4-9AE2E7DBAB53}" dt="2024-04-25T21:49:21.004" v="2058" actId="1076"/>
          <ac:picMkLst>
            <pc:docMk/>
            <pc:sldMk cId="13616815" sldId="308"/>
            <ac:picMk id="5" creationId="{9776D482-E176-DB42-2187-7E845F7BA9A8}"/>
          </ac:picMkLst>
        </pc:picChg>
        <pc:picChg chg="mod">
          <ac:chgData name="Jefferson Passerini" userId="ec684a97d9b6a829" providerId="LiveId" clId="{F223B847-67A2-4FA4-83E4-9AE2E7DBAB53}" dt="2024-04-25T21:49:08.330" v="2056" actId="1076"/>
          <ac:picMkLst>
            <pc:docMk/>
            <pc:sldMk cId="13616815" sldId="308"/>
            <ac:picMk id="6" creationId="{4576082E-F29A-1EA6-E9C1-265AD1DD5446}"/>
          </ac:picMkLst>
        </pc:picChg>
      </pc:sldChg>
      <pc:sldChg chg="del">
        <pc:chgData name="Jefferson Passerini" userId="ec684a97d9b6a829" providerId="LiveId" clId="{F223B847-67A2-4FA4-83E4-9AE2E7DBAB53}" dt="2024-04-25T15:32:51.299" v="15" actId="47"/>
        <pc:sldMkLst>
          <pc:docMk/>
          <pc:sldMk cId="414143457" sldId="308"/>
        </pc:sldMkLst>
      </pc:sldChg>
      <pc:sldChg chg="modSp mod">
        <pc:chgData name="Jefferson Passerini" userId="ec684a97d9b6a829" providerId="LiveId" clId="{F223B847-67A2-4FA4-83E4-9AE2E7DBAB53}" dt="2024-04-25T21:51:25.351" v="2088" actId="6549"/>
        <pc:sldMkLst>
          <pc:docMk/>
          <pc:sldMk cId="1671225971" sldId="308"/>
        </pc:sldMkLst>
        <pc:spChg chg="mod">
          <ac:chgData name="Jefferson Passerini" userId="ec684a97d9b6a829" providerId="LiveId" clId="{F223B847-67A2-4FA4-83E4-9AE2E7DBAB53}" dt="2024-04-25T21:51:25.351" v="2088" actId="6549"/>
          <ac:spMkLst>
            <pc:docMk/>
            <pc:sldMk cId="1671225971" sldId="308"/>
            <ac:spMk id="3" creationId="{212081E4-07F6-C689-2ACC-B6CADD634983}"/>
          </ac:spMkLst>
        </pc:spChg>
      </pc:sldChg>
      <pc:sldChg chg="del">
        <pc:chgData name="Jefferson Passerini" userId="ec684a97d9b6a829" providerId="LiveId" clId="{F223B847-67A2-4FA4-83E4-9AE2E7DBAB53}" dt="2024-04-25T15:32:50.684" v="12" actId="47"/>
        <pc:sldMkLst>
          <pc:docMk/>
          <pc:sldMk cId="1249646026" sldId="309"/>
        </pc:sldMkLst>
      </pc:sldChg>
      <pc:sldChg chg="modSp add ord">
        <pc:chgData name="Jefferson Passerini" userId="ec684a97d9b6a829" providerId="LiveId" clId="{F223B847-67A2-4FA4-83E4-9AE2E7DBAB53}" dt="2024-04-25T21:51:16.106" v="2087"/>
        <pc:sldMkLst>
          <pc:docMk/>
          <pc:sldMk cId="3086758963" sldId="309"/>
        </pc:sldMkLst>
        <pc:spChg chg="mod">
          <ac:chgData name="Jefferson Passerini" userId="ec684a97d9b6a829" providerId="LiveId" clId="{F223B847-67A2-4FA4-83E4-9AE2E7DBAB53}" dt="2024-04-25T21:51:00.483" v="2081" actId="20577"/>
          <ac:spMkLst>
            <pc:docMk/>
            <pc:sldMk cId="3086758963" sldId="309"/>
            <ac:spMk id="2" creationId="{2E243026-E16F-9CDD-AE56-CF691B008A41}"/>
          </ac:spMkLst>
        </pc:spChg>
      </pc:sldChg>
      <pc:sldChg chg="del">
        <pc:chgData name="Jefferson Passerini" userId="ec684a97d9b6a829" providerId="LiveId" clId="{F223B847-67A2-4FA4-83E4-9AE2E7DBAB53}" dt="2024-04-25T15:32:50.884" v="13" actId="47"/>
        <pc:sldMkLst>
          <pc:docMk/>
          <pc:sldMk cId="1329588792" sldId="310"/>
        </pc:sldMkLst>
      </pc:sldChg>
      <pc:sldChg chg="modSp add ord">
        <pc:chgData name="Jefferson Passerini" userId="ec684a97d9b6a829" providerId="LiveId" clId="{F223B847-67A2-4FA4-83E4-9AE2E7DBAB53}" dt="2024-04-25T21:56:04.462" v="2152" actId="20577"/>
        <pc:sldMkLst>
          <pc:docMk/>
          <pc:sldMk cId="2853577560" sldId="310"/>
        </pc:sldMkLst>
        <pc:spChg chg="mod">
          <ac:chgData name="Jefferson Passerini" userId="ec684a97d9b6a829" providerId="LiveId" clId="{F223B847-67A2-4FA4-83E4-9AE2E7DBAB53}" dt="2024-04-25T21:56:04.462" v="2152" actId="20577"/>
          <ac:spMkLst>
            <pc:docMk/>
            <pc:sldMk cId="2853577560" sldId="310"/>
            <ac:spMk id="2" creationId="{2E243026-E16F-9CDD-AE56-CF691B008A41}"/>
          </ac:spMkLst>
        </pc:spChg>
      </pc:sldChg>
      <pc:sldChg chg="addSp delSp modSp add mod ord">
        <pc:chgData name="Jefferson Passerini" userId="ec684a97d9b6a829" providerId="LiveId" clId="{F223B847-67A2-4FA4-83E4-9AE2E7DBAB53}" dt="2024-04-25T21:55:16.534" v="2146" actId="1076"/>
        <pc:sldMkLst>
          <pc:docMk/>
          <pc:sldMk cId="3401429911" sldId="311"/>
        </pc:sldMkLst>
        <pc:spChg chg="mod">
          <ac:chgData name="Jefferson Passerini" userId="ec684a97d9b6a829" providerId="LiveId" clId="{F223B847-67A2-4FA4-83E4-9AE2E7DBAB53}" dt="2024-04-25T21:54:57.660" v="2143" actId="27636"/>
          <ac:spMkLst>
            <pc:docMk/>
            <pc:sldMk cId="3401429911" sldId="311"/>
            <ac:spMk id="3" creationId="{212081E4-07F6-C689-2ACC-B6CADD634983}"/>
          </ac:spMkLst>
        </pc:spChg>
        <pc:picChg chg="add mod">
          <ac:chgData name="Jefferson Passerini" userId="ec684a97d9b6a829" providerId="LiveId" clId="{F223B847-67A2-4FA4-83E4-9AE2E7DBAB53}" dt="2024-04-25T21:53:21.972" v="2129" actId="1076"/>
          <ac:picMkLst>
            <pc:docMk/>
            <pc:sldMk cId="3401429911" sldId="311"/>
            <ac:picMk id="5" creationId="{4B295C6E-41AF-5CD1-7FA7-CF75CCF2A810}"/>
          </ac:picMkLst>
        </pc:picChg>
        <pc:picChg chg="del">
          <ac:chgData name="Jefferson Passerini" userId="ec684a97d9b6a829" providerId="LiveId" clId="{F223B847-67A2-4FA4-83E4-9AE2E7DBAB53}" dt="2024-04-25T21:53:04.917" v="2127" actId="478"/>
          <ac:picMkLst>
            <pc:docMk/>
            <pc:sldMk cId="3401429911" sldId="311"/>
            <ac:picMk id="6" creationId="{4576082E-F29A-1EA6-E9C1-265AD1DD5446}"/>
          </ac:picMkLst>
        </pc:picChg>
        <pc:picChg chg="add mod">
          <ac:chgData name="Jefferson Passerini" userId="ec684a97d9b6a829" providerId="LiveId" clId="{F223B847-67A2-4FA4-83E4-9AE2E7DBAB53}" dt="2024-04-25T21:55:16.534" v="2146" actId="1076"/>
          <ac:picMkLst>
            <pc:docMk/>
            <pc:sldMk cId="3401429911" sldId="311"/>
            <ac:picMk id="8" creationId="{DCFDB063-47CC-B19E-DA1E-EF8207FA9669}"/>
          </ac:picMkLst>
        </pc:picChg>
      </pc:sldChg>
      <pc:sldChg chg="addSp delSp modSp add mod">
        <pc:chgData name="Jefferson Passerini" userId="ec684a97d9b6a829" providerId="LiveId" clId="{F223B847-67A2-4FA4-83E4-9AE2E7DBAB53}" dt="2024-04-25T22:02:31.040" v="2671" actId="1076"/>
        <pc:sldMkLst>
          <pc:docMk/>
          <pc:sldMk cId="3903340967" sldId="312"/>
        </pc:sldMkLst>
        <pc:spChg chg="mod">
          <ac:chgData name="Jefferson Passerini" userId="ec684a97d9b6a829" providerId="LiveId" clId="{F223B847-67A2-4FA4-83E4-9AE2E7DBAB53}" dt="2024-04-25T21:57:00.937" v="2275" actId="20577"/>
          <ac:spMkLst>
            <pc:docMk/>
            <pc:sldMk cId="3903340967" sldId="312"/>
            <ac:spMk id="3" creationId="{212081E4-07F6-C689-2ACC-B6CADD634983}"/>
          </ac:spMkLst>
        </pc:spChg>
        <pc:spChg chg="add mod">
          <ac:chgData name="Jefferson Passerini" userId="ec684a97d9b6a829" providerId="LiveId" clId="{F223B847-67A2-4FA4-83E4-9AE2E7DBAB53}" dt="2024-04-25T22:02:02.853" v="2665" actId="113"/>
          <ac:spMkLst>
            <pc:docMk/>
            <pc:sldMk cId="3903340967" sldId="312"/>
            <ac:spMk id="7" creationId="{E68FA9F4-F8A3-DEB1-7EB1-0DCE2C86DFC2}"/>
          </ac:spMkLst>
        </pc:spChg>
        <pc:spChg chg="add mod">
          <ac:chgData name="Jefferson Passerini" userId="ec684a97d9b6a829" providerId="LiveId" clId="{F223B847-67A2-4FA4-83E4-9AE2E7DBAB53}" dt="2024-04-25T22:02:25.404" v="2669" actId="1582"/>
          <ac:spMkLst>
            <pc:docMk/>
            <pc:sldMk cId="3903340967" sldId="312"/>
            <ac:spMk id="9" creationId="{5CFC5109-1223-F92A-ADE5-F5FC6C655EC3}"/>
          </ac:spMkLst>
        </pc:spChg>
        <pc:spChg chg="add mod">
          <ac:chgData name="Jefferson Passerini" userId="ec684a97d9b6a829" providerId="LiveId" clId="{F223B847-67A2-4FA4-83E4-9AE2E7DBAB53}" dt="2024-04-25T22:02:31.040" v="2671" actId="1076"/>
          <ac:spMkLst>
            <pc:docMk/>
            <pc:sldMk cId="3903340967" sldId="312"/>
            <ac:spMk id="10" creationId="{780AA745-1325-25DC-7C38-872EB74B7678}"/>
          </ac:spMkLst>
        </pc:spChg>
        <pc:picChg chg="add mod">
          <ac:chgData name="Jefferson Passerini" userId="ec684a97d9b6a829" providerId="LiveId" clId="{F223B847-67A2-4FA4-83E4-9AE2E7DBAB53}" dt="2024-04-25T21:59:27.620" v="2280" actId="1076"/>
          <ac:picMkLst>
            <pc:docMk/>
            <pc:sldMk cId="3903340967" sldId="312"/>
            <ac:picMk id="6" creationId="{43AFE072-E566-6286-84F4-C675FAAA8C31}"/>
          </ac:picMkLst>
        </pc:picChg>
        <pc:picChg chg="del mod">
          <ac:chgData name="Jefferson Passerini" userId="ec684a97d9b6a829" providerId="LiveId" clId="{F223B847-67A2-4FA4-83E4-9AE2E7DBAB53}" dt="2024-04-25T21:57:02.769" v="2276" actId="478"/>
          <ac:picMkLst>
            <pc:docMk/>
            <pc:sldMk cId="3903340967" sldId="312"/>
            <ac:picMk id="8" creationId="{DCFDB063-47CC-B19E-DA1E-EF8207FA9669}"/>
          </ac:picMkLst>
        </pc:picChg>
      </pc:sldChg>
      <pc:sldChg chg="addSp delSp modSp add mod">
        <pc:chgData name="Jefferson Passerini" userId="ec684a97d9b6a829" providerId="LiveId" clId="{F223B847-67A2-4FA4-83E4-9AE2E7DBAB53}" dt="2024-04-25T22:04:45.609" v="2767" actId="1076"/>
        <pc:sldMkLst>
          <pc:docMk/>
          <pc:sldMk cId="398008838" sldId="313"/>
        </pc:sldMkLst>
        <pc:spChg chg="mod">
          <ac:chgData name="Jefferson Passerini" userId="ec684a97d9b6a829" providerId="LiveId" clId="{F223B847-67A2-4FA4-83E4-9AE2E7DBAB53}" dt="2024-04-25T22:03:18.109" v="2748" actId="27636"/>
          <ac:spMkLst>
            <pc:docMk/>
            <pc:sldMk cId="398008838" sldId="313"/>
            <ac:spMk id="3" creationId="{212081E4-07F6-C689-2ACC-B6CADD634983}"/>
          </ac:spMkLst>
        </pc:spChg>
        <pc:spChg chg="del mod">
          <ac:chgData name="Jefferson Passerini" userId="ec684a97d9b6a829" providerId="LiveId" clId="{F223B847-67A2-4FA4-83E4-9AE2E7DBAB53}" dt="2024-04-25T22:02:55.031" v="2675" actId="478"/>
          <ac:spMkLst>
            <pc:docMk/>
            <pc:sldMk cId="398008838" sldId="313"/>
            <ac:spMk id="7" creationId="{E68FA9F4-F8A3-DEB1-7EB1-0DCE2C86DFC2}"/>
          </ac:spMkLst>
        </pc:spChg>
        <pc:spChg chg="del mod">
          <ac:chgData name="Jefferson Passerini" userId="ec684a97d9b6a829" providerId="LiveId" clId="{F223B847-67A2-4FA4-83E4-9AE2E7DBAB53}" dt="2024-04-25T22:03:26.453" v="2751" actId="478"/>
          <ac:spMkLst>
            <pc:docMk/>
            <pc:sldMk cId="398008838" sldId="313"/>
            <ac:spMk id="9" creationId="{5CFC5109-1223-F92A-ADE5-F5FC6C655EC3}"/>
          </ac:spMkLst>
        </pc:spChg>
        <pc:spChg chg="mod">
          <ac:chgData name="Jefferson Passerini" userId="ec684a97d9b6a829" providerId="LiveId" clId="{F223B847-67A2-4FA4-83E4-9AE2E7DBAB53}" dt="2024-04-25T22:03:34.340" v="2755" actId="14100"/>
          <ac:spMkLst>
            <pc:docMk/>
            <pc:sldMk cId="398008838" sldId="313"/>
            <ac:spMk id="10" creationId="{780AA745-1325-25DC-7C38-872EB74B7678}"/>
          </ac:spMkLst>
        </pc:spChg>
        <pc:picChg chg="del">
          <ac:chgData name="Jefferson Passerini" userId="ec684a97d9b6a829" providerId="LiveId" clId="{F223B847-67A2-4FA4-83E4-9AE2E7DBAB53}" dt="2024-04-25T22:02:53.431" v="2674" actId="478"/>
          <ac:picMkLst>
            <pc:docMk/>
            <pc:sldMk cId="398008838" sldId="313"/>
            <ac:picMk id="5" creationId="{4B295C6E-41AF-5CD1-7FA7-CF75CCF2A810}"/>
          </ac:picMkLst>
        </pc:picChg>
        <pc:picChg chg="mod">
          <ac:chgData name="Jefferson Passerini" userId="ec684a97d9b6a829" providerId="LiveId" clId="{F223B847-67A2-4FA4-83E4-9AE2E7DBAB53}" dt="2024-04-25T22:03:23.173" v="2749" actId="1076"/>
          <ac:picMkLst>
            <pc:docMk/>
            <pc:sldMk cId="398008838" sldId="313"/>
            <ac:picMk id="6" creationId="{43AFE072-E566-6286-84F4-C675FAAA8C31}"/>
          </ac:picMkLst>
        </pc:picChg>
        <pc:picChg chg="add mod">
          <ac:chgData name="Jefferson Passerini" userId="ec684a97d9b6a829" providerId="LiveId" clId="{F223B847-67A2-4FA4-83E4-9AE2E7DBAB53}" dt="2024-04-25T22:04:16.410" v="2760" actId="14100"/>
          <ac:picMkLst>
            <pc:docMk/>
            <pc:sldMk cId="398008838" sldId="313"/>
            <ac:picMk id="8" creationId="{33E15AC8-2A71-1492-E760-EC922B91BB17}"/>
          </ac:picMkLst>
        </pc:picChg>
        <pc:picChg chg="add mod">
          <ac:chgData name="Jefferson Passerini" userId="ec684a97d9b6a829" providerId="LiveId" clId="{F223B847-67A2-4FA4-83E4-9AE2E7DBAB53}" dt="2024-04-25T22:04:19.658" v="2762" actId="1076"/>
          <ac:picMkLst>
            <pc:docMk/>
            <pc:sldMk cId="398008838" sldId="313"/>
            <ac:picMk id="12" creationId="{497C1F59-2972-50A5-58BD-ADD1339501CF}"/>
          </ac:picMkLst>
        </pc:picChg>
        <pc:picChg chg="add mod">
          <ac:chgData name="Jefferson Passerini" userId="ec684a97d9b6a829" providerId="LiveId" clId="{F223B847-67A2-4FA4-83E4-9AE2E7DBAB53}" dt="2024-04-25T22:04:45.609" v="2767" actId="1076"/>
          <ac:picMkLst>
            <pc:docMk/>
            <pc:sldMk cId="398008838" sldId="313"/>
            <ac:picMk id="14" creationId="{7C363EB4-F897-51A2-449D-A11B00C62173}"/>
          </ac:picMkLst>
        </pc:picChg>
      </pc:sldChg>
      <pc:sldChg chg="addSp delSp modSp add mod ord">
        <pc:chgData name="Jefferson Passerini" userId="ec684a97d9b6a829" providerId="LiveId" clId="{F223B847-67A2-4FA4-83E4-9AE2E7DBAB53}" dt="2024-04-25T22:42:10.150" v="3273" actId="113"/>
        <pc:sldMkLst>
          <pc:docMk/>
          <pc:sldMk cId="3469377431" sldId="314"/>
        </pc:sldMkLst>
        <pc:spChg chg="mod ord">
          <ac:chgData name="Jefferson Passerini" userId="ec684a97d9b6a829" providerId="LiveId" clId="{F223B847-67A2-4FA4-83E4-9AE2E7DBAB53}" dt="2024-04-25T22:13:00.285" v="2965" actId="20577"/>
          <ac:spMkLst>
            <pc:docMk/>
            <pc:sldMk cId="3469377431" sldId="314"/>
            <ac:spMk id="3" creationId="{212081E4-07F6-C689-2ACC-B6CADD634983}"/>
          </ac:spMkLst>
        </pc:spChg>
        <pc:spChg chg="del mod">
          <ac:chgData name="Jefferson Passerini" userId="ec684a97d9b6a829" providerId="LiveId" clId="{F223B847-67A2-4FA4-83E4-9AE2E7DBAB53}" dt="2024-04-25T22:08:27.437" v="2801" actId="478"/>
          <ac:spMkLst>
            <pc:docMk/>
            <pc:sldMk cId="3469377431" sldId="314"/>
            <ac:spMk id="7" creationId="{E68FA9F4-F8A3-DEB1-7EB1-0DCE2C86DFC2}"/>
          </ac:spMkLst>
        </pc:spChg>
        <pc:spChg chg="mod ord">
          <ac:chgData name="Jefferson Passerini" userId="ec684a97d9b6a829" providerId="LiveId" clId="{F223B847-67A2-4FA4-83E4-9AE2E7DBAB53}" dt="2024-04-25T22:13:59.495" v="2981" actId="1035"/>
          <ac:spMkLst>
            <pc:docMk/>
            <pc:sldMk cId="3469377431" sldId="314"/>
            <ac:spMk id="9" creationId="{5CFC5109-1223-F92A-ADE5-F5FC6C655EC3}"/>
          </ac:spMkLst>
        </pc:spChg>
        <pc:spChg chg="del mod">
          <ac:chgData name="Jefferson Passerini" userId="ec684a97d9b6a829" providerId="LiveId" clId="{F223B847-67A2-4FA4-83E4-9AE2E7DBAB53}" dt="2024-04-25T22:07:17.224" v="2786" actId="478"/>
          <ac:spMkLst>
            <pc:docMk/>
            <pc:sldMk cId="3469377431" sldId="314"/>
            <ac:spMk id="10" creationId="{780AA745-1325-25DC-7C38-872EB74B7678}"/>
          </ac:spMkLst>
        </pc:spChg>
        <pc:spChg chg="add mod">
          <ac:chgData name="Jefferson Passerini" userId="ec684a97d9b6a829" providerId="LiveId" clId="{F223B847-67A2-4FA4-83E4-9AE2E7DBAB53}" dt="2024-04-25T22:16:42.550" v="2993" actId="1076"/>
          <ac:spMkLst>
            <pc:docMk/>
            <pc:sldMk cId="3469377431" sldId="314"/>
            <ac:spMk id="13" creationId="{296146A6-3E2A-DB4B-33B4-828D26FDC152}"/>
          </ac:spMkLst>
        </pc:spChg>
        <pc:spChg chg="add del">
          <ac:chgData name="Jefferson Passerini" userId="ec684a97d9b6a829" providerId="LiveId" clId="{F223B847-67A2-4FA4-83E4-9AE2E7DBAB53}" dt="2024-04-25T22:12:49.618" v="2949" actId="478"/>
          <ac:spMkLst>
            <pc:docMk/>
            <pc:sldMk cId="3469377431" sldId="314"/>
            <ac:spMk id="18" creationId="{1D83E0BD-D499-71C5-A0EF-F343A3DC9D77}"/>
          </ac:spMkLst>
        </pc:spChg>
        <pc:spChg chg="add mod">
          <ac:chgData name="Jefferson Passerini" userId="ec684a97d9b6a829" providerId="LiveId" clId="{F223B847-67A2-4FA4-83E4-9AE2E7DBAB53}" dt="2024-04-25T22:42:10.150" v="3273" actId="113"/>
          <ac:spMkLst>
            <pc:docMk/>
            <pc:sldMk cId="3469377431" sldId="314"/>
            <ac:spMk id="19" creationId="{BC847ED6-48C1-12CA-68F5-42133E83054D}"/>
          </ac:spMkLst>
        </pc:spChg>
        <pc:picChg chg="del">
          <ac:chgData name="Jefferson Passerini" userId="ec684a97d9b6a829" providerId="LiveId" clId="{F223B847-67A2-4FA4-83E4-9AE2E7DBAB53}" dt="2024-04-25T22:05:54.318" v="2771" actId="478"/>
          <ac:picMkLst>
            <pc:docMk/>
            <pc:sldMk cId="3469377431" sldId="314"/>
            <ac:picMk id="5" creationId="{4B295C6E-41AF-5CD1-7FA7-CF75CCF2A810}"/>
          </ac:picMkLst>
        </pc:picChg>
        <pc:picChg chg="del mod">
          <ac:chgData name="Jefferson Passerini" userId="ec684a97d9b6a829" providerId="LiveId" clId="{F223B847-67A2-4FA4-83E4-9AE2E7DBAB53}" dt="2024-04-25T22:06:38.524" v="2780" actId="478"/>
          <ac:picMkLst>
            <pc:docMk/>
            <pc:sldMk cId="3469377431" sldId="314"/>
            <ac:picMk id="6" creationId="{43AFE072-E566-6286-84F4-C675FAAA8C31}"/>
          </ac:picMkLst>
        </pc:picChg>
        <pc:picChg chg="add mod ord">
          <ac:chgData name="Jefferson Passerini" userId="ec684a97d9b6a829" providerId="LiveId" clId="{F223B847-67A2-4FA4-83E4-9AE2E7DBAB53}" dt="2024-04-25T22:16:39.396" v="2992" actId="14100"/>
          <ac:picMkLst>
            <pc:docMk/>
            <pc:sldMk cId="3469377431" sldId="314"/>
            <ac:picMk id="8" creationId="{9C35CAF2-7D4B-9ADC-6071-B12B64650565}"/>
          </ac:picMkLst>
        </pc:picChg>
        <pc:picChg chg="add mod ord">
          <ac:chgData name="Jefferson Passerini" userId="ec684a97d9b6a829" providerId="LiveId" clId="{F223B847-67A2-4FA4-83E4-9AE2E7DBAB53}" dt="2024-04-25T22:13:52.372" v="2974" actId="14100"/>
          <ac:picMkLst>
            <pc:docMk/>
            <pc:sldMk cId="3469377431" sldId="314"/>
            <ac:picMk id="12" creationId="{E9733901-956B-54EB-C6FD-6FEE624406D7}"/>
          </ac:picMkLst>
        </pc:picChg>
        <pc:picChg chg="add del mod">
          <ac:chgData name="Jefferson Passerini" userId="ec684a97d9b6a829" providerId="LiveId" clId="{F223B847-67A2-4FA4-83E4-9AE2E7DBAB53}" dt="2024-04-25T22:12:47.458" v="2948" actId="478"/>
          <ac:picMkLst>
            <pc:docMk/>
            <pc:sldMk cId="3469377431" sldId="314"/>
            <ac:picMk id="15" creationId="{DF056034-37B8-BD2F-1C36-F84EFAEE2A84}"/>
          </ac:picMkLst>
        </pc:picChg>
        <pc:picChg chg="add mod">
          <ac:chgData name="Jefferson Passerini" userId="ec684a97d9b6a829" providerId="LiveId" clId="{F223B847-67A2-4FA4-83E4-9AE2E7DBAB53}" dt="2024-04-25T22:13:06.902" v="2968" actId="1076"/>
          <ac:picMkLst>
            <pc:docMk/>
            <pc:sldMk cId="3469377431" sldId="314"/>
            <ac:picMk id="17" creationId="{A8F9BD3F-AE75-E61C-A3FB-D53B7076F50C}"/>
          </ac:picMkLst>
        </pc:picChg>
      </pc:sldChg>
      <pc:sldChg chg="addSp delSp modSp add mod">
        <pc:chgData name="Jefferson Passerini" userId="ec684a97d9b6a829" providerId="LiveId" clId="{F223B847-67A2-4FA4-83E4-9AE2E7DBAB53}" dt="2024-04-25T22:22:35.537" v="3195" actId="1076"/>
        <pc:sldMkLst>
          <pc:docMk/>
          <pc:sldMk cId="3733765800" sldId="315"/>
        </pc:sldMkLst>
        <pc:spChg chg="mod">
          <ac:chgData name="Jefferson Passerini" userId="ec684a97d9b6a829" providerId="LiveId" clId="{F223B847-67A2-4FA4-83E4-9AE2E7DBAB53}" dt="2024-04-25T22:20:44.559" v="3178" actId="1076"/>
          <ac:spMkLst>
            <pc:docMk/>
            <pc:sldMk cId="3733765800" sldId="315"/>
            <ac:spMk id="3" creationId="{212081E4-07F6-C689-2ACC-B6CADD634983}"/>
          </ac:spMkLst>
        </pc:spChg>
        <pc:spChg chg="mod">
          <ac:chgData name="Jefferson Passerini" userId="ec684a97d9b6a829" providerId="LiveId" clId="{F223B847-67A2-4FA4-83E4-9AE2E7DBAB53}" dt="2024-04-25T22:22:06.859" v="3184" actId="1076"/>
          <ac:spMkLst>
            <pc:docMk/>
            <pc:sldMk cId="3733765800" sldId="315"/>
            <ac:spMk id="9" creationId="{5CFC5109-1223-F92A-ADE5-F5FC6C655EC3}"/>
          </ac:spMkLst>
        </pc:spChg>
        <pc:spChg chg="mod">
          <ac:chgData name="Jefferson Passerini" userId="ec684a97d9b6a829" providerId="LiveId" clId="{F223B847-67A2-4FA4-83E4-9AE2E7DBAB53}" dt="2024-04-25T22:18:13.023" v="3101" actId="14100"/>
          <ac:spMkLst>
            <pc:docMk/>
            <pc:sldMk cId="3733765800" sldId="315"/>
            <ac:spMk id="13" creationId="{296146A6-3E2A-DB4B-33B4-828D26FDC152}"/>
          </ac:spMkLst>
        </pc:spChg>
        <pc:spChg chg="mod ord">
          <ac:chgData name="Jefferson Passerini" userId="ec684a97d9b6a829" providerId="LiveId" clId="{F223B847-67A2-4FA4-83E4-9AE2E7DBAB53}" dt="2024-04-25T22:22:35.537" v="3195" actId="1076"/>
          <ac:spMkLst>
            <pc:docMk/>
            <pc:sldMk cId="3733765800" sldId="315"/>
            <ac:spMk id="19" creationId="{BC847ED6-48C1-12CA-68F5-42133E83054D}"/>
          </ac:spMkLst>
        </pc:spChg>
        <pc:picChg chg="add mod ord">
          <ac:chgData name="Jefferson Passerini" userId="ec684a97d9b6a829" providerId="LiveId" clId="{F223B847-67A2-4FA4-83E4-9AE2E7DBAB53}" dt="2024-04-25T22:22:20.234" v="3191" actId="1076"/>
          <ac:picMkLst>
            <pc:docMk/>
            <pc:sldMk cId="3733765800" sldId="315"/>
            <ac:picMk id="5" creationId="{378375E6-4D57-FC62-065A-30547ACDC328}"/>
          </ac:picMkLst>
        </pc:picChg>
        <pc:picChg chg="mod">
          <ac:chgData name="Jefferson Passerini" userId="ec684a97d9b6a829" providerId="LiveId" clId="{F223B847-67A2-4FA4-83E4-9AE2E7DBAB53}" dt="2024-04-25T22:18:00.776" v="3099" actId="1076"/>
          <ac:picMkLst>
            <pc:docMk/>
            <pc:sldMk cId="3733765800" sldId="315"/>
            <ac:picMk id="8" creationId="{9C35CAF2-7D4B-9ADC-6071-B12B64650565}"/>
          </ac:picMkLst>
        </pc:picChg>
        <pc:picChg chg="mod">
          <ac:chgData name="Jefferson Passerini" userId="ec684a97d9b6a829" providerId="LiveId" clId="{F223B847-67A2-4FA4-83E4-9AE2E7DBAB53}" dt="2024-04-25T22:22:06.859" v="3184" actId="1076"/>
          <ac:picMkLst>
            <pc:docMk/>
            <pc:sldMk cId="3733765800" sldId="315"/>
            <ac:picMk id="12" creationId="{E9733901-956B-54EB-C6FD-6FEE624406D7}"/>
          </ac:picMkLst>
        </pc:picChg>
        <pc:picChg chg="del">
          <ac:chgData name="Jefferson Passerini" userId="ec684a97d9b6a829" providerId="LiveId" clId="{F223B847-67A2-4FA4-83E4-9AE2E7DBAB53}" dt="2024-04-25T22:18:15.706" v="3102" actId="478"/>
          <ac:picMkLst>
            <pc:docMk/>
            <pc:sldMk cId="3733765800" sldId="315"/>
            <ac:picMk id="17" creationId="{A8F9BD3F-AE75-E61C-A3FB-D53B7076F50C}"/>
          </ac:picMkLst>
        </pc:picChg>
      </pc:sldChg>
      <pc:sldChg chg="addSp delSp modSp add mod">
        <pc:chgData name="Jefferson Passerini" userId="ec684a97d9b6a829" providerId="LiveId" clId="{F223B847-67A2-4FA4-83E4-9AE2E7DBAB53}" dt="2024-04-25T22:23:59.222" v="3206" actId="1076"/>
        <pc:sldMkLst>
          <pc:docMk/>
          <pc:sldMk cId="1356027348" sldId="316"/>
        </pc:sldMkLst>
        <pc:spChg chg="mod">
          <ac:chgData name="Jefferson Passerini" userId="ec684a97d9b6a829" providerId="LiveId" clId="{F223B847-67A2-4FA4-83E4-9AE2E7DBAB53}" dt="2024-04-25T22:23:19.656" v="3198" actId="14100"/>
          <ac:spMkLst>
            <pc:docMk/>
            <pc:sldMk cId="1356027348" sldId="316"/>
            <ac:spMk id="9" creationId="{5CFC5109-1223-F92A-ADE5-F5FC6C655EC3}"/>
          </ac:spMkLst>
        </pc:spChg>
        <pc:spChg chg="mod">
          <ac:chgData name="Jefferson Passerini" userId="ec684a97d9b6a829" providerId="LiveId" clId="{F223B847-67A2-4FA4-83E4-9AE2E7DBAB53}" dt="2024-04-25T22:23:28.280" v="3200" actId="14100"/>
          <ac:spMkLst>
            <pc:docMk/>
            <pc:sldMk cId="1356027348" sldId="316"/>
            <ac:spMk id="13" creationId="{296146A6-3E2A-DB4B-33B4-828D26FDC152}"/>
          </ac:spMkLst>
        </pc:spChg>
        <pc:picChg chg="del">
          <ac:chgData name="Jefferson Passerini" userId="ec684a97d9b6a829" providerId="LiveId" clId="{F223B847-67A2-4FA4-83E4-9AE2E7DBAB53}" dt="2024-04-25T22:23:29.672" v="3201" actId="478"/>
          <ac:picMkLst>
            <pc:docMk/>
            <pc:sldMk cId="1356027348" sldId="316"/>
            <ac:picMk id="5" creationId="{378375E6-4D57-FC62-065A-30547ACDC328}"/>
          </ac:picMkLst>
        </pc:picChg>
        <pc:picChg chg="add mod">
          <ac:chgData name="Jefferson Passerini" userId="ec684a97d9b6a829" providerId="LiveId" clId="{F223B847-67A2-4FA4-83E4-9AE2E7DBAB53}" dt="2024-04-25T22:23:59.222" v="3206" actId="1076"/>
          <ac:picMkLst>
            <pc:docMk/>
            <pc:sldMk cId="1356027348" sldId="316"/>
            <ac:picMk id="6" creationId="{86FFC05A-BFCE-05ED-EF4D-706E5C0F6277}"/>
          </ac:picMkLst>
        </pc:picChg>
      </pc:sldChg>
      <pc:sldChg chg="addSp delSp modSp add mod">
        <pc:chgData name="Jefferson Passerini" userId="ec684a97d9b6a829" providerId="LiveId" clId="{F223B847-67A2-4FA4-83E4-9AE2E7DBAB53}" dt="2024-04-25T22:45:00.270" v="3318" actId="1076"/>
        <pc:sldMkLst>
          <pc:docMk/>
          <pc:sldMk cId="3463743536" sldId="317"/>
        </pc:sldMkLst>
        <pc:spChg chg="mod">
          <ac:chgData name="Jefferson Passerini" userId="ec684a97d9b6a829" providerId="LiveId" clId="{F223B847-67A2-4FA4-83E4-9AE2E7DBAB53}" dt="2024-04-25T22:25:43.529" v="3243" actId="20577"/>
          <ac:spMkLst>
            <pc:docMk/>
            <pc:sldMk cId="3463743536" sldId="317"/>
            <ac:spMk id="3" creationId="{212081E4-07F6-C689-2ACC-B6CADD634983}"/>
          </ac:spMkLst>
        </pc:spChg>
        <pc:spChg chg="mod">
          <ac:chgData name="Jefferson Passerini" userId="ec684a97d9b6a829" providerId="LiveId" clId="{F223B847-67A2-4FA4-83E4-9AE2E7DBAB53}" dt="2024-04-25T22:26:00.503" v="3249" actId="1076"/>
          <ac:spMkLst>
            <pc:docMk/>
            <pc:sldMk cId="3463743536" sldId="317"/>
            <ac:spMk id="9" creationId="{5CFC5109-1223-F92A-ADE5-F5FC6C655EC3}"/>
          </ac:spMkLst>
        </pc:spChg>
        <pc:spChg chg="add mod">
          <ac:chgData name="Jefferson Passerini" userId="ec684a97d9b6a829" providerId="LiveId" clId="{F223B847-67A2-4FA4-83E4-9AE2E7DBAB53}" dt="2024-04-25T22:45:00.270" v="3318" actId="1076"/>
          <ac:spMkLst>
            <pc:docMk/>
            <pc:sldMk cId="3463743536" sldId="317"/>
            <ac:spMk id="11" creationId="{101534BF-2EC1-78A5-AC20-A6C9D3EEDD10}"/>
          </ac:spMkLst>
        </pc:spChg>
        <pc:spChg chg="del">
          <ac:chgData name="Jefferson Passerini" userId="ec684a97d9b6a829" providerId="LiveId" clId="{F223B847-67A2-4FA4-83E4-9AE2E7DBAB53}" dt="2024-04-25T22:25:55.360" v="3248" actId="478"/>
          <ac:spMkLst>
            <pc:docMk/>
            <pc:sldMk cId="3463743536" sldId="317"/>
            <ac:spMk id="13" creationId="{296146A6-3E2A-DB4B-33B4-828D26FDC152}"/>
          </ac:spMkLst>
        </pc:spChg>
        <pc:spChg chg="del">
          <ac:chgData name="Jefferson Passerini" userId="ec684a97d9b6a829" providerId="LiveId" clId="{F223B847-67A2-4FA4-83E4-9AE2E7DBAB53}" dt="2024-04-25T22:25:52.560" v="3246" actId="478"/>
          <ac:spMkLst>
            <pc:docMk/>
            <pc:sldMk cId="3463743536" sldId="317"/>
            <ac:spMk id="19" creationId="{BC847ED6-48C1-12CA-68F5-42133E83054D}"/>
          </ac:spMkLst>
        </pc:spChg>
        <pc:picChg chg="add mod">
          <ac:chgData name="Jefferson Passerini" userId="ec684a97d9b6a829" providerId="LiveId" clId="{F223B847-67A2-4FA4-83E4-9AE2E7DBAB53}" dt="2024-04-25T22:26:22.016" v="3254" actId="1076"/>
          <ac:picMkLst>
            <pc:docMk/>
            <pc:sldMk cId="3463743536" sldId="317"/>
            <ac:picMk id="5" creationId="{480FF684-EB43-2F35-41E5-905EDBF52FB4}"/>
          </ac:picMkLst>
        </pc:picChg>
        <pc:picChg chg="del">
          <ac:chgData name="Jefferson Passerini" userId="ec684a97d9b6a829" providerId="LiveId" clId="{F223B847-67A2-4FA4-83E4-9AE2E7DBAB53}" dt="2024-04-25T22:26:02.298" v="3250" actId="478"/>
          <ac:picMkLst>
            <pc:docMk/>
            <pc:sldMk cId="3463743536" sldId="317"/>
            <ac:picMk id="6" creationId="{86FFC05A-BFCE-05ED-EF4D-706E5C0F6277}"/>
          </ac:picMkLst>
        </pc:picChg>
        <pc:picChg chg="del">
          <ac:chgData name="Jefferson Passerini" userId="ec684a97d9b6a829" providerId="LiveId" clId="{F223B847-67A2-4FA4-83E4-9AE2E7DBAB53}" dt="2024-04-25T22:25:54.023" v="3247" actId="478"/>
          <ac:picMkLst>
            <pc:docMk/>
            <pc:sldMk cId="3463743536" sldId="317"/>
            <ac:picMk id="8" creationId="{9C35CAF2-7D4B-9ADC-6071-B12B64650565}"/>
          </ac:picMkLst>
        </pc:picChg>
        <pc:picChg chg="add mod">
          <ac:chgData name="Jefferson Passerini" userId="ec684a97d9b6a829" providerId="LiveId" clId="{F223B847-67A2-4FA4-83E4-9AE2E7DBAB53}" dt="2024-04-25T22:27:01.301" v="3258" actId="1076"/>
          <ac:picMkLst>
            <pc:docMk/>
            <pc:sldMk cId="3463743536" sldId="317"/>
            <ac:picMk id="10" creationId="{9FA791FD-587E-A382-84D7-642D0CBAFD3E}"/>
          </ac:picMkLst>
        </pc:picChg>
        <pc:picChg chg="mod">
          <ac:chgData name="Jefferson Passerini" userId="ec684a97d9b6a829" providerId="LiveId" clId="{F223B847-67A2-4FA4-83E4-9AE2E7DBAB53}" dt="2024-04-25T22:26:00.503" v="3249" actId="1076"/>
          <ac:picMkLst>
            <pc:docMk/>
            <pc:sldMk cId="3463743536" sldId="317"/>
            <ac:picMk id="12" creationId="{E9733901-956B-54EB-C6FD-6FEE624406D7}"/>
          </ac:picMkLst>
        </pc:picChg>
      </pc:sldChg>
      <pc:sldChg chg="addSp delSp modSp add mod">
        <pc:chgData name="Jefferson Passerini" userId="ec684a97d9b6a829" providerId="LiveId" clId="{F223B847-67A2-4FA4-83E4-9AE2E7DBAB53}" dt="2024-04-25T23:48:38.944" v="3510" actId="1076"/>
        <pc:sldMkLst>
          <pc:docMk/>
          <pc:sldMk cId="3596911068" sldId="318"/>
        </pc:sldMkLst>
        <pc:spChg chg="mod">
          <ac:chgData name="Jefferson Passerini" userId="ec684a97d9b6a829" providerId="LiveId" clId="{F223B847-67A2-4FA4-83E4-9AE2E7DBAB53}" dt="2024-04-25T22:43:14.843" v="3280" actId="1076"/>
          <ac:spMkLst>
            <pc:docMk/>
            <pc:sldMk cId="3596911068" sldId="318"/>
            <ac:spMk id="3" creationId="{212081E4-07F6-C689-2ACC-B6CADD634983}"/>
          </ac:spMkLst>
        </pc:spChg>
        <pc:spChg chg="add del mod">
          <ac:chgData name="Jefferson Passerini" userId="ec684a97d9b6a829" providerId="LiveId" clId="{F223B847-67A2-4FA4-83E4-9AE2E7DBAB53}" dt="2024-04-25T22:43:16.547" v="3282" actId="478"/>
          <ac:spMkLst>
            <pc:docMk/>
            <pc:sldMk cId="3596911068" sldId="318"/>
            <ac:spMk id="7" creationId="{5055E1BA-264A-DADA-F0A4-6838F88D9038}"/>
          </ac:spMkLst>
        </pc:spChg>
        <pc:spChg chg="del">
          <ac:chgData name="Jefferson Passerini" userId="ec684a97d9b6a829" providerId="LiveId" clId="{F223B847-67A2-4FA4-83E4-9AE2E7DBAB53}" dt="2024-04-25T22:27:26.639" v="3263" actId="478"/>
          <ac:spMkLst>
            <pc:docMk/>
            <pc:sldMk cId="3596911068" sldId="318"/>
            <ac:spMk id="9" creationId="{5CFC5109-1223-F92A-ADE5-F5FC6C655EC3}"/>
          </ac:spMkLst>
        </pc:spChg>
        <pc:spChg chg="add mod">
          <ac:chgData name="Jefferson Passerini" userId="ec684a97d9b6a829" providerId="LiveId" clId="{F223B847-67A2-4FA4-83E4-9AE2E7DBAB53}" dt="2024-04-25T22:47:19.089" v="3353" actId="207"/>
          <ac:spMkLst>
            <pc:docMk/>
            <pc:sldMk cId="3596911068" sldId="318"/>
            <ac:spMk id="11" creationId="{3B8BB48C-01F5-1CD8-B4F4-23AAA69EACE3}"/>
          </ac:spMkLst>
        </pc:spChg>
        <pc:spChg chg="add mod">
          <ac:chgData name="Jefferson Passerini" userId="ec684a97d9b6a829" providerId="LiveId" clId="{F223B847-67A2-4FA4-83E4-9AE2E7DBAB53}" dt="2024-04-25T22:47:33.876" v="3357" actId="14100"/>
          <ac:spMkLst>
            <pc:docMk/>
            <pc:sldMk cId="3596911068" sldId="318"/>
            <ac:spMk id="13" creationId="{FA178D5B-2861-F58F-28F8-36D4E49233ED}"/>
          </ac:spMkLst>
        </pc:spChg>
        <pc:spChg chg="add mod">
          <ac:chgData name="Jefferson Passerini" userId="ec684a97d9b6a829" providerId="LiveId" clId="{F223B847-67A2-4FA4-83E4-9AE2E7DBAB53}" dt="2024-04-25T23:48:29.158" v="3508" actId="207"/>
          <ac:spMkLst>
            <pc:docMk/>
            <pc:sldMk cId="3596911068" sldId="318"/>
            <ac:spMk id="14" creationId="{D39B6A95-1FBD-4B56-F0B8-477EE4B69171}"/>
          </ac:spMkLst>
        </pc:spChg>
        <pc:spChg chg="add mod">
          <ac:chgData name="Jefferson Passerini" userId="ec684a97d9b6a829" providerId="LiveId" clId="{F223B847-67A2-4FA4-83E4-9AE2E7DBAB53}" dt="2024-04-25T23:48:38.944" v="3510" actId="1076"/>
          <ac:spMkLst>
            <pc:docMk/>
            <pc:sldMk cId="3596911068" sldId="318"/>
            <ac:spMk id="15" creationId="{0788DFC6-2BB2-A848-8304-124E6FDD410F}"/>
          </ac:spMkLst>
        </pc:spChg>
        <pc:picChg chg="del">
          <ac:chgData name="Jefferson Passerini" userId="ec684a97d9b6a829" providerId="LiveId" clId="{F223B847-67A2-4FA4-83E4-9AE2E7DBAB53}" dt="2024-04-25T22:27:23.937" v="3260" actId="478"/>
          <ac:picMkLst>
            <pc:docMk/>
            <pc:sldMk cId="3596911068" sldId="318"/>
            <ac:picMk id="5" creationId="{480FF684-EB43-2F35-41E5-905EDBF52FB4}"/>
          </ac:picMkLst>
        </pc:picChg>
        <pc:picChg chg="add mod">
          <ac:chgData name="Jefferson Passerini" userId="ec684a97d9b6a829" providerId="LiveId" clId="{F223B847-67A2-4FA4-83E4-9AE2E7DBAB53}" dt="2024-04-25T22:46:59.166" v="3348" actId="14100"/>
          <ac:picMkLst>
            <pc:docMk/>
            <pc:sldMk cId="3596911068" sldId="318"/>
            <ac:picMk id="6" creationId="{C51C8992-D84C-A540-C766-16EFDDFB4097}"/>
          </ac:picMkLst>
        </pc:picChg>
        <pc:picChg chg="add mod">
          <ac:chgData name="Jefferson Passerini" userId="ec684a97d9b6a829" providerId="LiveId" clId="{F223B847-67A2-4FA4-83E4-9AE2E7DBAB53}" dt="2024-04-25T22:47:00.814" v="3349" actId="1076"/>
          <ac:picMkLst>
            <pc:docMk/>
            <pc:sldMk cId="3596911068" sldId="318"/>
            <ac:picMk id="8" creationId="{E5E18FBA-94DE-E4B6-C052-25D56B44BF56}"/>
          </ac:picMkLst>
        </pc:picChg>
        <pc:picChg chg="del">
          <ac:chgData name="Jefferson Passerini" userId="ec684a97d9b6a829" providerId="LiveId" clId="{F223B847-67A2-4FA4-83E4-9AE2E7DBAB53}" dt="2024-04-25T22:27:24.512" v="3261" actId="478"/>
          <ac:picMkLst>
            <pc:docMk/>
            <pc:sldMk cId="3596911068" sldId="318"/>
            <ac:picMk id="10" creationId="{9FA791FD-587E-A382-84D7-642D0CBAFD3E}"/>
          </ac:picMkLst>
        </pc:picChg>
        <pc:picChg chg="del">
          <ac:chgData name="Jefferson Passerini" userId="ec684a97d9b6a829" providerId="LiveId" clId="{F223B847-67A2-4FA4-83E4-9AE2E7DBAB53}" dt="2024-04-25T22:27:25.492" v="3262" actId="478"/>
          <ac:picMkLst>
            <pc:docMk/>
            <pc:sldMk cId="3596911068" sldId="318"/>
            <ac:picMk id="12" creationId="{E9733901-956B-54EB-C6FD-6FEE624406D7}"/>
          </ac:picMkLst>
        </pc:picChg>
      </pc:sldChg>
      <pc:sldChg chg="modSp add ord">
        <pc:chgData name="Jefferson Passerini" userId="ec684a97d9b6a829" providerId="LiveId" clId="{F223B847-67A2-4FA4-83E4-9AE2E7DBAB53}" dt="2024-04-25T22:46:24.257" v="3340" actId="20577"/>
        <pc:sldMkLst>
          <pc:docMk/>
          <pc:sldMk cId="1113525720" sldId="319"/>
        </pc:sldMkLst>
        <pc:spChg chg="mod">
          <ac:chgData name="Jefferson Passerini" userId="ec684a97d9b6a829" providerId="LiveId" clId="{F223B847-67A2-4FA4-83E4-9AE2E7DBAB53}" dt="2024-04-25T22:46:24.257" v="3340" actId="20577"/>
          <ac:spMkLst>
            <pc:docMk/>
            <pc:sldMk cId="1113525720" sldId="319"/>
            <ac:spMk id="2" creationId="{2E243026-E16F-9CDD-AE56-CF691B008A41}"/>
          </ac:spMkLst>
        </pc:spChg>
      </pc:sldChg>
      <pc:sldChg chg="addSp delSp modSp mod">
        <pc:chgData name="Jefferson Passerini" userId="ec684a97d9b6a829" providerId="LiveId" clId="{F223B847-67A2-4FA4-83E4-9AE2E7DBAB53}" dt="2024-04-25T23:11:19.900" v="3375" actId="14100"/>
        <pc:sldMkLst>
          <pc:docMk/>
          <pc:sldMk cId="1582111537" sldId="320"/>
        </pc:sldMkLst>
        <pc:spChg chg="mod">
          <ac:chgData name="Jefferson Passerini" userId="ec684a97d9b6a829" providerId="LiveId" clId="{F223B847-67A2-4FA4-83E4-9AE2E7DBAB53}" dt="2024-04-25T23:10:09.088" v="3365" actId="6549"/>
          <ac:spMkLst>
            <pc:docMk/>
            <pc:sldMk cId="1582111537" sldId="320"/>
            <ac:spMk id="3" creationId="{212081E4-07F6-C689-2ACC-B6CADD634983}"/>
          </ac:spMkLst>
        </pc:spChg>
        <pc:spChg chg="mod">
          <ac:chgData name="Jefferson Passerini" userId="ec684a97d9b6a829" providerId="LiveId" clId="{F223B847-67A2-4FA4-83E4-9AE2E7DBAB53}" dt="2024-04-25T23:11:19.900" v="3375" actId="14100"/>
          <ac:spMkLst>
            <pc:docMk/>
            <pc:sldMk cId="1582111537" sldId="320"/>
            <ac:spMk id="12" creationId="{D655C0D7-3805-E23E-E5C7-CC5A53B29CBA}"/>
          </ac:spMkLst>
        </pc:spChg>
        <pc:picChg chg="del">
          <ac:chgData name="Jefferson Passerini" userId="ec684a97d9b6a829" providerId="LiveId" clId="{F223B847-67A2-4FA4-83E4-9AE2E7DBAB53}" dt="2024-04-25T22:48:26.055" v="3359" actId="478"/>
          <ac:picMkLst>
            <pc:docMk/>
            <pc:sldMk cId="1582111537" sldId="320"/>
            <ac:picMk id="5" creationId="{DB8EEDC1-7F9C-4F5F-335B-6A4E93DFEEF8}"/>
          </ac:picMkLst>
        </pc:picChg>
        <pc:picChg chg="add mod">
          <ac:chgData name="Jefferson Passerini" userId="ec684a97d9b6a829" providerId="LiveId" clId="{F223B847-67A2-4FA4-83E4-9AE2E7DBAB53}" dt="2024-04-25T23:10:41.118" v="3367" actId="1076"/>
          <ac:picMkLst>
            <pc:docMk/>
            <pc:sldMk cId="1582111537" sldId="320"/>
            <ac:picMk id="7" creationId="{336E96B8-4DB4-AE73-EBBC-EF5CEDB3CBA7}"/>
          </ac:picMkLst>
        </pc:picChg>
        <pc:picChg chg="del">
          <ac:chgData name="Jefferson Passerini" userId="ec684a97d9b6a829" providerId="LiveId" clId="{F223B847-67A2-4FA4-83E4-9AE2E7DBAB53}" dt="2024-04-25T22:48:27.202" v="3360" actId="478"/>
          <ac:picMkLst>
            <pc:docMk/>
            <pc:sldMk cId="1582111537" sldId="320"/>
            <ac:picMk id="8" creationId="{A7D597FA-E03C-DE66-CA77-0361139A946F}"/>
          </ac:picMkLst>
        </pc:picChg>
        <pc:picChg chg="del">
          <ac:chgData name="Jefferson Passerini" userId="ec684a97d9b6a829" providerId="LiveId" clId="{F223B847-67A2-4FA4-83E4-9AE2E7DBAB53}" dt="2024-04-25T23:10:46.053" v="3368" actId="478"/>
          <ac:picMkLst>
            <pc:docMk/>
            <pc:sldMk cId="1582111537" sldId="320"/>
            <ac:picMk id="10" creationId="{DCB61C3E-B4EB-5156-2BEB-C7414B70AC50}"/>
          </ac:picMkLst>
        </pc:picChg>
        <pc:picChg chg="add mod ord">
          <ac:chgData name="Jefferson Passerini" userId="ec684a97d9b6a829" providerId="LiveId" clId="{F223B847-67A2-4FA4-83E4-9AE2E7DBAB53}" dt="2024-04-25T23:11:15.180" v="3373" actId="1076"/>
          <ac:picMkLst>
            <pc:docMk/>
            <pc:sldMk cId="1582111537" sldId="320"/>
            <ac:picMk id="13" creationId="{DAB6D484-68EA-2939-0A93-C599837437A0}"/>
          </ac:picMkLst>
        </pc:picChg>
      </pc:sldChg>
      <pc:sldChg chg="addSp delSp modSp mod">
        <pc:chgData name="Jefferson Passerini" userId="ec684a97d9b6a829" providerId="LiveId" clId="{F223B847-67A2-4FA4-83E4-9AE2E7DBAB53}" dt="2024-04-25T23:13:13.294" v="3389" actId="1076"/>
        <pc:sldMkLst>
          <pc:docMk/>
          <pc:sldMk cId="584452062" sldId="321"/>
        </pc:sldMkLst>
        <pc:spChg chg="mod">
          <ac:chgData name="Jefferson Passerini" userId="ec684a97d9b6a829" providerId="LiveId" clId="{F223B847-67A2-4FA4-83E4-9AE2E7DBAB53}" dt="2024-04-25T23:12:02.777" v="3384" actId="1035"/>
          <ac:spMkLst>
            <pc:docMk/>
            <pc:sldMk cId="584452062" sldId="321"/>
            <ac:spMk id="12" creationId="{D655C0D7-3805-E23E-E5C7-CC5A53B29CBA}"/>
          </ac:spMkLst>
        </pc:spChg>
        <pc:picChg chg="add mod ord">
          <ac:chgData name="Jefferson Passerini" userId="ec684a97d9b6a829" providerId="LiveId" clId="{F223B847-67A2-4FA4-83E4-9AE2E7DBAB53}" dt="2024-04-25T23:11:40.084" v="3378" actId="167"/>
          <ac:picMkLst>
            <pc:docMk/>
            <pc:sldMk cId="584452062" sldId="321"/>
            <ac:picMk id="2" creationId="{B7322DAD-09EB-73B2-78BE-738981ECC494}"/>
          </ac:picMkLst>
        </pc:picChg>
        <pc:picChg chg="del">
          <ac:chgData name="Jefferson Passerini" userId="ec684a97d9b6a829" providerId="LiveId" clId="{F223B847-67A2-4FA4-83E4-9AE2E7DBAB53}" dt="2024-04-25T22:48:32.226" v="3361" actId="478"/>
          <ac:picMkLst>
            <pc:docMk/>
            <pc:sldMk cId="584452062" sldId="321"/>
            <ac:picMk id="7" creationId="{AB1D3527-6B59-54AC-867E-C273ED9CCF87}"/>
          </ac:picMkLst>
        </pc:picChg>
        <pc:picChg chg="add mod">
          <ac:chgData name="Jefferson Passerini" userId="ec684a97d9b6a829" providerId="LiveId" clId="{F223B847-67A2-4FA4-83E4-9AE2E7DBAB53}" dt="2024-04-25T23:13:13.294" v="3389" actId="1076"/>
          <ac:picMkLst>
            <pc:docMk/>
            <pc:sldMk cId="584452062" sldId="321"/>
            <ac:picMk id="8" creationId="{229AE11C-BD7F-7A33-075A-1C28FAABEE96}"/>
          </ac:picMkLst>
        </pc:picChg>
        <pc:picChg chg="del">
          <ac:chgData name="Jefferson Passerini" userId="ec684a97d9b6a829" providerId="LiveId" clId="{F223B847-67A2-4FA4-83E4-9AE2E7DBAB53}" dt="2024-04-25T23:11:35.451" v="3376" actId="478"/>
          <ac:picMkLst>
            <pc:docMk/>
            <pc:sldMk cId="584452062" sldId="321"/>
            <ac:picMk id="10" creationId="{DCB61C3E-B4EB-5156-2BEB-C7414B70AC50}"/>
          </ac:picMkLst>
        </pc:picChg>
      </pc:sldChg>
      <pc:sldChg chg="addSp delSp modSp mod">
        <pc:chgData name="Jefferson Passerini" userId="ec684a97d9b6a829" providerId="LiveId" clId="{F223B847-67A2-4FA4-83E4-9AE2E7DBAB53}" dt="2024-04-25T23:14:09.162" v="3399" actId="1076"/>
        <pc:sldMkLst>
          <pc:docMk/>
          <pc:sldMk cId="1217285140" sldId="322"/>
        </pc:sldMkLst>
        <pc:spChg chg="mod">
          <ac:chgData name="Jefferson Passerini" userId="ec684a97d9b6a829" providerId="LiveId" clId="{F223B847-67A2-4FA4-83E4-9AE2E7DBAB53}" dt="2024-04-25T23:13:28.485" v="3392" actId="1076"/>
          <ac:spMkLst>
            <pc:docMk/>
            <pc:sldMk cId="1217285140" sldId="322"/>
            <ac:spMk id="12" creationId="{D655C0D7-3805-E23E-E5C7-CC5A53B29CBA}"/>
          </ac:spMkLst>
        </pc:spChg>
        <pc:picChg chg="add mod ord">
          <ac:chgData name="Jefferson Passerini" userId="ec684a97d9b6a829" providerId="LiveId" clId="{F223B847-67A2-4FA4-83E4-9AE2E7DBAB53}" dt="2024-04-25T23:13:30.446" v="3393" actId="167"/>
          <ac:picMkLst>
            <pc:docMk/>
            <pc:sldMk cId="1217285140" sldId="322"/>
            <ac:picMk id="2" creationId="{1FC3B005-DAA9-E108-5D82-E0D3CB5818D4}"/>
          </ac:picMkLst>
        </pc:picChg>
        <pc:picChg chg="del">
          <ac:chgData name="Jefferson Passerini" userId="ec684a97d9b6a829" providerId="LiveId" clId="{F223B847-67A2-4FA4-83E4-9AE2E7DBAB53}" dt="2024-04-25T22:48:35.384" v="3362" actId="478"/>
          <ac:picMkLst>
            <pc:docMk/>
            <pc:sldMk cId="1217285140" sldId="322"/>
            <ac:picMk id="5" creationId="{CC475AF1-F939-1B17-6A63-1AC25EC2FDE5}"/>
          </ac:picMkLst>
        </pc:picChg>
        <pc:picChg chg="add mod">
          <ac:chgData name="Jefferson Passerini" userId="ec684a97d9b6a829" providerId="LiveId" clId="{F223B847-67A2-4FA4-83E4-9AE2E7DBAB53}" dt="2024-04-25T23:13:52.548" v="3396" actId="1076"/>
          <ac:picMkLst>
            <pc:docMk/>
            <pc:sldMk cId="1217285140" sldId="322"/>
            <ac:picMk id="8" creationId="{0AED4FCE-228B-8D34-5E8F-DD004AB8A724}"/>
          </ac:picMkLst>
        </pc:picChg>
        <pc:picChg chg="del">
          <ac:chgData name="Jefferson Passerini" userId="ec684a97d9b6a829" providerId="LiveId" clId="{F223B847-67A2-4FA4-83E4-9AE2E7DBAB53}" dt="2024-04-25T23:13:24.549" v="3391" actId="478"/>
          <ac:picMkLst>
            <pc:docMk/>
            <pc:sldMk cId="1217285140" sldId="322"/>
            <ac:picMk id="10" creationId="{DCB61C3E-B4EB-5156-2BEB-C7414B70AC50}"/>
          </ac:picMkLst>
        </pc:picChg>
        <pc:picChg chg="add mod">
          <ac:chgData name="Jefferson Passerini" userId="ec684a97d9b6a829" providerId="LiveId" clId="{F223B847-67A2-4FA4-83E4-9AE2E7DBAB53}" dt="2024-04-25T23:14:09.162" v="3399" actId="1076"/>
          <ac:picMkLst>
            <pc:docMk/>
            <pc:sldMk cId="1217285140" sldId="322"/>
            <ac:picMk id="11" creationId="{14B4D334-9470-C249-6D1D-B42CCC51C6BD}"/>
          </ac:picMkLst>
        </pc:picChg>
      </pc:sldChg>
      <pc:sldChg chg="modSp add ord">
        <pc:chgData name="Jefferson Passerini" userId="ec684a97d9b6a829" providerId="LiveId" clId="{F223B847-67A2-4FA4-83E4-9AE2E7DBAB53}" dt="2024-04-25T23:14:55.696" v="3410" actId="20577"/>
        <pc:sldMkLst>
          <pc:docMk/>
          <pc:sldMk cId="1011654986" sldId="323"/>
        </pc:sldMkLst>
        <pc:spChg chg="mod">
          <ac:chgData name="Jefferson Passerini" userId="ec684a97d9b6a829" providerId="LiveId" clId="{F223B847-67A2-4FA4-83E4-9AE2E7DBAB53}" dt="2024-04-25T23:14:55.696" v="3410" actId="20577"/>
          <ac:spMkLst>
            <pc:docMk/>
            <pc:sldMk cId="1011654986" sldId="323"/>
            <ac:spMk id="2" creationId="{2E243026-E16F-9CDD-AE56-CF691B008A41}"/>
          </ac:spMkLst>
        </pc:spChg>
      </pc:sldChg>
      <pc:sldChg chg="addSp delSp modSp mod">
        <pc:chgData name="Jefferson Passerini" userId="ec684a97d9b6a829" providerId="LiveId" clId="{F223B847-67A2-4FA4-83E4-9AE2E7DBAB53}" dt="2024-04-25T23:33:14.360" v="3422" actId="20577"/>
        <pc:sldMkLst>
          <pc:docMk/>
          <pc:sldMk cId="2255778699" sldId="325"/>
        </pc:sldMkLst>
        <pc:spChg chg="mod">
          <ac:chgData name="Jefferson Passerini" userId="ec684a97d9b6a829" providerId="LiveId" clId="{F223B847-67A2-4FA4-83E4-9AE2E7DBAB53}" dt="2024-04-25T23:33:14.360" v="3422" actId="20577"/>
          <ac:spMkLst>
            <pc:docMk/>
            <pc:sldMk cId="2255778699" sldId="325"/>
            <ac:spMk id="7" creationId="{E68FA9F4-F8A3-DEB1-7EB1-0DCE2C86DFC2}"/>
          </ac:spMkLst>
        </pc:spChg>
        <pc:spChg chg="mod">
          <ac:chgData name="Jefferson Passerini" userId="ec684a97d9b6a829" providerId="LiveId" clId="{F223B847-67A2-4FA4-83E4-9AE2E7DBAB53}" dt="2024-04-25T23:33:01.768" v="3415" actId="1076"/>
          <ac:spMkLst>
            <pc:docMk/>
            <pc:sldMk cId="2255778699" sldId="325"/>
            <ac:spMk id="9" creationId="{5CFC5109-1223-F92A-ADE5-F5FC6C655EC3}"/>
          </ac:spMkLst>
        </pc:spChg>
        <pc:spChg chg="mod">
          <ac:chgData name="Jefferson Passerini" userId="ec684a97d9b6a829" providerId="LiveId" clId="{F223B847-67A2-4FA4-83E4-9AE2E7DBAB53}" dt="2024-04-25T23:33:08.136" v="3417" actId="1076"/>
          <ac:spMkLst>
            <pc:docMk/>
            <pc:sldMk cId="2255778699" sldId="325"/>
            <ac:spMk id="10" creationId="{780AA745-1325-25DC-7C38-872EB74B7678}"/>
          </ac:spMkLst>
        </pc:spChg>
        <pc:picChg chg="del">
          <ac:chgData name="Jefferson Passerini" userId="ec684a97d9b6a829" providerId="LiveId" clId="{F223B847-67A2-4FA4-83E4-9AE2E7DBAB53}" dt="2024-04-25T23:32:52.737" v="3411" actId="478"/>
          <ac:picMkLst>
            <pc:docMk/>
            <pc:sldMk cId="2255778699" sldId="325"/>
            <ac:picMk id="6" creationId="{43AFE072-E566-6286-84F4-C675FAAA8C31}"/>
          </ac:picMkLst>
        </pc:picChg>
        <pc:picChg chg="add mod ord">
          <ac:chgData name="Jefferson Passerini" userId="ec684a97d9b6a829" providerId="LiveId" clId="{F223B847-67A2-4FA4-83E4-9AE2E7DBAB53}" dt="2024-04-25T23:33:04.569" v="3416" actId="1076"/>
          <ac:picMkLst>
            <pc:docMk/>
            <pc:sldMk cId="2255778699" sldId="325"/>
            <ac:picMk id="8" creationId="{0688D925-66CB-7B10-FB06-99974F4DC929}"/>
          </ac:picMkLst>
        </pc:picChg>
      </pc:sldChg>
      <pc:sldChg chg="addSp delSp modSp mod">
        <pc:chgData name="Jefferson Passerini" userId="ec684a97d9b6a829" providerId="LiveId" clId="{F223B847-67A2-4FA4-83E4-9AE2E7DBAB53}" dt="2024-04-25T23:38:13.872" v="3473" actId="1076"/>
        <pc:sldMkLst>
          <pc:docMk/>
          <pc:sldMk cId="3607872033" sldId="326"/>
        </pc:sldMkLst>
        <pc:spChg chg="mod ord">
          <ac:chgData name="Jefferson Passerini" userId="ec684a97d9b6a829" providerId="LiveId" clId="{F223B847-67A2-4FA4-83E4-9AE2E7DBAB53}" dt="2024-04-25T23:33:45.806" v="3428" actId="1076"/>
          <ac:spMkLst>
            <pc:docMk/>
            <pc:sldMk cId="3607872033" sldId="326"/>
            <ac:spMk id="10" creationId="{780AA745-1325-25DC-7C38-872EB74B7678}"/>
          </ac:spMkLst>
        </pc:spChg>
        <pc:picChg chg="add mod">
          <ac:chgData name="Jefferson Passerini" userId="ec684a97d9b6a829" providerId="LiveId" clId="{F223B847-67A2-4FA4-83E4-9AE2E7DBAB53}" dt="2024-04-25T23:33:36.383" v="3425" actId="1076"/>
          <ac:picMkLst>
            <pc:docMk/>
            <pc:sldMk cId="3607872033" sldId="326"/>
            <ac:picMk id="2" creationId="{24C76215-F198-87B4-57C6-A39840088C18}"/>
          </ac:picMkLst>
        </pc:picChg>
        <pc:picChg chg="del">
          <ac:chgData name="Jefferson Passerini" userId="ec684a97d9b6a829" providerId="LiveId" clId="{F223B847-67A2-4FA4-83E4-9AE2E7DBAB53}" dt="2024-04-25T23:33:31.359" v="3423" actId="478"/>
          <ac:picMkLst>
            <pc:docMk/>
            <pc:sldMk cId="3607872033" sldId="326"/>
            <ac:picMk id="6" creationId="{43AFE072-E566-6286-84F4-C675FAAA8C31}"/>
          </ac:picMkLst>
        </pc:picChg>
        <pc:picChg chg="add mod">
          <ac:chgData name="Jefferson Passerini" userId="ec684a97d9b6a829" providerId="LiveId" clId="{F223B847-67A2-4FA4-83E4-9AE2E7DBAB53}" dt="2024-04-25T23:38:07.625" v="3471" actId="1076"/>
          <ac:picMkLst>
            <pc:docMk/>
            <pc:sldMk cId="3607872033" sldId="326"/>
            <ac:picMk id="7" creationId="{79FF8ED8-DB86-CDF5-4941-3871B4BE5C43}"/>
          </ac:picMkLst>
        </pc:picChg>
        <pc:picChg chg="del">
          <ac:chgData name="Jefferson Passerini" userId="ec684a97d9b6a829" providerId="LiveId" clId="{F223B847-67A2-4FA4-83E4-9AE2E7DBAB53}" dt="2024-04-25T23:35:15.969" v="3452" actId="478"/>
          <ac:picMkLst>
            <pc:docMk/>
            <pc:sldMk cId="3607872033" sldId="326"/>
            <ac:picMk id="8" creationId="{33E15AC8-2A71-1492-E760-EC922B91BB17}"/>
          </ac:picMkLst>
        </pc:picChg>
        <pc:picChg chg="add mod">
          <ac:chgData name="Jefferson Passerini" userId="ec684a97d9b6a829" providerId="LiveId" clId="{F223B847-67A2-4FA4-83E4-9AE2E7DBAB53}" dt="2024-04-25T23:38:13.872" v="3473" actId="1076"/>
          <ac:picMkLst>
            <pc:docMk/>
            <pc:sldMk cId="3607872033" sldId="326"/>
            <ac:picMk id="11" creationId="{FEA0016F-1BBE-9ACD-2A38-DD69D360C596}"/>
          </ac:picMkLst>
        </pc:picChg>
        <pc:picChg chg="del">
          <ac:chgData name="Jefferson Passerini" userId="ec684a97d9b6a829" providerId="LiveId" clId="{F223B847-67A2-4FA4-83E4-9AE2E7DBAB53}" dt="2024-04-25T23:35:17.282" v="3454" actId="478"/>
          <ac:picMkLst>
            <pc:docMk/>
            <pc:sldMk cId="3607872033" sldId="326"/>
            <ac:picMk id="12" creationId="{497C1F59-2972-50A5-58BD-ADD1339501CF}"/>
          </ac:picMkLst>
        </pc:picChg>
        <pc:picChg chg="del">
          <ac:chgData name="Jefferson Passerini" userId="ec684a97d9b6a829" providerId="LiveId" clId="{F223B847-67A2-4FA4-83E4-9AE2E7DBAB53}" dt="2024-04-25T23:35:16.674" v="3453" actId="478"/>
          <ac:picMkLst>
            <pc:docMk/>
            <pc:sldMk cId="3607872033" sldId="326"/>
            <ac:picMk id="14" creationId="{7C363EB4-F897-51A2-449D-A11B00C62173}"/>
          </ac:picMkLst>
        </pc:picChg>
        <pc:picChg chg="add mod">
          <ac:chgData name="Jefferson Passerini" userId="ec684a97d9b6a829" providerId="LiveId" clId="{F223B847-67A2-4FA4-83E4-9AE2E7DBAB53}" dt="2024-04-25T23:38:11.528" v="3472" actId="1076"/>
          <ac:picMkLst>
            <pc:docMk/>
            <pc:sldMk cId="3607872033" sldId="326"/>
            <ac:picMk id="15" creationId="{75728AF1-601C-68C6-D40A-7FE38F006130}"/>
          </ac:picMkLst>
        </pc:picChg>
      </pc:sldChg>
      <pc:sldChg chg="addSp delSp modSp mod">
        <pc:chgData name="Jefferson Passerini" userId="ec684a97d9b6a829" providerId="LiveId" clId="{F223B847-67A2-4FA4-83E4-9AE2E7DBAB53}" dt="2024-04-25T23:39:04.261" v="3483" actId="14100"/>
        <pc:sldMkLst>
          <pc:docMk/>
          <pc:sldMk cId="2301864585" sldId="327"/>
        </pc:sldMkLst>
        <pc:spChg chg="mod">
          <ac:chgData name="Jefferson Passerini" userId="ec684a97d9b6a829" providerId="LiveId" clId="{F223B847-67A2-4FA4-83E4-9AE2E7DBAB53}" dt="2024-04-25T23:38:59.366" v="3481" actId="1076"/>
          <ac:spMkLst>
            <pc:docMk/>
            <pc:sldMk cId="2301864585" sldId="327"/>
            <ac:spMk id="3" creationId="{212081E4-07F6-C689-2ACC-B6CADD634983}"/>
          </ac:spMkLst>
        </pc:spChg>
        <pc:spChg chg="mod">
          <ac:chgData name="Jefferson Passerini" userId="ec684a97d9b6a829" providerId="LiveId" clId="{F223B847-67A2-4FA4-83E4-9AE2E7DBAB53}" dt="2024-04-25T23:34:16.453" v="3436" actId="1076"/>
          <ac:spMkLst>
            <pc:docMk/>
            <pc:sldMk cId="2301864585" sldId="327"/>
            <ac:spMk id="9" creationId="{5CFC5109-1223-F92A-ADE5-F5FC6C655EC3}"/>
          </ac:spMkLst>
        </pc:spChg>
        <pc:picChg chg="add mod ord">
          <ac:chgData name="Jefferson Passerini" userId="ec684a97d9b6a829" providerId="LiveId" clId="{F223B847-67A2-4FA4-83E4-9AE2E7DBAB53}" dt="2024-04-25T23:34:10.205" v="3435" actId="1076"/>
          <ac:picMkLst>
            <pc:docMk/>
            <pc:sldMk cId="2301864585" sldId="327"/>
            <ac:picMk id="2" creationId="{F7EC9D18-3686-C1A8-19C0-2BAF21E0B64F}"/>
          </ac:picMkLst>
        </pc:picChg>
        <pc:picChg chg="add mod">
          <ac:chgData name="Jefferson Passerini" userId="ec684a97d9b6a829" providerId="LiveId" clId="{F223B847-67A2-4FA4-83E4-9AE2E7DBAB53}" dt="2024-04-25T23:39:04.261" v="3483" actId="14100"/>
          <ac:picMkLst>
            <pc:docMk/>
            <pc:sldMk cId="2301864585" sldId="327"/>
            <ac:picMk id="6" creationId="{08ED0A3C-8309-6DDA-F8AE-4C922EF865E5}"/>
          </ac:picMkLst>
        </pc:picChg>
        <pc:picChg chg="del">
          <ac:chgData name="Jefferson Passerini" userId="ec684a97d9b6a829" providerId="LiveId" clId="{F223B847-67A2-4FA4-83E4-9AE2E7DBAB53}" dt="2024-04-25T23:33:56.342" v="3429" actId="478"/>
          <ac:picMkLst>
            <pc:docMk/>
            <pc:sldMk cId="2301864585" sldId="327"/>
            <ac:picMk id="12" creationId="{E9733901-956B-54EB-C6FD-6FEE624406D7}"/>
          </ac:picMkLst>
        </pc:picChg>
        <pc:picChg chg="del">
          <ac:chgData name="Jefferson Passerini" userId="ec684a97d9b6a829" providerId="LiveId" clId="{F223B847-67A2-4FA4-83E4-9AE2E7DBAB53}" dt="2024-04-25T23:38:27.327" v="3474" actId="478"/>
          <ac:picMkLst>
            <pc:docMk/>
            <pc:sldMk cId="2301864585" sldId="327"/>
            <ac:picMk id="17" creationId="{A8F9BD3F-AE75-E61C-A3FB-D53B7076F50C}"/>
          </ac:picMkLst>
        </pc:picChg>
      </pc:sldChg>
      <pc:sldChg chg="addSp delSp modSp mod">
        <pc:chgData name="Jefferson Passerini" userId="ec684a97d9b6a829" providerId="LiveId" clId="{F223B847-67A2-4FA4-83E4-9AE2E7DBAB53}" dt="2024-04-25T23:39:45.356" v="3491" actId="1038"/>
        <pc:sldMkLst>
          <pc:docMk/>
          <pc:sldMk cId="1857515156" sldId="328"/>
        </pc:sldMkLst>
        <pc:spChg chg="mod">
          <ac:chgData name="Jefferson Passerini" userId="ec684a97d9b6a829" providerId="LiveId" clId="{F223B847-67A2-4FA4-83E4-9AE2E7DBAB53}" dt="2024-04-25T23:34:34.796" v="3442" actId="1076"/>
          <ac:spMkLst>
            <pc:docMk/>
            <pc:sldMk cId="1857515156" sldId="328"/>
            <ac:spMk id="9" creationId="{5CFC5109-1223-F92A-ADE5-F5FC6C655EC3}"/>
          </ac:spMkLst>
        </pc:spChg>
        <pc:picChg chg="add mod ord">
          <ac:chgData name="Jefferson Passerini" userId="ec684a97d9b6a829" providerId="LiveId" clId="{F223B847-67A2-4FA4-83E4-9AE2E7DBAB53}" dt="2024-04-25T23:34:31.614" v="3441" actId="167"/>
          <ac:picMkLst>
            <pc:docMk/>
            <pc:sldMk cId="1857515156" sldId="328"/>
            <ac:picMk id="2" creationId="{C2F18A51-D825-468D-2B23-9FA6D8A32D32}"/>
          </ac:picMkLst>
        </pc:picChg>
        <pc:picChg chg="del">
          <ac:chgData name="Jefferson Passerini" userId="ec684a97d9b6a829" providerId="LiveId" clId="{F223B847-67A2-4FA4-83E4-9AE2E7DBAB53}" dt="2024-04-25T23:39:16.973" v="3484" actId="478"/>
          <ac:picMkLst>
            <pc:docMk/>
            <pc:sldMk cId="1857515156" sldId="328"/>
            <ac:picMk id="5" creationId="{378375E6-4D57-FC62-065A-30547ACDC328}"/>
          </ac:picMkLst>
        </pc:picChg>
        <pc:picChg chg="add mod">
          <ac:chgData name="Jefferson Passerini" userId="ec684a97d9b6a829" providerId="LiveId" clId="{F223B847-67A2-4FA4-83E4-9AE2E7DBAB53}" dt="2024-04-25T23:39:45.356" v="3491" actId="1038"/>
          <ac:picMkLst>
            <pc:docMk/>
            <pc:sldMk cId="1857515156" sldId="328"/>
            <ac:picMk id="7" creationId="{F1B7DB71-03BB-79A7-7DFB-B8F898D03EC5}"/>
          </ac:picMkLst>
        </pc:picChg>
        <pc:picChg chg="del">
          <ac:chgData name="Jefferson Passerini" userId="ec684a97d9b6a829" providerId="LiveId" clId="{F223B847-67A2-4FA4-83E4-9AE2E7DBAB53}" dt="2024-04-25T23:34:23.484" v="3437" actId="478"/>
          <ac:picMkLst>
            <pc:docMk/>
            <pc:sldMk cId="1857515156" sldId="328"/>
            <ac:picMk id="12" creationId="{E9733901-956B-54EB-C6FD-6FEE624406D7}"/>
          </ac:picMkLst>
        </pc:picChg>
      </pc:sldChg>
      <pc:sldChg chg="addSp delSp modSp mod">
        <pc:chgData name="Jefferson Passerini" userId="ec684a97d9b6a829" providerId="LiveId" clId="{F223B847-67A2-4FA4-83E4-9AE2E7DBAB53}" dt="2024-04-25T23:40:17.338" v="3496" actId="1076"/>
        <pc:sldMkLst>
          <pc:docMk/>
          <pc:sldMk cId="3880428863" sldId="329"/>
        </pc:sldMkLst>
        <pc:spChg chg="mod">
          <ac:chgData name="Jefferson Passerini" userId="ec684a97d9b6a829" providerId="LiveId" clId="{F223B847-67A2-4FA4-83E4-9AE2E7DBAB53}" dt="2024-04-25T23:34:47.451" v="3446" actId="1076"/>
          <ac:spMkLst>
            <pc:docMk/>
            <pc:sldMk cId="3880428863" sldId="329"/>
            <ac:spMk id="9" creationId="{5CFC5109-1223-F92A-ADE5-F5FC6C655EC3}"/>
          </ac:spMkLst>
        </pc:spChg>
        <pc:picChg chg="add mod ord">
          <ac:chgData name="Jefferson Passerini" userId="ec684a97d9b6a829" providerId="LiveId" clId="{F223B847-67A2-4FA4-83E4-9AE2E7DBAB53}" dt="2024-04-25T23:34:44.469" v="3445" actId="167"/>
          <ac:picMkLst>
            <pc:docMk/>
            <pc:sldMk cId="3880428863" sldId="329"/>
            <ac:picMk id="2" creationId="{E6C78F8E-8D58-784A-3E82-38E03C40D964}"/>
          </ac:picMkLst>
        </pc:picChg>
        <pc:picChg chg="del">
          <ac:chgData name="Jefferson Passerini" userId="ec684a97d9b6a829" providerId="LiveId" clId="{F223B847-67A2-4FA4-83E4-9AE2E7DBAB53}" dt="2024-04-25T23:39:50.203" v="3492" actId="478"/>
          <ac:picMkLst>
            <pc:docMk/>
            <pc:sldMk cId="3880428863" sldId="329"/>
            <ac:picMk id="6" creationId="{86FFC05A-BFCE-05ED-EF4D-706E5C0F6277}"/>
          </ac:picMkLst>
        </pc:picChg>
        <pc:picChg chg="add mod">
          <ac:chgData name="Jefferson Passerini" userId="ec684a97d9b6a829" providerId="LiveId" clId="{F223B847-67A2-4FA4-83E4-9AE2E7DBAB53}" dt="2024-04-25T23:40:17.338" v="3496" actId="1076"/>
          <ac:picMkLst>
            <pc:docMk/>
            <pc:sldMk cId="3880428863" sldId="329"/>
            <ac:picMk id="7" creationId="{B185447C-DA41-756F-413E-483940E99CC7}"/>
          </ac:picMkLst>
        </pc:picChg>
        <pc:picChg chg="del">
          <ac:chgData name="Jefferson Passerini" userId="ec684a97d9b6a829" providerId="LiveId" clId="{F223B847-67A2-4FA4-83E4-9AE2E7DBAB53}" dt="2024-04-25T23:34:40.955" v="3443" actId="478"/>
          <ac:picMkLst>
            <pc:docMk/>
            <pc:sldMk cId="3880428863" sldId="329"/>
            <ac:picMk id="12" creationId="{E9733901-956B-54EB-C6FD-6FEE624406D7}"/>
          </ac:picMkLst>
        </pc:picChg>
      </pc:sldChg>
      <pc:sldChg chg="addSp delSp modSp mod">
        <pc:chgData name="Jefferson Passerini" userId="ec684a97d9b6a829" providerId="LiveId" clId="{F223B847-67A2-4FA4-83E4-9AE2E7DBAB53}" dt="2024-04-25T23:41:10.887" v="3504" actId="1076"/>
        <pc:sldMkLst>
          <pc:docMk/>
          <pc:sldMk cId="4260683160" sldId="330"/>
        </pc:sldMkLst>
        <pc:spChg chg="mod">
          <ac:chgData name="Jefferson Passerini" userId="ec684a97d9b6a829" providerId="LiveId" clId="{F223B847-67A2-4FA4-83E4-9AE2E7DBAB53}" dt="2024-04-25T23:35:02.282" v="3451" actId="1076"/>
          <ac:spMkLst>
            <pc:docMk/>
            <pc:sldMk cId="4260683160" sldId="330"/>
            <ac:spMk id="9" creationId="{5CFC5109-1223-F92A-ADE5-F5FC6C655EC3}"/>
          </ac:spMkLst>
        </pc:spChg>
        <pc:picChg chg="add mod ord">
          <ac:chgData name="Jefferson Passerini" userId="ec684a97d9b6a829" providerId="LiveId" clId="{F223B847-67A2-4FA4-83E4-9AE2E7DBAB53}" dt="2024-04-25T23:35:00.244" v="3450" actId="167"/>
          <ac:picMkLst>
            <pc:docMk/>
            <pc:sldMk cId="4260683160" sldId="330"/>
            <ac:picMk id="2" creationId="{B4A98175-A8CE-DFA0-BCAC-E33BEB9581D9}"/>
          </ac:picMkLst>
        </pc:picChg>
        <pc:picChg chg="del">
          <ac:chgData name="Jefferson Passerini" userId="ec684a97d9b6a829" providerId="LiveId" clId="{F223B847-67A2-4FA4-83E4-9AE2E7DBAB53}" dt="2024-04-25T23:40:22.617" v="3497" actId="478"/>
          <ac:picMkLst>
            <pc:docMk/>
            <pc:sldMk cId="4260683160" sldId="330"/>
            <ac:picMk id="5" creationId="{480FF684-EB43-2F35-41E5-905EDBF52FB4}"/>
          </ac:picMkLst>
        </pc:picChg>
        <pc:picChg chg="add mod">
          <ac:chgData name="Jefferson Passerini" userId="ec684a97d9b6a829" providerId="LiveId" clId="{F223B847-67A2-4FA4-83E4-9AE2E7DBAB53}" dt="2024-04-25T23:40:42.609" v="3499" actId="1076"/>
          <ac:picMkLst>
            <pc:docMk/>
            <pc:sldMk cId="4260683160" sldId="330"/>
            <ac:picMk id="7" creationId="{FE25D598-9808-8339-16E5-62DB5EB654B0}"/>
          </ac:picMkLst>
        </pc:picChg>
        <pc:picChg chg="del">
          <ac:chgData name="Jefferson Passerini" userId="ec684a97d9b6a829" providerId="LiveId" clId="{F223B847-67A2-4FA4-83E4-9AE2E7DBAB53}" dt="2024-04-25T23:40:44.025" v="3500" actId="478"/>
          <ac:picMkLst>
            <pc:docMk/>
            <pc:sldMk cId="4260683160" sldId="330"/>
            <ac:picMk id="10" creationId="{9FA791FD-587E-A382-84D7-642D0CBAFD3E}"/>
          </ac:picMkLst>
        </pc:picChg>
        <pc:picChg chg="del">
          <ac:chgData name="Jefferson Passerini" userId="ec684a97d9b6a829" providerId="LiveId" clId="{F223B847-67A2-4FA4-83E4-9AE2E7DBAB53}" dt="2024-04-25T23:34:54.138" v="3447" actId="478"/>
          <ac:picMkLst>
            <pc:docMk/>
            <pc:sldMk cId="4260683160" sldId="330"/>
            <ac:picMk id="12" creationId="{E9733901-956B-54EB-C6FD-6FEE624406D7}"/>
          </ac:picMkLst>
        </pc:picChg>
        <pc:picChg chg="add mod">
          <ac:chgData name="Jefferson Passerini" userId="ec684a97d9b6a829" providerId="LiveId" clId="{F223B847-67A2-4FA4-83E4-9AE2E7DBAB53}" dt="2024-04-25T23:41:10.887" v="3504" actId="1076"/>
          <ac:picMkLst>
            <pc:docMk/>
            <pc:sldMk cId="4260683160" sldId="330"/>
            <ac:picMk id="13" creationId="{714C8370-B6D1-9B13-FB32-A1B52B7A9170}"/>
          </ac:picMkLst>
        </pc:picChg>
      </pc:sldChg>
    </pc:docChg>
  </pc:docChgLst>
  <pc:docChgLst>
    <pc:chgData name="Jefferson Passerini" userId="ec684a97d9b6a829" providerId="LiveId" clId="{BB787B5C-E77E-432F-B6BF-C3D49160FE0A}"/>
    <pc:docChg chg="custSel addSld delSld modSld sldOrd">
      <pc:chgData name="Jefferson Passerini" userId="ec684a97d9b6a829" providerId="LiveId" clId="{BB787B5C-E77E-432F-B6BF-C3D49160FE0A}" dt="2024-05-29T17:16:10.321" v="1118" actId="1076"/>
      <pc:docMkLst>
        <pc:docMk/>
      </pc:docMkLst>
      <pc:sldChg chg="addSp delSp modSp mod modAnim">
        <pc:chgData name="Jefferson Passerini" userId="ec684a97d9b6a829" providerId="LiveId" clId="{BB787B5C-E77E-432F-B6BF-C3D49160FE0A}" dt="2024-05-29T13:36:12.983" v="27" actId="26606"/>
        <pc:sldMkLst>
          <pc:docMk/>
          <pc:sldMk cId="3568309152" sldId="256"/>
        </pc:sldMkLst>
        <pc:spChg chg="mod">
          <ac:chgData name="Jefferson Passerini" userId="ec684a97d9b6a829" providerId="LiveId" clId="{BB787B5C-E77E-432F-B6BF-C3D49160FE0A}" dt="2024-05-29T13:36:12.983" v="27" actId="26606"/>
          <ac:spMkLst>
            <pc:docMk/>
            <pc:sldMk cId="3568309152" sldId="256"/>
            <ac:spMk id="2" creationId="{2E243026-E16F-9CDD-AE56-CF691B008A41}"/>
          </ac:spMkLst>
        </pc:spChg>
        <pc:spChg chg="mod">
          <ac:chgData name="Jefferson Passerini" userId="ec684a97d9b6a829" providerId="LiveId" clId="{BB787B5C-E77E-432F-B6BF-C3D49160FE0A}" dt="2024-05-29T13:36:12.983" v="27" actId="26606"/>
          <ac:spMkLst>
            <pc:docMk/>
            <pc:sldMk cId="3568309152" sldId="256"/>
            <ac:spMk id="3" creationId="{A782A01C-CDB4-BEF0-9F78-DD3F68C87023}"/>
          </ac:spMkLst>
        </pc:spChg>
        <pc:spChg chg="del">
          <ac:chgData name="Jefferson Passerini" userId="ec684a97d9b6a829" providerId="LiveId" clId="{BB787B5C-E77E-432F-B6BF-C3D49160FE0A}" dt="2024-05-29T13:36:12.983" v="27" actId="26606"/>
          <ac:spMkLst>
            <pc:docMk/>
            <pc:sldMk cId="3568309152" sldId="256"/>
            <ac:spMk id="188" creationId="{E91DC736-0EF8-4F87-9146-EBF1D2EE4D3D}"/>
          </ac:spMkLst>
        </pc:spChg>
        <pc:spChg chg="del">
          <ac:chgData name="Jefferson Passerini" userId="ec684a97d9b6a829" providerId="LiveId" clId="{BB787B5C-E77E-432F-B6BF-C3D49160FE0A}" dt="2024-05-29T13:36:12.983" v="27" actId="26606"/>
          <ac:spMkLst>
            <pc:docMk/>
            <pc:sldMk cId="3568309152" sldId="256"/>
            <ac:spMk id="190" creationId="{097CD68E-23E3-4007-8847-CD0944C4F7BE}"/>
          </ac:spMkLst>
        </pc:spChg>
        <pc:spChg chg="del">
          <ac:chgData name="Jefferson Passerini" userId="ec684a97d9b6a829" providerId="LiveId" clId="{BB787B5C-E77E-432F-B6BF-C3D49160FE0A}" dt="2024-05-29T13:36:12.983" v="27" actId="26606"/>
          <ac:spMkLst>
            <pc:docMk/>
            <pc:sldMk cId="3568309152" sldId="256"/>
            <ac:spMk id="192" creationId="{AF2F604E-43BE-4DC3-B983-E071523364F8}"/>
          </ac:spMkLst>
        </pc:spChg>
        <pc:spChg chg="del">
          <ac:chgData name="Jefferson Passerini" userId="ec684a97d9b6a829" providerId="LiveId" clId="{BB787B5C-E77E-432F-B6BF-C3D49160FE0A}" dt="2024-05-29T13:36:12.983" v="27" actId="26606"/>
          <ac:spMkLst>
            <pc:docMk/>
            <pc:sldMk cId="3568309152" sldId="256"/>
            <ac:spMk id="194" creationId="{08C9B587-E65E-4B52-B37C-ABEBB6E87928}"/>
          </ac:spMkLst>
        </pc:spChg>
        <pc:spChg chg="add">
          <ac:chgData name="Jefferson Passerini" userId="ec684a97d9b6a829" providerId="LiveId" clId="{BB787B5C-E77E-432F-B6BF-C3D49160FE0A}" dt="2024-05-29T13:36:12.983" v="27" actId="26606"/>
          <ac:spMkLst>
            <pc:docMk/>
            <pc:sldMk cId="3568309152" sldId="256"/>
            <ac:spMk id="199" creationId="{22A397E7-BF60-45B2-84C7-B074B76C37A7}"/>
          </ac:spMkLst>
        </pc:spChg>
        <pc:spChg chg="add">
          <ac:chgData name="Jefferson Passerini" userId="ec684a97d9b6a829" providerId="LiveId" clId="{BB787B5C-E77E-432F-B6BF-C3D49160FE0A}" dt="2024-05-29T13:36:12.983" v="27" actId="26606"/>
          <ac:spMkLst>
            <pc:docMk/>
            <pc:sldMk cId="3568309152" sldId="256"/>
            <ac:spMk id="201" creationId="{890DEF05-784E-4B61-89E4-04C4ECF4E5A0}"/>
          </ac:spMkLst>
        </pc:spChg>
        <pc:picChg chg="add del mod">
          <ac:chgData name="Jefferson Passerini" userId="ec684a97d9b6a829" providerId="LiveId" clId="{BB787B5C-E77E-432F-B6BF-C3D49160FE0A}" dt="2024-05-29T13:35:56.093" v="22" actId="478"/>
          <ac:picMkLst>
            <pc:docMk/>
            <pc:sldMk cId="3568309152" sldId="256"/>
            <ac:picMk id="5" creationId="{84BC1B5D-A935-4CDE-8313-510FF33DFF74}"/>
          </ac:picMkLst>
        </pc:picChg>
        <pc:picChg chg="add mod ord">
          <ac:chgData name="Jefferson Passerini" userId="ec684a97d9b6a829" providerId="LiveId" clId="{BB787B5C-E77E-432F-B6BF-C3D49160FE0A}" dt="2024-05-29T13:36:12.983" v="27" actId="26606"/>
          <ac:picMkLst>
            <pc:docMk/>
            <pc:sldMk cId="3568309152" sldId="256"/>
            <ac:picMk id="7" creationId="{574A7D5F-7384-8CA7-C16E-B73DE64B5EA0}"/>
          </ac:picMkLst>
        </pc:picChg>
        <pc:picChg chg="del">
          <ac:chgData name="Jefferson Passerini" userId="ec684a97d9b6a829" providerId="LiveId" clId="{BB787B5C-E77E-432F-B6BF-C3D49160FE0A}" dt="2024-05-29T13:34:36.753" v="15" actId="478"/>
          <ac:picMkLst>
            <pc:docMk/>
            <pc:sldMk cId="3568309152" sldId="256"/>
            <ac:picMk id="10" creationId="{275F69C5-5F32-3955-258B-2F15C3A3B6CA}"/>
          </ac:picMkLst>
        </pc:picChg>
        <pc:cxnChg chg="add">
          <ac:chgData name="Jefferson Passerini" userId="ec684a97d9b6a829" providerId="LiveId" clId="{BB787B5C-E77E-432F-B6BF-C3D49160FE0A}" dt="2024-05-29T13:36:12.983" v="27" actId="26606"/>
          <ac:cxnSpMkLst>
            <pc:docMk/>
            <pc:sldMk cId="3568309152" sldId="256"/>
            <ac:cxnSpMk id="203" creationId="{C41BAEC7-F7B0-4224-8B18-8F74B7D87F0B}"/>
          </ac:cxnSpMkLst>
        </pc:cxnChg>
      </pc:sldChg>
      <pc:sldChg chg="modSp mod">
        <pc:chgData name="Jefferson Passerini" userId="ec684a97d9b6a829" providerId="LiveId" clId="{BB787B5C-E77E-432F-B6BF-C3D49160FE0A}" dt="2024-05-29T16:35:24.162" v="78" actId="122"/>
        <pc:sldMkLst>
          <pc:docMk/>
          <pc:sldMk cId="1879529569" sldId="287"/>
        </pc:sldMkLst>
        <pc:spChg chg="mod">
          <ac:chgData name="Jefferson Passerini" userId="ec684a97d9b6a829" providerId="LiveId" clId="{BB787B5C-E77E-432F-B6BF-C3D49160FE0A}" dt="2024-05-29T16:35:24.162" v="78" actId="122"/>
          <ac:spMkLst>
            <pc:docMk/>
            <pc:sldMk cId="1879529569" sldId="287"/>
            <ac:spMk id="3" creationId="{212081E4-07F6-C689-2ACC-B6CADD634983}"/>
          </ac:spMkLst>
        </pc:spChg>
        <pc:spChg chg="mod">
          <ac:chgData name="Jefferson Passerini" userId="ec684a97d9b6a829" providerId="LiveId" clId="{BB787B5C-E77E-432F-B6BF-C3D49160FE0A}" dt="2024-05-29T13:36:34.954" v="58" actId="20577"/>
          <ac:spMkLst>
            <pc:docMk/>
            <pc:sldMk cId="1879529569" sldId="287"/>
            <ac:spMk id="4" creationId="{5EA05B02-D80D-3624-D3E0-6EB75542A97B}"/>
          </ac:spMkLst>
        </pc:spChg>
      </pc:sldChg>
      <pc:sldChg chg="del">
        <pc:chgData name="Jefferson Passerini" userId="ec684a97d9b6a829" providerId="LiveId" clId="{BB787B5C-E77E-432F-B6BF-C3D49160FE0A}" dt="2024-05-29T13:36:22.856" v="28" actId="47"/>
        <pc:sldMkLst>
          <pc:docMk/>
          <pc:sldMk cId="79919528" sldId="288"/>
        </pc:sldMkLst>
      </pc:sldChg>
      <pc:sldChg chg="add">
        <pc:chgData name="Jefferson Passerini" userId="ec684a97d9b6a829" providerId="LiveId" clId="{BB787B5C-E77E-432F-B6BF-C3D49160FE0A}" dt="2024-05-29T16:35:35.445" v="79" actId="2890"/>
        <pc:sldMkLst>
          <pc:docMk/>
          <pc:sldMk cId="617917625" sldId="288"/>
        </pc:sldMkLst>
      </pc:sldChg>
      <pc:sldChg chg="del">
        <pc:chgData name="Jefferson Passerini" userId="ec684a97d9b6a829" providerId="LiveId" clId="{BB787B5C-E77E-432F-B6BF-C3D49160FE0A}" dt="2024-05-29T13:36:23.094" v="29" actId="47"/>
        <pc:sldMkLst>
          <pc:docMk/>
          <pc:sldMk cId="3208648039" sldId="289"/>
        </pc:sldMkLst>
      </pc:sldChg>
      <pc:sldChg chg="modSp add mod">
        <pc:chgData name="Jefferson Passerini" userId="ec684a97d9b6a829" providerId="LiveId" clId="{BB787B5C-E77E-432F-B6BF-C3D49160FE0A}" dt="2024-05-29T16:42:06.107" v="257" actId="113"/>
        <pc:sldMkLst>
          <pc:docMk/>
          <pc:sldMk cId="3838484681" sldId="289"/>
        </pc:sldMkLst>
        <pc:spChg chg="mod">
          <ac:chgData name="Jefferson Passerini" userId="ec684a97d9b6a829" providerId="LiveId" clId="{BB787B5C-E77E-432F-B6BF-C3D49160FE0A}" dt="2024-05-29T16:42:06.107" v="257" actId="113"/>
          <ac:spMkLst>
            <pc:docMk/>
            <pc:sldMk cId="3838484681" sldId="289"/>
            <ac:spMk id="3" creationId="{212081E4-07F6-C689-2ACC-B6CADD634983}"/>
          </ac:spMkLst>
        </pc:spChg>
      </pc:sldChg>
      <pc:sldChg chg="del">
        <pc:chgData name="Jefferson Passerini" userId="ec684a97d9b6a829" providerId="LiveId" clId="{BB787B5C-E77E-432F-B6BF-C3D49160FE0A}" dt="2024-05-29T13:36:23.365" v="30" actId="47"/>
        <pc:sldMkLst>
          <pc:docMk/>
          <pc:sldMk cId="169101092" sldId="290"/>
        </pc:sldMkLst>
      </pc:sldChg>
      <pc:sldChg chg="modSp add mod">
        <pc:chgData name="Jefferson Passerini" userId="ec684a97d9b6a829" providerId="LiveId" clId="{BB787B5C-E77E-432F-B6BF-C3D49160FE0A}" dt="2024-05-29T16:42:02.473" v="256" actId="113"/>
        <pc:sldMkLst>
          <pc:docMk/>
          <pc:sldMk cId="522826668" sldId="290"/>
        </pc:sldMkLst>
        <pc:spChg chg="mod">
          <ac:chgData name="Jefferson Passerini" userId="ec684a97d9b6a829" providerId="LiveId" clId="{BB787B5C-E77E-432F-B6BF-C3D49160FE0A}" dt="2024-05-29T16:42:02.473" v="256" actId="113"/>
          <ac:spMkLst>
            <pc:docMk/>
            <pc:sldMk cId="522826668" sldId="290"/>
            <ac:spMk id="3" creationId="{212081E4-07F6-C689-2ACC-B6CADD634983}"/>
          </ac:spMkLst>
        </pc:spChg>
      </pc:sldChg>
      <pc:sldChg chg="modSp add mod">
        <pc:chgData name="Jefferson Passerini" userId="ec684a97d9b6a829" providerId="LiveId" clId="{BB787B5C-E77E-432F-B6BF-C3D49160FE0A}" dt="2024-05-29T16:45:30.403" v="324" actId="115"/>
        <pc:sldMkLst>
          <pc:docMk/>
          <pc:sldMk cId="1323548143" sldId="291"/>
        </pc:sldMkLst>
        <pc:spChg chg="mod">
          <ac:chgData name="Jefferson Passerini" userId="ec684a97d9b6a829" providerId="LiveId" clId="{BB787B5C-E77E-432F-B6BF-C3D49160FE0A}" dt="2024-05-29T16:45:30.403" v="324" actId="115"/>
          <ac:spMkLst>
            <pc:docMk/>
            <pc:sldMk cId="1323548143" sldId="291"/>
            <ac:spMk id="3" creationId="{212081E4-07F6-C689-2ACC-B6CADD634983}"/>
          </ac:spMkLst>
        </pc:spChg>
      </pc:sldChg>
      <pc:sldChg chg="del">
        <pc:chgData name="Jefferson Passerini" userId="ec684a97d9b6a829" providerId="LiveId" clId="{BB787B5C-E77E-432F-B6BF-C3D49160FE0A}" dt="2024-05-29T13:36:23.822" v="31" actId="47"/>
        <pc:sldMkLst>
          <pc:docMk/>
          <pc:sldMk cId="3824080945" sldId="291"/>
        </pc:sldMkLst>
      </pc:sldChg>
      <pc:sldChg chg="del">
        <pc:chgData name="Jefferson Passerini" userId="ec684a97d9b6a829" providerId="LiveId" clId="{BB787B5C-E77E-432F-B6BF-C3D49160FE0A}" dt="2024-05-29T13:36:23.897" v="33" actId="47"/>
        <pc:sldMkLst>
          <pc:docMk/>
          <pc:sldMk cId="1501771575" sldId="292"/>
        </pc:sldMkLst>
      </pc:sldChg>
      <pc:sldChg chg="modSp add mod">
        <pc:chgData name="Jefferson Passerini" userId="ec684a97d9b6a829" providerId="LiveId" clId="{BB787B5C-E77E-432F-B6BF-C3D49160FE0A}" dt="2024-05-29T16:52:45.953" v="356" actId="255"/>
        <pc:sldMkLst>
          <pc:docMk/>
          <pc:sldMk cId="1998634926" sldId="292"/>
        </pc:sldMkLst>
        <pc:spChg chg="mod">
          <ac:chgData name="Jefferson Passerini" userId="ec684a97d9b6a829" providerId="LiveId" clId="{BB787B5C-E77E-432F-B6BF-C3D49160FE0A}" dt="2024-05-29T16:52:45.953" v="356" actId="255"/>
          <ac:spMkLst>
            <pc:docMk/>
            <pc:sldMk cId="1998634926" sldId="292"/>
            <ac:spMk id="3" creationId="{212081E4-07F6-C689-2ACC-B6CADD634983}"/>
          </ac:spMkLst>
        </pc:spChg>
      </pc:sldChg>
      <pc:sldChg chg="del">
        <pc:chgData name="Jefferson Passerini" userId="ec684a97d9b6a829" providerId="LiveId" clId="{BB787B5C-E77E-432F-B6BF-C3D49160FE0A}" dt="2024-05-29T13:36:23.848" v="32" actId="47"/>
        <pc:sldMkLst>
          <pc:docMk/>
          <pc:sldMk cId="1678466067" sldId="293"/>
        </pc:sldMkLst>
      </pc:sldChg>
      <pc:sldChg chg="modSp add mod">
        <pc:chgData name="Jefferson Passerini" userId="ec684a97d9b6a829" providerId="LiveId" clId="{BB787B5C-E77E-432F-B6BF-C3D49160FE0A}" dt="2024-05-29T16:54:54.674" v="389" actId="255"/>
        <pc:sldMkLst>
          <pc:docMk/>
          <pc:sldMk cId="2665549346" sldId="293"/>
        </pc:sldMkLst>
        <pc:spChg chg="mod">
          <ac:chgData name="Jefferson Passerini" userId="ec684a97d9b6a829" providerId="LiveId" clId="{BB787B5C-E77E-432F-B6BF-C3D49160FE0A}" dt="2024-05-29T16:54:54.674" v="389" actId="255"/>
          <ac:spMkLst>
            <pc:docMk/>
            <pc:sldMk cId="2665549346" sldId="293"/>
            <ac:spMk id="3" creationId="{212081E4-07F6-C689-2ACC-B6CADD634983}"/>
          </ac:spMkLst>
        </pc:spChg>
      </pc:sldChg>
      <pc:sldChg chg="del">
        <pc:chgData name="Jefferson Passerini" userId="ec684a97d9b6a829" providerId="LiveId" clId="{BB787B5C-E77E-432F-B6BF-C3D49160FE0A}" dt="2024-05-29T13:36:24.078" v="34" actId="47"/>
        <pc:sldMkLst>
          <pc:docMk/>
          <pc:sldMk cId="1279196574" sldId="294"/>
        </pc:sldMkLst>
      </pc:sldChg>
      <pc:sldChg chg="addSp modSp add mod">
        <pc:chgData name="Jefferson Passerini" userId="ec684a97d9b6a829" providerId="LiveId" clId="{BB787B5C-E77E-432F-B6BF-C3D49160FE0A}" dt="2024-05-29T16:58:19.014" v="471" actId="20577"/>
        <pc:sldMkLst>
          <pc:docMk/>
          <pc:sldMk cId="1838402090" sldId="294"/>
        </pc:sldMkLst>
        <pc:spChg chg="mod">
          <ac:chgData name="Jefferson Passerini" userId="ec684a97d9b6a829" providerId="LiveId" clId="{BB787B5C-E77E-432F-B6BF-C3D49160FE0A}" dt="2024-05-29T16:58:19.014" v="471" actId="20577"/>
          <ac:spMkLst>
            <pc:docMk/>
            <pc:sldMk cId="1838402090" sldId="294"/>
            <ac:spMk id="3" creationId="{212081E4-07F6-C689-2ACC-B6CADD634983}"/>
          </ac:spMkLst>
        </pc:spChg>
        <pc:picChg chg="add mod">
          <ac:chgData name="Jefferson Passerini" userId="ec684a97d9b6a829" providerId="LiveId" clId="{BB787B5C-E77E-432F-B6BF-C3D49160FE0A}" dt="2024-05-29T16:57:48.654" v="468" actId="1076"/>
          <ac:picMkLst>
            <pc:docMk/>
            <pc:sldMk cId="1838402090" sldId="294"/>
            <ac:picMk id="5" creationId="{5A049B0F-C654-BCC9-21A3-C115743C7CE7}"/>
          </ac:picMkLst>
        </pc:picChg>
      </pc:sldChg>
      <pc:sldChg chg="del">
        <pc:chgData name="Jefferson Passerini" userId="ec684a97d9b6a829" providerId="LiveId" clId="{BB787B5C-E77E-432F-B6BF-C3D49160FE0A}" dt="2024-05-29T13:36:24.277" v="35" actId="47"/>
        <pc:sldMkLst>
          <pc:docMk/>
          <pc:sldMk cId="1190761301" sldId="295"/>
        </pc:sldMkLst>
      </pc:sldChg>
      <pc:sldChg chg="modSp add mod">
        <pc:chgData name="Jefferson Passerini" userId="ec684a97d9b6a829" providerId="LiveId" clId="{BB787B5C-E77E-432F-B6BF-C3D49160FE0A}" dt="2024-05-29T16:59:31.953" v="484" actId="113"/>
        <pc:sldMkLst>
          <pc:docMk/>
          <pc:sldMk cId="2120685856" sldId="295"/>
        </pc:sldMkLst>
        <pc:spChg chg="mod">
          <ac:chgData name="Jefferson Passerini" userId="ec684a97d9b6a829" providerId="LiveId" clId="{BB787B5C-E77E-432F-B6BF-C3D49160FE0A}" dt="2024-05-29T16:59:31.953" v="484" actId="113"/>
          <ac:spMkLst>
            <pc:docMk/>
            <pc:sldMk cId="2120685856" sldId="295"/>
            <ac:spMk id="3" creationId="{212081E4-07F6-C689-2ACC-B6CADD634983}"/>
          </ac:spMkLst>
        </pc:spChg>
      </pc:sldChg>
      <pc:sldChg chg="modSp add mod">
        <pc:chgData name="Jefferson Passerini" userId="ec684a97d9b6a829" providerId="LiveId" clId="{BB787B5C-E77E-432F-B6BF-C3D49160FE0A}" dt="2024-05-29T17:00:53.285" v="497" actId="113"/>
        <pc:sldMkLst>
          <pc:docMk/>
          <pc:sldMk cId="2209514330" sldId="296"/>
        </pc:sldMkLst>
        <pc:spChg chg="mod">
          <ac:chgData name="Jefferson Passerini" userId="ec684a97d9b6a829" providerId="LiveId" clId="{BB787B5C-E77E-432F-B6BF-C3D49160FE0A}" dt="2024-05-29T17:00:53.285" v="497" actId="113"/>
          <ac:spMkLst>
            <pc:docMk/>
            <pc:sldMk cId="2209514330" sldId="296"/>
            <ac:spMk id="3" creationId="{212081E4-07F6-C689-2ACC-B6CADD634983}"/>
          </ac:spMkLst>
        </pc:spChg>
      </pc:sldChg>
      <pc:sldChg chg="del">
        <pc:chgData name="Jefferson Passerini" userId="ec684a97d9b6a829" providerId="LiveId" clId="{BB787B5C-E77E-432F-B6BF-C3D49160FE0A}" dt="2024-05-29T13:36:24.509" v="36" actId="47"/>
        <pc:sldMkLst>
          <pc:docMk/>
          <pc:sldMk cId="3236742059" sldId="296"/>
        </pc:sldMkLst>
      </pc:sldChg>
      <pc:sldChg chg="modSp add mod">
        <pc:chgData name="Jefferson Passerini" userId="ec684a97d9b6a829" providerId="LiveId" clId="{BB787B5C-E77E-432F-B6BF-C3D49160FE0A}" dt="2024-05-29T17:02:23.896" v="505" actId="113"/>
        <pc:sldMkLst>
          <pc:docMk/>
          <pc:sldMk cId="1266118256" sldId="297"/>
        </pc:sldMkLst>
        <pc:spChg chg="mod">
          <ac:chgData name="Jefferson Passerini" userId="ec684a97d9b6a829" providerId="LiveId" clId="{BB787B5C-E77E-432F-B6BF-C3D49160FE0A}" dt="2024-05-29T17:02:23.896" v="505" actId="113"/>
          <ac:spMkLst>
            <pc:docMk/>
            <pc:sldMk cId="1266118256" sldId="297"/>
            <ac:spMk id="3" creationId="{212081E4-07F6-C689-2ACC-B6CADD634983}"/>
          </ac:spMkLst>
        </pc:spChg>
      </pc:sldChg>
      <pc:sldChg chg="del">
        <pc:chgData name="Jefferson Passerini" userId="ec684a97d9b6a829" providerId="LiveId" clId="{BB787B5C-E77E-432F-B6BF-C3D49160FE0A}" dt="2024-05-29T13:36:24.874" v="37" actId="47"/>
        <pc:sldMkLst>
          <pc:docMk/>
          <pc:sldMk cId="2307360450" sldId="297"/>
        </pc:sldMkLst>
      </pc:sldChg>
      <pc:sldChg chg="del">
        <pc:chgData name="Jefferson Passerini" userId="ec684a97d9b6a829" providerId="LiveId" clId="{BB787B5C-E77E-432F-B6BF-C3D49160FE0A}" dt="2024-05-29T13:36:25.266" v="38" actId="47"/>
        <pc:sldMkLst>
          <pc:docMk/>
          <pc:sldMk cId="1208440842" sldId="298"/>
        </pc:sldMkLst>
      </pc:sldChg>
      <pc:sldChg chg="addSp delSp modSp add mod">
        <pc:chgData name="Jefferson Passerini" userId="ec684a97d9b6a829" providerId="LiveId" clId="{BB787B5C-E77E-432F-B6BF-C3D49160FE0A}" dt="2024-05-29T17:05:43.246" v="906" actId="27636"/>
        <pc:sldMkLst>
          <pc:docMk/>
          <pc:sldMk cId="3160059937" sldId="298"/>
        </pc:sldMkLst>
        <pc:spChg chg="mod">
          <ac:chgData name="Jefferson Passerini" userId="ec684a97d9b6a829" providerId="LiveId" clId="{BB787B5C-E77E-432F-B6BF-C3D49160FE0A}" dt="2024-05-29T17:05:43.246" v="906" actId="27636"/>
          <ac:spMkLst>
            <pc:docMk/>
            <pc:sldMk cId="3160059937" sldId="298"/>
            <ac:spMk id="3" creationId="{212081E4-07F6-C689-2ACC-B6CADD634983}"/>
          </ac:spMkLst>
        </pc:spChg>
        <pc:picChg chg="del">
          <ac:chgData name="Jefferson Passerini" userId="ec684a97d9b6a829" providerId="LiveId" clId="{BB787B5C-E77E-432F-B6BF-C3D49160FE0A}" dt="2024-05-29T17:05:20.190" v="900" actId="478"/>
          <ac:picMkLst>
            <pc:docMk/>
            <pc:sldMk cId="3160059937" sldId="298"/>
            <ac:picMk id="5" creationId="{5A049B0F-C654-BCC9-21A3-C115743C7CE7}"/>
          </ac:picMkLst>
        </pc:picChg>
        <pc:picChg chg="add mod">
          <ac:chgData name="Jefferson Passerini" userId="ec684a97d9b6a829" providerId="LiveId" clId="{BB787B5C-E77E-432F-B6BF-C3D49160FE0A}" dt="2024-05-29T17:05:39.547" v="904" actId="1076"/>
          <ac:picMkLst>
            <pc:docMk/>
            <pc:sldMk cId="3160059937" sldId="298"/>
            <ac:picMk id="6" creationId="{B5002F2C-259B-8C1C-D482-66817F39B577}"/>
          </ac:picMkLst>
        </pc:picChg>
      </pc:sldChg>
      <pc:sldChg chg="delSp modSp add mod">
        <pc:chgData name="Jefferson Passerini" userId="ec684a97d9b6a829" providerId="LiveId" clId="{BB787B5C-E77E-432F-B6BF-C3D49160FE0A}" dt="2024-05-29T17:08:44.385" v="1036" actId="15"/>
        <pc:sldMkLst>
          <pc:docMk/>
          <pc:sldMk cId="2788255460" sldId="299"/>
        </pc:sldMkLst>
        <pc:spChg chg="mod">
          <ac:chgData name="Jefferson Passerini" userId="ec684a97d9b6a829" providerId="LiveId" clId="{BB787B5C-E77E-432F-B6BF-C3D49160FE0A}" dt="2024-05-29T17:08:44.385" v="1036" actId="15"/>
          <ac:spMkLst>
            <pc:docMk/>
            <pc:sldMk cId="2788255460" sldId="299"/>
            <ac:spMk id="3" creationId="{212081E4-07F6-C689-2ACC-B6CADD634983}"/>
          </ac:spMkLst>
        </pc:spChg>
        <pc:picChg chg="del">
          <ac:chgData name="Jefferson Passerini" userId="ec684a97d9b6a829" providerId="LiveId" clId="{BB787B5C-E77E-432F-B6BF-C3D49160FE0A}" dt="2024-05-29T17:06:01.659" v="908" actId="478"/>
          <ac:picMkLst>
            <pc:docMk/>
            <pc:sldMk cId="2788255460" sldId="299"/>
            <ac:picMk id="6" creationId="{B5002F2C-259B-8C1C-D482-66817F39B577}"/>
          </ac:picMkLst>
        </pc:picChg>
      </pc:sldChg>
      <pc:sldChg chg="del">
        <pc:chgData name="Jefferson Passerini" userId="ec684a97d9b6a829" providerId="LiveId" clId="{BB787B5C-E77E-432F-B6BF-C3D49160FE0A}" dt="2024-05-29T13:36:28.455" v="49" actId="47"/>
        <pc:sldMkLst>
          <pc:docMk/>
          <pc:sldMk cId="4080487242" sldId="299"/>
        </pc:sldMkLst>
      </pc:sldChg>
      <pc:sldChg chg="modSp add mod">
        <pc:chgData name="Jefferson Passerini" userId="ec684a97d9b6a829" providerId="LiveId" clId="{BB787B5C-E77E-432F-B6BF-C3D49160FE0A}" dt="2024-05-29T17:09:52.219" v="1052" actId="108"/>
        <pc:sldMkLst>
          <pc:docMk/>
          <pc:sldMk cId="3027120737" sldId="300"/>
        </pc:sldMkLst>
        <pc:spChg chg="mod">
          <ac:chgData name="Jefferson Passerini" userId="ec684a97d9b6a829" providerId="LiveId" clId="{BB787B5C-E77E-432F-B6BF-C3D49160FE0A}" dt="2024-05-29T17:09:52.219" v="1052" actId="108"/>
          <ac:spMkLst>
            <pc:docMk/>
            <pc:sldMk cId="3027120737" sldId="300"/>
            <ac:spMk id="3" creationId="{212081E4-07F6-C689-2ACC-B6CADD634983}"/>
          </ac:spMkLst>
        </pc:spChg>
      </pc:sldChg>
      <pc:sldChg chg="del">
        <pc:chgData name="Jefferson Passerini" userId="ec684a97d9b6a829" providerId="LiveId" clId="{BB787B5C-E77E-432F-B6BF-C3D49160FE0A}" dt="2024-05-29T13:36:28.926" v="50" actId="47"/>
        <pc:sldMkLst>
          <pc:docMk/>
          <pc:sldMk cId="3554057361" sldId="300"/>
        </pc:sldMkLst>
      </pc:sldChg>
      <pc:sldChg chg="modSp add ord">
        <pc:chgData name="Jefferson Passerini" userId="ec684a97d9b6a829" providerId="LiveId" clId="{BB787B5C-E77E-432F-B6BF-C3D49160FE0A}" dt="2024-05-29T17:11:09.830" v="1078"/>
        <pc:sldMkLst>
          <pc:docMk/>
          <pc:sldMk cId="1811027880" sldId="301"/>
        </pc:sldMkLst>
        <pc:spChg chg="mod">
          <ac:chgData name="Jefferson Passerini" userId="ec684a97d9b6a829" providerId="LiveId" clId="{BB787B5C-E77E-432F-B6BF-C3D49160FE0A}" dt="2024-05-29T17:10:58.315" v="1075" actId="20577"/>
          <ac:spMkLst>
            <pc:docMk/>
            <pc:sldMk cId="1811027880" sldId="301"/>
            <ac:spMk id="2" creationId="{2E243026-E16F-9CDD-AE56-CF691B008A41}"/>
          </ac:spMkLst>
        </pc:spChg>
      </pc:sldChg>
      <pc:sldChg chg="del">
        <pc:chgData name="Jefferson Passerini" userId="ec684a97d9b6a829" providerId="LiveId" clId="{BB787B5C-E77E-432F-B6BF-C3D49160FE0A}" dt="2024-05-29T13:36:25.558" v="39" actId="47"/>
        <pc:sldMkLst>
          <pc:docMk/>
          <pc:sldMk cId="2816627089" sldId="301"/>
        </pc:sldMkLst>
      </pc:sldChg>
      <pc:sldChg chg="del">
        <pc:chgData name="Jefferson Passerini" userId="ec684a97d9b6a829" providerId="LiveId" clId="{BB787B5C-E77E-432F-B6BF-C3D49160FE0A}" dt="2024-05-29T13:36:25.868" v="40" actId="47"/>
        <pc:sldMkLst>
          <pc:docMk/>
          <pc:sldMk cId="1299146882" sldId="302"/>
        </pc:sldMkLst>
      </pc:sldChg>
      <pc:sldChg chg="addSp modSp add mod">
        <pc:chgData name="Jefferson Passerini" userId="ec684a97d9b6a829" providerId="LiveId" clId="{BB787B5C-E77E-432F-B6BF-C3D49160FE0A}" dt="2024-05-29T17:16:10.321" v="1118" actId="1076"/>
        <pc:sldMkLst>
          <pc:docMk/>
          <pc:sldMk cId="3464557575" sldId="302"/>
        </pc:sldMkLst>
        <pc:spChg chg="add mod">
          <ac:chgData name="Jefferson Passerini" userId="ec684a97d9b6a829" providerId="LiveId" clId="{BB787B5C-E77E-432F-B6BF-C3D49160FE0A}" dt="2024-05-29T17:12:52.576" v="1107" actId="1035"/>
          <ac:spMkLst>
            <pc:docMk/>
            <pc:sldMk cId="3464557575" sldId="302"/>
            <ac:spMk id="2" creationId="{EE1EA9E1-72F7-6EE9-327C-D1AA78D8B8DE}"/>
          </ac:spMkLst>
        </pc:spChg>
        <pc:spChg chg="mod">
          <ac:chgData name="Jefferson Passerini" userId="ec684a97d9b6a829" providerId="LiveId" clId="{BB787B5C-E77E-432F-B6BF-C3D49160FE0A}" dt="2024-05-29T17:16:10.321" v="1118" actId="1076"/>
          <ac:spMkLst>
            <pc:docMk/>
            <pc:sldMk cId="3464557575" sldId="302"/>
            <ac:spMk id="3" creationId="{212081E4-07F6-C689-2ACC-B6CADD634983}"/>
          </ac:spMkLst>
        </pc:spChg>
        <pc:picChg chg="add mod">
          <ac:chgData name="Jefferson Passerini" userId="ec684a97d9b6a829" providerId="LiveId" clId="{BB787B5C-E77E-432F-B6BF-C3D49160FE0A}" dt="2024-05-29T17:16:03.943" v="1117" actId="1076"/>
          <ac:picMkLst>
            <pc:docMk/>
            <pc:sldMk cId="3464557575" sldId="302"/>
            <ac:picMk id="6" creationId="{E019D0FD-28BD-43A4-3BC3-B3ACD1DBDF75}"/>
          </ac:picMkLst>
        </pc:picChg>
      </pc:sldChg>
      <pc:sldChg chg="del">
        <pc:chgData name="Jefferson Passerini" userId="ec684a97d9b6a829" providerId="LiveId" clId="{BB787B5C-E77E-432F-B6BF-C3D49160FE0A}" dt="2024-05-29T13:36:26.167" v="41" actId="47"/>
        <pc:sldMkLst>
          <pc:docMk/>
          <pc:sldMk cId="1923353088" sldId="303"/>
        </pc:sldMkLst>
      </pc:sldChg>
      <pc:sldChg chg="del">
        <pc:chgData name="Jefferson Passerini" userId="ec684a97d9b6a829" providerId="LiveId" clId="{BB787B5C-E77E-432F-B6BF-C3D49160FE0A}" dt="2024-05-29T13:36:26.463" v="42" actId="47"/>
        <pc:sldMkLst>
          <pc:docMk/>
          <pc:sldMk cId="252965080" sldId="304"/>
        </pc:sldMkLst>
      </pc:sldChg>
      <pc:sldChg chg="del">
        <pc:chgData name="Jefferson Passerini" userId="ec684a97d9b6a829" providerId="LiveId" clId="{BB787B5C-E77E-432F-B6BF-C3D49160FE0A}" dt="2024-05-29T13:36:26.731" v="43" actId="47"/>
        <pc:sldMkLst>
          <pc:docMk/>
          <pc:sldMk cId="607682740" sldId="305"/>
        </pc:sldMkLst>
      </pc:sldChg>
      <pc:sldChg chg="del">
        <pc:chgData name="Jefferson Passerini" userId="ec684a97d9b6a829" providerId="LiveId" clId="{BB787B5C-E77E-432F-B6BF-C3D49160FE0A}" dt="2024-05-29T13:36:27.042" v="44" actId="47"/>
        <pc:sldMkLst>
          <pc:docMk/>
          <pc:sldMk cId="2396349990" sldId="306"/>
        </pc:sldMkLst>
      </pc:sldChg>
      <pc:sldChg chg="del">
        <pc:chgData name="Jefferson Passerini" userId="ec684a97d9b6a829" providerId="LiveId" clId="{BB787B5C-E77E-432F-B6BF-C3D49160FE0A}" dt="2024-05-29T13:36:27.635" v="46" actId="47"/>
        <pc:sldMkLst>
          <pc:docMk/>
          <pc:sldMk cId="2185694841" sldId="307"/>
        </pc:sldMkLst>
      </pc:sldChg>
      <pc:sldChg chg="del">
        <pc:chgData name="Jefferson Passerini" userId="ec684a97d9b6a829" providerId="LiveId" clId="{BB787B5C-E77E-432F-B6BF-C3D49160FE0A}" dt="2024-05-29T13:36:27.381" v="45" actId="47"/>
        <pc:sldMkLst>
          <pc:docMk/>
          <pc:sldMk cId="962548081" sldId="308"/>
        </pc:sldMkLst>
      </pc:sldChg>
      <pc:sldChg chg="del">
        <pc:chgData name="Jefferson Passerini" userId="ec684a97d9b6a829" providerId="LiveId" clId="{BB787B5C-E77E-432F-B6BF-C3D49160FE0A}" dt="2024-05-29T13:36:27.880" v="47" actId="47"/>
        <pc:sldMkLst>
          <pc:docMk/>
          <pc:sldMk cId="3387030225" sldId="309"/>
        </pc:sldMkLst>
      </pc:sldChg>
      <pc:sldChg chg="del">
        <pc:chgData name="Jefferson Passerini" userId="ec684a97d9b6a829" providerId="LiveId" clId="{BB787B5C-E77E-432F-B6BF-C3D49160FE0A}" dt="2024-05-29T13:36:28.169" v="48" actId="47"/>
        <pc:sldMkLst>
          <pc:docMk/>
          <pc:sldMk cId="2669602002" sldId="310"/>
        </pc:sldMkLst>
      </pc:sldChg>
      <pc:sldChg chg="del">
        <pc:chgData name="Jefferson Passerini" userId="ec684a97d9b6a829" providerId="LiveId" clId="{BB787B5C-E77E-432F-B6BF-C3D49160FE0A}" dt="2024-05-29T13:36:29.223" v="51" actId="47"/>
        <pc:sldMkLst>
          <pc:docMk/>
          <pc:sldMk cId="145990791" sldId="311"/>
        </pc:sldMkLst>
      </pc:sldChg>
    </pc:docChg>
  </pc:docChgLst>
  <pc:docChgLst>
    <pc:chgData name="Jefferson Passerini" userId="ec684a97d9b6a829" providerId="LiveId" clId="{6D4B5001-5DF0-4AF5-979B-4C3C5DA419DE}"/>
    <pc:docChg chg="undo custSel addSld delSld modSld sldOrd">
      <pc:chgData name="Jefferson Passerini" userId="ec684a97d9b6a829" providerId="LiveId" clId="{6D4B5001-5DF0-4AF5-979B-4C3C5DA419DE}" dt="2024-03-21T19:43:49.602" v="6723" actId="1076"/>
      <pc:docMkLst>
        <pc:docMk/>
      </pc:docMkLst>
      <pc:sldChg chg="addSp delSp modSp add del mod setBg">
        <pc:chgData name="Jefferson Passerini" userId="ec684a97d9b6a829" providerId="LiveId" clId="{6D4B5001-5DF0-4AF5-979B-4C3C5DA419DE}" dt="2024-03-21T11:40:00.518" v="86" actId="20577"/>
        <pc:sldMkLst>
          <pc:docMk/>
          <pc:sldMk cId="3568309152" sldId="256"/>
        </pc:sldMkLst>
        <pc:spChg chg="mod">
          <ac:chgData name="Jefferson Passerini" userId="ec684a97d9b6a829" providerId="LiveId" clId="{6D4B5001-5DF0-4AF5-979B-4C3C5DA419DE}" dt="2024-03-21T11:40:00.518" v="86" actId="20577"/>
          <ac:spMkLst>
            <pc:docMk/>
            <pc:sldMk cId="3568309152" sldId="256"/>
            <ac:spMk id="2" creationId="{2E243026-E16F-9CDD-AE56-CF691B008A41}"/>
          </ac:spMkLst>
        </pc:spChg>
        <pc:spChg chg="mod">
          <ac:chgData name="Jefferson Passerini" userId="ec684a97d9b6a829" providerId="LiveId" clId="{6D4B5001-5DF0-4AF5-979B-4C3C5DA419DE}" dt="2024-03-21T11:39:53.914" v="81" actId="26606"/>
          <ac:spMkLst>
            <pc:docMk/>
            <pc:sldMk cId="3568309152" sldId="256"/>
            <ac:spMk id="3" creationId="{A782A01C-CDB4-BEF0-9F78-DD3F68C87023}"/>
          </ac:spMkLst>
        </pc:spChg>
        <pc:spChg chg="add del">
          <ac:chgData name="Jefferson Passerini" userId="ec684a97d9b6a829" providerId="LiveId" clId="{6D4B5001-5DF0-4AF5-979B-4C3C5DA419DE}" dt="2024-03-21T11:39:53.914" v="81" actId="26606"/>
          <ac:spMkLst>
            <pc:docMk/>
            <pc:sldMk cId="3568309152" sldId="256"/>
            <ac:spMk id="10" creationId="{0671A8AE-40A1-4631-A6B8-581AFF065482}"/>
          </ac:spMkLst>
        </pc:spChg>
        <pc:spChg chg="add del">
          <ac:chgData name="Jefferson Passerini" userId="ec684a97d9b6a829" providerId="LiveId" clId="{6D4B5001-5DF0-4AF5-979B-4C3C5DA419DE}" dt="2024-03-21T11:39:53.914" v="81" actId="26606"/>
          <ac:spMkLst>
            <pc:docMk/>
            <pc:sldMk cId="3568309152" sldId="256"/>
            <ac:spMk id="12" creationId="{AB58EF07-17C2-48CF-ABB0-EEF1F17CB8F0}"/>
          </ac:spMkLst>
        </pc:spChg>
        <pc:spChg chg="add del">
          <ac:chgData name="Jefferson Passerini" userId="ec684a97d9b6a829" providerId="LiveId" clId="{6D4B5001-5DF0-4AF5-979B-4C3C5DA419DE}" dt="2024-03-21T11:39:53.914" v="81" actId="26606"/>
          <ac:spMkLst>
            <pc:docMk/>
            <pc:sldMk cId="3568309152" sldId="256"/>
            <ac:spMk id="14" creationId="{AF2F604E-43BE-4DC3-B983-E071523364F8}"/>
          </ac:spMkLst>
        </pc:spChg>
        <pc:spChg chg="add del">
          <ac:chgData name="Jefferson Passerini" userId="ec684a97d9b6a829" providerId="LiveId" clId="{6D4B5001-5DF0-4AF5-979B-4C3C5DA419DE}" dt="2024-03-21T11:39:53.914" v="81" actId="26606"/>
          <ac:spMkLst>
            <pc:docMk/>
            <pc:sldMk cId="3568309152" sldId="256"/>
            <ac:spMk id="16" creationId="{08C9B587-E65E-4B52-B37C-ABEBB6E87928}"/>
          </ac:spMkLst>
        </pc:spChg>
        <pc:spChg chg="add del">
          <ac:chgData name="Jefferson Passerini" userId="ec684a97d9b6a829" providerId="LiveId" clId="{6D4B5001-5DF0-4AF5-979B-4C3C5DA419DE}" dt="2024-03-21T11:38:47.304" v="48" actId="26606"/>
          <ac:spMkLst>
            <pc:docMk/>
            <pc:sldMk cId="3568309152" sldId="256"/>
            <ac:spMk id="21" creationId="{06DA9DF9-31F7-4056-B42E-878CC92417B8}"/>
          </ac:spMkLst>
        </pc:spChg>
        <pc:spChg chg="add del">
          <ac:chgData name="Jefferson Passerini" userId="ec684a97d9b6a829" providerId="LiveId" clId="{6D4B5001-5DF0-4AF5-979B-4C3C5DA419DE}" dt="2024-03-21T11:38:53.808" v="50" actId="26606"/>
          <ac:spMkLst>
            <pc:docMk/>
            <pc:sldMk cId="3568309152" sldId="256"/>
            <ac:spMk id="23" creationId="{7CCFC2C6-6238-4A2F-93DE-2ADF74AF635E}"/>
          </ac:spMkLst>
        </pc:spChg>
        <pc:spChg chg="add del">
          <ac:chgData name="Jefferson Passerini" userId="ec684a97d9b6a829" providerId="LiveId" clId="{6D4B5001-5DF0-4AF5-979B-4C3C5DA419DE}" dt="2024-03-21T11:38:53.808" v="50" actId="26606"/>
          <ac:spMkLst>
            <pc:docMk/>
            <pc:sldMk cId="3568309152" sldId="256"/>
            <ac:spMk id="24" creationId="{6CCA5F87-1D1E-45CB-8D83-FC7EEFAD9935}"/>
          </ac:spMkLst>
        </pc:spChg>
        <pc:spChg chg="add del">
          <ac:chgData name="Jefferson Passerini" userId="ec684a97d9b6a829" providerId="LiveId" clId="{6D4B5001-5DF0-4AF5-979B-4C3C5DA419DE}" dt="2024-03-21T11:38:53.808" v="50" actId="26606"/>
          <ac:spMkLst>
            <pc:docMk/>
            <pc:sldMk cId="3568309152" sldId="256"/>
            <ac:spMk id="25" creationId="{AF2F604E-43BE-4DC3-B983-E071523364F8}"/>
          </ac:spMkLst>
        </pc:spChg>
        <pc:spChg chg="add del">
          <ac:chgData name="Jefferson Passerini" userId="ec684a97d9b6a829" providerId="LiveId" clId="{6D4B5001-5DF0-4AF5-979B-4C3C5DA419DE}" dt="2024-03-21T11:38:53.808" v="50" actId="26606"/>
          <ac:spMkLst>
            <pc:docMk/>
            <pc:sldMk cId="3568309152" sldId="256"/>
            <ac:spMk id="27" creationId="{08C9B587-E65E-4B52-B37C-ABEBB6E87928}"/>
          </ac:spMkLst>
        </pc:spChg>
        <pc:spChg chg="add del">
          <ac:chgData name="Jefferson Passerini" userId="ec684a97d9b6a829" providerId="LiveId" clId="{6D4B5001-5DF0-4AF5-979B-4C3C5DA419DE}" dt="2024-03-21T11:39:05.926" v="52" actId="26606"/>
          <ac:spMkLst>
            <pc:docMk/>
            <pc:sldMk cId="3568309152" sldId="256"/>
            <ac:spMk id="29" creationId="{0671A8AE-40A1-4631-A6B8-581AFF065482}"/>
          </ac:spMkLst>
        </pc:spChg>
        <pc:spChg chg="add del">
          <ac:chgData name="Jefferson Passerini" userId="ec684a97d9b6a829" providerId="LiveId" clId="{6D4B5001-5DF0-4AF5-979B-4C3C5DA419DE}" dt="2024-03-21T11:39:05.926" v="52" actId="26606"/>
          <ac:spMkLst>
            <pc:docMk/>
            <pc:sldMk cId="3568309152" sldId="256"/>
            <ac:spMk id="30" creationId="{AB58EF07-17C2-48CF-ABB0-EEF1F17CB8F0}"/>
          </ac:spMkLst>
        </pc:spChg>
        <pc:spChg chg="add del">
          <ac:chgData name="Jefferson Passerini" userId="ec684a97d9b6a829" providerId="LiveId" clId="{6D4B5001-5DF0-4AF5-979B-4C3C5DA419DE}" dt="2024-03-21T11:39:05.926" v="52" actId="26606"/>
          <ac:spMkLst>
            <pc:docMk/>
            <pc:sldMk cId="3568309152" sldId="256"/>
            <ac:spMk id="31" creationId="{AF2F604E-43BE-4DC3-B983-E071523364F8}"/>
          </ac:spMkLst>
        </pc:spChg>
        <pc:spChg chg="add del">
          <ac:chgData name="Jefferson Passerini" userId="ec684a97d9b6a829" providerId="LiveId" clId="{6D4B5001-5DF0-4AF5-979B-4C3C5DA419DE}" dt="2024-03-21T11:39:05.926" v="52" actId="26606"/>
          <ac:spMkLst>
            <pc:docMk/>
            <pc:sldMk cId="3568309152" sldId="256"/>
            <ac:spMk id="32" creationId="{08C9B587-E65E-4B52-B37C-ABEBB6E87928}"/>
          </ac:spMkLst>
        </pc:spChg>
        <pc:spChg chg="add del">
          <ac:chgData name="Jefferson Passerini" userId="ec684a97d9b6a829" providerId="LiveId" clId="{6D4B5001-5DF0-4AF5-979B-4C3C5DA419DE}" dt="2024-03-21T11:39:08.510" v="54" actId="26606"/>
          <ac:spMkLst>
            <pc:docMk/>
            <pc:sldMk cId="3568309152" sldId="256"/>
            <ac:spMk id="34" creationId="{526E0BFB-CDF1-4990-8C11-AC849311E0A8}"/>
          </ac:spMkLst>
        </pc:spChg>
        <pc:spChg chg="add del">
          <ac:chgData name="Jefferson Passerini" userId="ec684a97d9b6a829" providerId="LiveId" clId="{6D4B5001-5DF0-4AF5-979B-4C3C5DA419DE}" dt="2024-03-21T11:39:08.510" v="54" actId="26606"/>
          <ac:spMkLst>
            <pc:docMk/>
            <pc:sldMk cId="3568309152" sldId="256"/>
            <ac:spMk id="35" creationId="{6069A1F8-9BEB-4786-9694-FC48B2D75D21}"/>
          </ac:spMkLst>
        </pc:spChg>
        <pc:spChg chg="add del">
          <ac:chgData name="Jefferson Passerini" userId="ec684a97d9b6a829" providerId="LiveId" clId="{6D4B5001-5DF0-4AF5-979B-4C3C5DA419DE}" dt="2024-03-21T11:39:08.510" v="54" actId="26606"/>
          <ac:spMkLst>
            <pc:docMk/>
            <pc:sldMk cId="3568309152" sldId="256"/>
            <ac:spMk id="36" creationId="{AF2F604E-43BE-4DC3-B983-E071523364F8}"/>
          </ac:spMkLst>
        </pc:spChg>
        <pc:spChg chg="add del">
          <ac:chgData name="Jefferson Passerini" userId="ec684a97d9b6a829" providerId="LiveId" clId="{6D4B5001-5DF0-4AF5-979B-4C3C5DA419DE}" dt="2024-03-21T11:39:08.510" v="54" actId="26606"/>
          <ac:spMkLst>
            <pc:docMk/>
            <pc:sldMk cId="3568309152" sldId="256"/>
            <ac:spMk id="37" creationId="{08C9B587-E65E-4B52-B37C-ABEBB6E87928}"/>
          </ac:spMkLst>
        </pc:spChg>
        <pc:spChg chg="add del">
          <ac:chgData name="Jefferson Passerini" userId="ec684a97d9b6a829" providerId="LiveId" clId="{6D4B5001-5DF0-4AF5-979B-4C3C5DA419DE}" dt="2024-03-21T11:39:13.030" v="56" actId="26606"/>
          <ac:spMkLst>
            <pc:docMk/>
            <pc:sldMk cId="3568309152" sldId="256"/>
            <ac:spMk id="39" creationId="{E91DC736-0EF8-4F87-9146-EBF1D2EE4D3D}"/>
          </ac:spMkLst>
        </pc:spChg>
        <pc:spChg chg="add del">
          <ac:chgData name="Jefferson Passerini" userId="ec684a97d9b6a829" providerId="LiveId" clId="{6D4B5001-5DF0-4AF5-979B-4C3C5DA419DE}" dt="2024-03-21T11:39:13.030" v="56" actId="26606"/>
          <ac:spMkLst>
            <pc:docMk/>
            <pc:sldMk cId="3568309152" sldId="256"/>
            <ac:spMk id="40" creationId="{097CD68E-23E3-4007-8847-CD0944C4F7BE}"/>
          </ac:spMkLst>
        </pc:spChg>
        <pc:spChg chg="add del">
          <ac:chgData name="Jefferson Passerini" userId="ec684a97d9b6a829" providerId="LiveId" clId="{6D4B5001-5DF0-4AF5-979B-4C3C5DA419DE}" dt="2024-03-21T11:39:13.030" v="56" actId="26606"/>
          <ac:spMkLst>
            <pc:docMk/>
            <pc:sldMk cId="3568309152" sldId="256"/>
            <ac:spMk id="41" creationId="{AF2F604E-43BE-4DC3-B983-E071523364F8}"/>
          </ac:spMkLst>
        </pc:spChg>
        <pc:spChg chg="add del">
          <ac:chgData name="Jefferson Passerini" userId="ec684a97d9b6a829" providerId="LiveId" clId="{6D4B5001-5DF0-4AF5-979B-4C3C5DA419DE}" dt="2024-03-21T11:39:13.030" v="56" actId="26606"/>
          <ac:spMkLst>
            <pc:docMk/>
            <pc:sldMk cId="3568309152" sldId="256"/>
            <ac:spMk id="42" creationId="{08C9B587-E65E-4B52-B37C-ABEBB6E87928}"/>
          </ac:spMkLst>
        </pc:spChg>
        <pc:spChg chg="add del">
          <ac:chgData name="Jefferson Passerini" userId="ec684a97d9b6a829" providerId="LiveId" clId="{6D4B5001-5DF0-4AF5-979B-4C3C5DA419DE}" dt="2024-03-21T11:39:16.215" v="58" actId="26606"/>
          <ac:spMkLst>
            <pc:docMk/>
            <pc:sldMk cId="3568309152" sldId="256"/>
            <ac:spMk id="44" creationId="{22A397E7-BF60-45B2-84C7-B074B76C37A7}"/>
          </ac:spMkLst>
        </pc:spChg>
        <pc:spChg chg="add del">
          <ac:chgData name="Jefferson Passerini" userId="ec684a97d9b6a829" providerId="LiveId" clId="{6D4B5001-5DF0-4AF5-979B-4C3C5DA419DE}" dt="2024-03-21T11:39:16.215" v="58" actId="26606"/>
          <ac:spMkLst>
            <pc:docMk/>
            <pc:sldMk cId="3568309152" sldId="256"/>
            <ac:spMk id="45" creationId="{890DEF05-784E-4B61-89E4-04C4ECF4E5A0}"/>
          </ac:spMkLst>
        </pc:spChg>
        <pc:spChg chg="add del">
          <ac:chgData name="Jefferson Passerini" userId="ec684a97d9b6a829" providerId="LiveId" clId="{6D4B5001-5DF0-4AF5-979B-4C3C5DA419DE}" dt="2024-03-21T11:39:19.767" v="60" actId="26606"/>
          <ac:spMkLst>
            <pc:docMk/>
            <pc:sldMk cId="3568309152" sldId="256"/>
            <ac:spMk id="48" creationId="{55666830-9A19-4E01-8505-D6C7F9AC5665}"/>
          </ac:spMkLst>
        </pc:spChg>
        <pc:spChg chg="add del">
          <ac:chgData name="Jefferson Passerini" userId="ec684a97d9b6a829" providerId="LiveId" clId="{6D4B5001-5DF0-4AF5-979B-4C3C5DA419DE}" dt="2024-03-21T11:39:19.767" v="60" actId="26606"/>
          <ac:spMkLst>
            <pc:docMk/>
            <pc:sldMk cId="3568309152" sldId="256"/>
            <ac:spMk id="49" creationId="{AE9FC877-7FB6-4D22-9988-35420644E202}"/>
          </ac:spMkLst>
        </pc:spChg>
        <pc:spChg chg="add del">
          <ac:chgData name="Jefferson Passerini" userId="ec684a97d9b6a829" providerId="LiveId" clId="{6D4B5001-5DF0-4AF5-979B-4C3C5DA419DE}" dt="2024-03-21T11:39:19.767" v="60" actId="26606"/>
          <ac:spMkLst>
            <pc:docMk/>
            <pc:sldMk cId="3568309152" sldId="256"/>
            <ac:spMk id="50" creationId="{E41809D1-F12E-46BB-B804-5F209D325E8B}"/>
          </ac:spMkLst>
        </pc:spChg>
        <pc:spChg chg="add del">
          <ac:chgData name="Jefferson Passerini" userId="ec684a97d9b6a829" providerId="LiveId" clId="{6D4B5001-5DF0-4AF5-979B-4C3C5DA419DE}" dt="2024-03-21T11:39:19.767" v="60" actId="26606"/>
          <ac:spMkLst>
            <pc:docMk/>
            <pc:sldMk cId="3568309152" sldId="256"/>
            <ac:spMk id="51" creationId="{AF2F604E-43BE-4DC3-B983-E071523364F8}"/>
          </ac:spMkLst>
        </pc:spChg>
        <pc:spChg chg="add del">
          <ac:chgData name="Jefferson Passerini" userId="ec684a97d9b6a829" providerId="LiveId" clId="{6D4B5001-5DF0-4AF5-979B-4C3C5DA419DE}" dt="2024-03-21T11:39:19.767" v="60" actId="26606"/>
          <ac:spMkLst>
            <pc:docMk/>
            <pc:sldMk cId="3568309152" sldId="256"/>
            <ac:spMk id="52" creationId="{08C9B587-E65E-4B52-B37C-ABEBB6E87928}"/>
          </ac:spMkLst>
        </pc:spChg>
        <pc:spChg chg="add del">
          <ac:chgData name="Jefferson Passerini" userId="ec684a97d9b6a829" providerId="LiveId" clId="{6D4B5001-5DF0-4AF5-979B-4C3C5DA419DE}" dt="2024-03-21T11:39:31.175" v="62" actId="26606"/>
          <ac:spMkLst>
            <pc:docMk/>
            <pc:sldMk cId="3568309152" sldId="256"/>
            <ac:spMk id="54" creationId="{C6B158B5-50B5-4927-A367-7C9F3AFE5DCB}"/>
          </ac:spMkLst>
        </pc:spChg>
        <pc:spChg chg="add del">
          <ac:chgData name="Jefferson Passerini" userId="ec684a97d9b6a829" providerId="LiveId" clId="{6D4B5001-5DF0-4AF5-979B-4C3C5DA419DE}" dt="2024-03-21T11:39:31.175" v="62" actId="26606"/>
          <ac:spMkLst>
            <pc:docMk/>
            <pc:sldMk cId="3568309152" sldId="256"/>
            <ac:spMk id="55" creationId="{B01367A3-F670-4BD9-9972-F7E97FC227ED}"/>
          </ac:spMkLst>
        </pc:spChg>
        <pc:spChg chg="add del">
          <ac:chgData name="Jefferson Passerini" userId="ec684a97d9b6a829" providerId="LiveId" clId="{6D4B5001-5DF0-4AF5-979B-4C3C5DA419DE}" dt="2024-03-21T11:39:31.175" v="62" actId="26606"/>
          <ac:spMkLst>
            <pc:docMk/>
            <pc:sldMk cId="3568309152" sldId="256"/>
            <ac:spMk id="56" creationId="{38C3DB02-606C-40EC-8381-7A29A1ADFAE7}"/>
          </ac:spMkLst>
        </pc:spChg>
        <pc:spChg chg="add del">
          <ac:chgData name="Jefferson Passerini" userId="ec684a97d9b6a829" providerId="LiveId" clId="{6D4B5001-5DF0-4AF5-979B-4C3C5DA419DE}" dt="2024-03-21T11:39:37.397" v="64" actId="26606"/>
          <ac:spMkLst>
            <pc:docMk/>
            <pc:sldMk cId="3568309152" sldId="256"/>
            <ac:spMk id="58" creationId="{D776D29F-0A2C-4F75-8582-7C7DFCBD11D5}"/>
          </ac:spMkLst>
        </pc:spChg>
        <pc:spChg chg="add del">
          <ac:chgData name="Jefferson Passerini" userId="ec684a97d9b6a829" providerId="LiveId" clId="{6D4B5001-5DF0-4AF5-979B-4C3C5DA419DE}" dt="2024-03-21T11:39:37.397" v="64" actId="26606"/>
          <ac:spMkLst>
            <pc:docMk/>
            <pc:sldMk cId="3568309152" sldId="256"/>
            <ac:spMk id="59" creationId="{C4D41903-2C9D-4F9E-AA1F-6161F8A6FC01}"/>
          </ac:spMkLst>
        </pc:spChg>
        <pc:spChg chg="add del">
          <ac:chgData name="Jefferson Passerini" userId="ec684a97d9b6a829" providerId="LiveId" clId="{6D4B5001-5DF0-4AF5-979B-4C3C5DA419DE}" dt="2024-03-21T11:39:37.397" v="64" actId="26606"/>
          <ac:spMkLst>
            <pc:docMk/>
            <pc:sldMk cId="3568309152" sldId="256"/>
            <ac:spMk id="60" creationId="{9E4574B5-C90E-412D-BAB0-B9F483290C67}"/>
          </ac:spMkLst>
        </pc:spChg>
        <pc:spChg chg="add del">
          <ac:chgData name="Jefferson Passerini" userId="ec684a97d9b6a829" providerId="LiveId" clId="{6D4B5001-5DF0-4AF5-979B-4C3C5DA419DE}" dt="2024-03-21T11:39:39.501" v="66" actId="26606"/>
          <ac:spMkLst>
            <pc:docMk/>
            <pc:sldMk cId="3568309152" sldId="256"/>
            <ac:spMk id="62" creationId="{55666830-9A19-4E01-8505-D6C7F9AC5665}"/>
          </ac:spMkLst>
        </pc:spChg>
        <pc:spChg chg="add del">
          <ac:chgData name="Jefferson Passerini" userId="ec684a97d9b6a829" providerId="LiveId" clId="{6D4B5001-5DF0-4AF5-979B-4C3C5DA419DE}" dt="2024-03-21T11:39:39.501" v="66" actId="26606"/>
          <ac:spMkLst>
            <pc:docMk/>
            <pc:sldMk cId="3568309152" sldId="256"/>
            <ac:spMk id="63" creationId="{AE9FC877-7FB6-4D22-9988-35420644E202}"/>
          </ac:spMkLst>
        </pc:spChg>
        <pc:spChg chg="add del">
          <ac:chgData name="Jefferson Passerini" userId="ec684a97d9b6a829" providerId="LiveId" clId="{6D4B5001-5DF0-4AF5-979B-4C3C5DA419DE}" dt="2024-03-21T11:39:39.501" v="66" actId="26606"/>
          <ac:spMkLst>
            <pc:docMk/>
            <pc:sldMk cId="3568309152" sldId="256"/>
            <ac:spMk id="64" creationId="{E41809D1-F12E-46BB-B804-5F209D325E8B}"/>
          </ac:spMkLst>
        </pc:spChg>
        <pc:spChg chg="add del">
          <ac:chgData name="Jefferson Passerini" userId="ec684a97d9b6a829" providerId="LiveId" clId="{6D4B5001-5DF0-4AF5-979B-4C3C5DA419DE}" dt="2024-03-21T11:39:39.501" v="66" actId="26606"/>
          <ac:spMkLst>
            <pc:docMk/>
            <pc:sldMk cId="3568309152" sldId="256"/>
            <ac:spMk id="65" creationId="{AF2F604E-43BE-4DC3-B983-E071523364F8}"/>
          </ac:spMkLst>
        </pc:spChg>
        <pc:spChg chg="add del">
          <ac:chgData name="Jefferson Passerini" userId="ec684a97d9b6a829" providerId="LiveId" clId="{6D4B5001-5DF0-4AF5-979B-4C3C5DA419DE}" dt="2024-03-21T11:39:39.501" v="66" actId="26606"/>
          <ac:spMkLst>
            <pc:docMk/>
            <pc:sldMk cId="3568309152" sldId="256"/>
            <ac:spMk id="66" creationId="{08C9B587-E65E-4B52-B37C-ABEBB6E87928}"/>
          </ac:spMkLst>
        </pc:spChg>
        <pc:spChg chg="add del">
          <ac:chgData name="Jefferson Passerini" userId="ec684a97d9b6a829" providerId="LiveId" clId="{6D4B5001-5DF0-4AF5-979B-4C3C5DA419DE}" dt="2024-03-21T11:39:42.741" v="68" actId="26606"/>
          <ac:spMkLst>
            <pc:docMk/>
            <pc:sldMk cId="3568309152" sldId="256"/>
            <ac:spMk id="68" creationId="{526E0BFB-CDF1-4990-8C11-AC849311E0A8}"/>
          </ac:spMkLst>
        </pc:spChg>
        <pc:spChg chg="add del">
          <ac:chgData name="Jefferson Passerini" userId="ec684a97d9b6a829" providerId="LiveId" clId="{6D4B5001-5DF0-4AF5-979B-4C3C5DA419DE}" dt="2024-03-21T11:39:42.741" v="68" actId="26606"/>
          <ac:spMkLst>
            <pc:docMk/>
            <pc:sldMk cId="3568309152" sldId="256"/>
            <ac:spMk id="69" creationId="{6069A1F8-9BEB-4786-9694-FC48B2D75D21}"/>
          </ac:spMkLst>
        </pc:spChg>
        <pc:spChg chg="add del">
          <ac:chgData name="Jefferson Passerini" userId="ec684a97d9b6a829" providerId="LiveId" clId="{6D4B5001-5DF0-4AF5-979B-4C3C5DA419DE}" dt="2024-03-21T11:39:42.741" v="68" actId="26606"/>
          <ac:spMkLst>
            <pc:docMk/>
            <pc:sldMk cId="3568309152" sldId="256"/>
            <ac:spMk id="70" creationId="{AF2F604E-43BE-4DC3-B983-E071523364F8}"/>
          </ac:spMkLst>
        </pc:spChg>
        <pc:spChg chg="add del">
          <ac:chgData name="Jefferson Passerini" userId="ec684a97d9b6a829" providerId="LiveId" clId="{6D4B5001-5DF0-4AF5-979B-4C3C5DA419DE}" dt="2024-03-21T11:39:42.741" v="68" actId="26606"/>
          <ac:spMkLst>
            <pc:docMk/>
            <pc:sldMk cId="3568309152" sldId="256"/>
            <ac:spMk id="71" creationId="{08C9B587-E65E-4B52-B37C-ABEBB6E87928}"/>
          </ac:spMkLst>
        </pc:spChg>
        <pc:spChg chg="add del">
          <ac:chgData name="Jefferson Passerini" userId="ec684a97d9b6a829" providerId="LiveId" clId="{6D4B5001-5DF0-4AF5-979B-4C3C5DA419DE}" dt="2024-03-21T11:39:47.684" v="70" actId="26606"/>
          <ac:spMkLst>
            <pc:docMk/>
            <pc:sldMk cId="3568309152" sldId="256"/>
            <ac:spMk id="73" creationId="{6CCA5F87-1D1E-45CB-8D83-FC7EEFAD9935}"/>
          </ac:spMkLst>
        </pc:spChg>
        <pc:spChg chg="add del">
          <ac:chgData name="Jefferson Passerini" userId="ec684a97d9b6a829" providerId="LiveId" clId="{6D4B5001-5DF0-4AF5-979B-4C3C5DA419DE}" dt="2024-03-21T11:39:47.684" v="70" actId="26606"/>
          <ac:spMkLst>
            <pc:docMk/>
            <pc:sldMk cId="3568309152" sldId="256"/>
            <ac:spMk id="74" creationId="{7CCFC2C6-6238-4A2F-93DE-2ADF74AF635E}"/>
          </ac:spMkLst>
        </pc:spChg>
        <pc:spChg chg="add del">
          <ac:chgData name="Jefferson Passerini" userId="ec684a97d9b6a829" providerId="LiveId" clId="{6D4B5001-5DF0-4AF5-979B-4C3C5DA419DE}" dt="2024-03-21T11:39:47.684" v="70" actId="26606"/>
          <ac:spMkLst>
            <pc:docMk/>
            <pc:sldMk cId="3568309152" sldId="256"/>
            <ac:spMk id="75" creationId="{AF2F604E-43BE-4DC3-B983-E071523364F8}"/>
          </ac:spMkLst>
        </pc:spChg>
        <pc:spChg chg="add del">
          <ac:chgData name="Jefferson Passerini" userId="ec684a97d9b6a829" providerId="LiveId" clId="{6D4B5001-5DF0-4AF5-979B-4C3C5DA419DE}" dt="2024-03-21T11:39:47.684" v="70" actId="26606"/>
          <ac:spMkLst>
            <pc:docMk/>
            <pc:sldMk cId="3568309152" sldId="256"/>
            <ac:spMk id="76" creationId="{08C9B587-E65E-4B52-B37C-ABEBB6E87928}"/>
          </ac:spMkLst>
        </pc:spChg>
        <pc:spChg chg="add del">
          <ac:chgData name="Jefferson Passerini" userId="ec684a97d9b6a829" providerId="LiveId" clId="{6D4B5001-5DF0-4AF5-979B-4C3C5DA419DE}" dt="2024-03-21T11:39:49.835" v="72" actId="26606"/>
          <ac:spMkLst>
            <pc:docMk/>
            <pc:sldMk cId="3568309152" sldId="256"/>
            <ac:spMk id="78" creationId="{0671A8AE-40A1-4631-A6B8-581AFF065482}"/>
          </ac:spMkLst>
        </pc:spChg>
        <pc:spChg chg="add del">
          <ac:chgData name="Jefferson Passerini" userId="ec684a97d9b6a829" providerId="LiveId" clId="{6D4B5001-5DF0-4AF5-979B-4C3C5DA419DE}" dt="2024-03-21T11:39:49.835" v="72" actId="26606"/>
          <ac:spMkLst>
            <pc:docMk/>
            <pc:sldMk cId="3568309152" sldId="256"/>
            <ac:spMk id="79" creationId="{AB58EF07-17C2-48CF-ABB0-EEF1F17CB8F0}"/>
          </ac:spMkLst>
        </pc:spChg>
        <pc:spChg chg="add del">
          <ac:chgData name="Jefferson Passerini" userId="ec684a97d9b6a829" providerId="LiveId" clId="{6D4B5001-5DF0-4AF5-979B-4C3C5DA419DE}" dt="2024-03-21T11:39:49.835" v="72" actId="26606"/>
          <ac:spMkLst>
            <pc:docMk/>
            <pc:sldMk cId="3568309152" sldId="256"/>
            <ac:spMk id="80" creationId="{AF2F604E-43BE-4DC3-B983-E071523364F8}"/>
          </ac:spMkLst>
        </pc:spChg>
        <pc:spChg chg="add del">
          <ac:chgData name="Jefferson Passerini" userId="ec684a97d9b6a829" providerId="LiveId" clId="{6D4B5001-5DF0-4AF5-979B-4C3C5DA419DE}" dt="2024-03-21T11:39:49.835" v="72" actId="26606"/>
          <ac:spMkLst>
            <pc:docMk/>
            <pc:sldMk cId="3568309152" sldId="256"/>
            <ac:spMk id="81" creationId="{08C9B587-E65E-4B52-B37C-ABEBB6E87928}"/>
          </ac:spMkLst>
        </pc:spChg>
        <pc:spChg chg="add del">
          <ac:chgData name="Jefferson Passerini" userId="ec684a97d9b6a829" providerId="LiveId" clId="{6D4B5001-5DF0-4AF5-979B-4C3C5DA419DE}" dt="2024-03-21T11:39:50.510" v="74" actId="26606"/>
          <ac:spMkLst>
            <pc:docMk/>
            <pc:sldMk cId="3568309152" sldId="256"/>
            <ac:spMk id="83" creationId="{9B7AD9F6-8CE7-4299-8FC6-328F4DCD3FF9}"/>
          </ac:spMkLst>
        </pc:spChg>
        <pc:spChg chg="add del">
          <ac:chgData name="Jefferson Passerini" userId="ec684a97d9b6a829" providerId="LiveId" clId="{6D4B5001-5DF0-4AF5-979B-4C3C5DA419DE}" dt="2024-03-21T11:39:50.510" v="74" actId="26606"/>
          <ac:spMkLst>
            <pc:docMk/>
            <pc:sldMk cId="3568309152" sldId="256"/>
            <ac:spMk id="84" creationId="{F49775AF-8896-43EE-92C6-83497D6DC56F}"/>
          </ac:spMkLst>
        </pc:spChg>
        <pc:spChg chg="add del">
          <ac:chgData name="Jefferson Passerini" userId="ec684a97d9b6a829" providerId="LiveId" clId="{6D4B5001-5DF0-4AF5-979B-4C3C5DA419DE}" dt="2024-03-21T11:39:51.613" v="76" actId="26606"/>
          <ac:spMkLst>
            <pc:docMk/>
            <pc:sldMk cId="3568309152" sldId="256"/>
            <ac:spMk id="86" creationId="{9203DE33-2CD4-4CA8-9AF3-37C3B65133B0}"/>
          </ac:spMkLst>
        </pc:spChg>
        <pc:spChg chg="add del">
          <ac:chgData name="Jefferson Passerini" userId="ec684a97d9b6a829" providerId="LiveId" clId="{6D4B5001-5DF0-4AF5-979B-4C3C5DA419DE}" dt="2024-03-21T11:39:51.613" v="76" actId="26606"/>
          <ac:spMkLst>
            <pc:docMk/>
            <pc:sldMk cId="3568309152" sldId="256"/>
            <ac:spMk id="87" creationId="{0AF57B88-1D4C-41FA-A761-EC1DD10C35CB}"/>
          </ac:spMkLst>
        </pc:spChg>
        <pc:spChg chg="add del">
          <ac:chgData name="Jefferson Passerini" userId="ec684a97d9b6a829" providerId="LiveId" clId="{6D4B5001-5DF0-4AF5-979B-4C3C5DA419DE}" dt="2024-03-21T11:39:51.613" v="76" actId="26606"/>
          <ac:spMkLst>
            <pc:docMk/>
            <pc:sldMk cId="3568309152" sldId="256"/>
            <ac:spMk id="88" creationId="{D2548F45-5164-4ABB-8212-7F293FDED8D4}"/>
          </ac:spMkLst>
        </pc:spChg>
        <pc:spChg chg="add del">
          <ac:chgData name="Jefferson Passerini" userId="ec684a97d9b6a829" providerId="LiveId" clId="{6D4B5001-5DF0-4AF5-979B-4C3C5DA419DE}" dt="2024-03-21T11:39:51.613" v="76" actId="26606"/>
          <ac:spMkLst>
            <pc:docMk/>
            <pc:sldMk cId="3568309152" sldId="256"/>
            <ac:spMk id="89" creationId="{5E81CCFB-7BEF-4186-86FB-D09450B4D02D}"/>
          </ac:spMkLst>
        </pc:spChg>
        <pc:spChg chg="add del">
          <ac:chgData name="Jefferson Passerini" userId="ec684a97d9b6a829" providerId="LiveId" clId="{6D4B5001-5DF0-4AF5-979B-4C3C5DA419DE}" dt="2024-03-21T11:39:52.372" v="78" actId="26606"/>
          <ac:spMkLst>
            <pc:docMk/>
            <pc:sldMk cId="3568309152" sldId="256"/>
            <ac:spMk id="91" creationId="{657F69E0-C4B0-4BEC-A689-4F8D877F05D4}"/>
          </ac:spMkLst>
        </pc:spChg>
        <pc:spChg chg="add del">
          <ac:chgData name="Jefferson Passerini" userId="ec684a97d9b6a829" providerId="LiveId" clId="{6D4B5001-5DF0-4AF5-979B-4C3C5DA419DE}" dt="2024-03-21T11:39:52.372" v="78" actId="26606"/>
          <ac:spMkLst>
            <pc:docMk/>
            <pc:sldMk cId="3568309152" sldId="256"/>
            <ac:spMk id="92" creationId="{9F6380B4-6A1C-481E-8408-B4E6C75B9B81}"/>
          </ac:spMkLst>
        </pc:spChg>
        <pc:spChg chg="add del">
          <ac:chgData name="Jefferson Passerini" userId="ec684a97d9b6a829" providerId="LiveId" clId="{6D4B5001-5DF0-4AF5-979B-4C3C5DA419DE}" dt="2024-03-21T11:39:53.909" v="80" actId="26606"/>
          <ac:spMkLst>
            <pc:docMk/>
            <pc:sldMk cId="3568309152" sldId="256"/>
            <ac:spMk id="94" creationId="{06DA9DF9-31F7-4056-B42E-878CC92417B8}"/>
          </ac:spMkLst>
        </pc:spChg>
        <pc:spChg chg="add">
          <ac:chgData name="Jefferson Passerini" userId="ec684a97d9b6a829" providerId="LiveId" clId="{6D4B5001-5DF0-4AF5-979B-4C3C5DA419DE}" dt="2024-03-21T11:39:53.914" v="81" actId="26606"/>
          <ac:spMkLst>
            <pc:docMk/>
            <pc:sldMk cId="3568309152" sldId="256"/>
            <ac:spMk id="96" creationId="{6CCA5F87-1D1E-45CB-8D83-FC7EEFAD9935}"/>
          </ac:spMkLst>
        </pc:spChg>
        <pc:spChg chg="add">
          <ac:chgData name="Jefferson Passerini" userId="ec684a97d9b6a829" providerId="LiveId" clId="{6D4B5001-5DF0-4AF5-979B-4C3C5DA419DE}" dt="2024-03-21T11:39:53.914" v="81" actId="26606"/>
          <ac:spMkLst>
            <pc:docMk/>
            <pc:sldMk cId="3568309152" sldId="256"/>
            <ac:spMk id="97" creationId="{7CCFC2C6-6238-4A2F-93DE-2ADF74AF635E}"/>
          </ac:spMkLst>
        </pc:spChg>
        <pc:spChg chg="add">
          <ac:chgData name="Jefferson Passerini" userId="ec684a97d9b6a829" providerId="LiveId" clId="{6D4B5001-5DF0-4AF5-979B-4C3C5DA419DE}" dt="2024-03-21T11:39:53.914" v="81" actId="26606"/>
          <ac:spMkLst>
            <pc:docMk/>
            <pc:sldMk cId="3568309152" sldId="256"/>
            <ac:spMk id="98" creationId="{AF2F604E-43BE-4DC3-B983-E071523364F8}"/>
          </ac:spMkLst>
        </pc:spChg>
        <pc:spChg chg="add">
          <ac:chgData name="Jefferson Passerini" userId="ec684a97d9b6a829" providerId="LiveId" clId="{6D4B5001-5DF0-4AF5-979B-4C3C5DA419DE}" dt="2024-03-21T11:39:53.914" v="81" actId="26606"/>
          <ac:spMkLst>
            <pc:docMk/>
            <pc:sldMk cId="3568309152" sldId="256"/>
            <ac:spMk id="99" creationId="{08C9B587-E65E-4B52-B37C-ABEBB6E87928}"/>
          </ac:spMkLst>
        </pc:spChg>
        <pc:picChg chg="add mod ord">
          <ac:chgData name="Jefferson Passerini" userId="ec684a97d9b6a829" providerId="LiveId" clId="{6D4B5001-5DF0-4AF5-979B-4C3C5DA419DE}" dt="2024-03-21T11:39:53.914" v="81" actId="26606"/>
          <ac:picMkLst>
            <pc:docMk/>
            <pc:sldMk cId="3568309152" sldId="256"/>
            <ac:picMk id="5" creationId="{EBE3FC52-5A76-24EA-1193-423900A04683}"/>
          </ac:picMkLst>
        </pc:picChg>
        <pc:picChg chg="del">
          <ac:chgData name="Jefferson Passerini" userId="ec684a97d9b6a829" providerId="LiveId" clId="{6D4B5001-5DF0-4AF5-979B-4C3C5DA419DE}" dt="2024-03-21T11:38:07.342" v="39" actId="478"/>
          <ac:picMkLst>
            <pc:docMk/>
            <pc:sldMk cId="3568309152" sldId="256"/>
            <ac:picMk id="9" creationId="{76CDCC1C-6B42-ABCD-AB39-FB8A3E1D97EC}"/>
          </ac:picMkLst>
        </pc:picChg>
        <pc:cxnChg chg="add del">
          <ac:chgData name="Jefferson Passerini" userId="ec684a97d9b6a829" providerId="LiveId" clId="{6D4B5001-5DF0-4AF5-979B-4C3C5DA419DE}" dt="2024-03-21T11:39:16.215" v="58" actId="26606"/>
          <ac:cxnSpMkLst>
            <pc:docMk/>
            <pc:sldMk cId="3568309152" sldId="256"/>
            <ac:cxnSpMk id="46" creationId="{C41BAEC7-F7B0-4224-8B18-8F74B7D87F0B}"/>
          </ac:cxnSpMkLst>
        </pc:cxnChg>
      </pc:sldChg>
      <pc:sldChg chg="del">
        <pc:chgData name="Jefferson Passerini" userId="ec684a97d9b6a829" providerId="LiveId" clId="{6D4B5001-5DF0-4AF5-979B-4C3C5DA419DE}" dt="2024-03-21T11:37:25.348" v="0" actId="47"/>
        <pc:sldMkLst>
          <pc:docMk/>
          <pc:sldMk cId="0" sldId="258"/>
        </pc:sldMkLst>
      </pc:sldChg>
      <pc:sldChg chg="del">
        <pc:chgData name="Jefferson Passerini" userId="ec684a97d9b6a829" providerId="LiveId" clId="{6D4B5001-5DF0-4AF5-979B-4C3C5DA419DE}" dt="2024-03-21T11:37:25.811" v="1" actId="47"/>
        <pc:sldMkLst>
          <pc:docMk/>
          <pc:sldMk cId="0" sldId="259"/>
        </pc:sldMkLst>
      </pc:sldChg>
      <pc:sldChg chg="modSp add del mod">
        <pc:chgData name="Jefferson Passerini" userId="ec684a97d9b6a829" providerId="LiveId" clId="{6D4B5001-5DF0-4AF5-979B-4C3C5DA419DE}" dt="2024-03-21T11:40:56.306" v="223" actId="20577"/>
        <pc:sldMkLst>
          <pc:docMk/>
          <pc:sldMk cId="1879529569" sldId="287"/>
        </pc:sldMkLst>
        <pc:spChg chg="mod">
          <ac:chgData name="Jefferson Passerini" userId="ec684a97d9b6a829" providerId="LiveId" clId="{6D4B5001-5DF0-4AF5-979B-4C3C5DA419DE}" dt="2024-03-21T11:40:56.306" v="223" actId="20577"/>
          <ac:spMkLst>
            <pc:docMk/>
            <pc:sldMk cId="1879529569" sldId="287"/>
            <ac:spMk id="3" creationId="{212081E4-07F6-C689-2ACC-B6CADD634983}"/>
          </ac:spMkLst>
        </pc:spChg>
        <pc:spChg chg="mod">
          <ac:chgData name="Jefferson Passerini" userId="ec684a97d9b6a829" providerId="LiveId" clId="{6D4B5001-5DF0-4AF5-979B-4C3C5DA419DE}" dt="2024-03-21T11:37:45.822" v="37" actId="20577"/>
          <ac:spMkLst>
            <pc:docMk/>
            <pc:sldMk cId="1879529569" sldId="287"/>
            <ac:spMk id="4" creationId="{5EA05B02-D80D-3624-D3E0-6EB75542A97B}"/>
          </ac:spMkLst>
        </pc:spChg>
      </pc:sldChg>
      <pc:sldChg chg="del">
        <pc:chgData name="Jefferson Passerini" userId="ec684a97d9b6a829" providerId="LiveId" clId="{6D4B5001-5DF0-4AF5-979B-4C3C5DA419DE}" dt="2024-03-21T11:37:26.211" v="2" actId="47"/>
        <pc:sldMkLst>
          <pc:docMk/>
          <pc:sldMk cId="2070466441" sldId="288"/>
        </pc:sldMkLst>
      </pc:sldChg>
      <pc:sldChg chg="modSp add mod">
        <pc:chgData name="Jefferson Passerini" userId="ec684a97d9b6a829" providerId="LiveId" clId="{6D4B5001-5DF0-4AF5-979B-4C3C5DA419DE}" dt="2024-03-21T11:44:13.471" v="863" actId="113"/>
        <pc:sldMkLst>
          <pc:docMk/>
          <pc:sldMk cId="3340361584" sldId="288"/>
        </pc:sldMkLst>
        <pc:spChg chg="mod">
          <ac:chgData name="Jefferson Passerini" userId="ec684a97d9b6a829" providerId="LiveId" clId="{6D4B5001-5DF0-4AF5-979B-4C3C5DA419DE}" dt="2024-03-21T11:44:13.471" v="863" actId="113"/>
          <ac:spMkLst>
            <pc:docMk/>
            <pc:sldMk cId="3340361584" sldId="288"/>
            <ac:spMk id="3" creationId="{212081E4-07F6-C689-2ACC-B6CADD634983}"/>
          </ac:spMkLst>
        </pc:spChg>
      </pc:sldChg>
      <pc:sldChg chg="addSp modSp add mod">
        <pc:chgData name="Jefferson Passerini" userId="ec684a97d9b6a829" providerId="LiveId" clId="{6D4B5001-5DF0-4AF5-979B-4C3C5DA419DE}" dt="2024-03-21T11:49:29.267" v="1493" actId="14100"/>
        <pc:sldMkLst>
          <pc:docMk/>
          <pc:sldMk cId="3299808390" sldId="289"/>
        </pc:sldMkLst>
        <pc:spChg chg="mod">
          <ac:chgData name="Jefferson Passerini" userId="ec684a97d9b6a829" providerId="LiveId" clId="{6D4B5001-5DF0-4AF5-979B-4C3C5DA419DE}" dt="2024-03-21T11:49:29.267" v="1493" actId="14100"/>
          <ac:spMkLst>
            <pc:docMk/>
            <pc:sldMk cId="3299808390" sldId="289"/>
            <ac:spMk id="3" creationId="{212081E4-07F6-C689-2ACC-B6CADD634983}"/>
          </ac:spMkLst>
        </pc:spChg>
        <pc:picChg chg="add mod">
          <ac:chgData name="Jefferson Passerini" userId="ec684a97d9b6a829" providerId="LiveId" clId="{6D4B5001-5DF0-4AF5-979B-4C3C5DA419DE}" dt="2024-03-21T11:49:26.867" v="1492" actId="14100"/>
          <ac:picMkLst>
            <pc:docMk/>
            <pc:sldMk cId="3299808390" sldId="289"/>
            <ac:picMk id="5" creationId="{7710C351-853E-BB68-48B5-690647BFBC77}"/>
          </ac:picMkLst>
        </pc:picChg>
      </pc:sldChg>
      <pc:sldChg chg="del">
        <pc:chgData name="Jefferson Passerini" userId="ec684a97d9b6a829" providerId="LiveId" clId="{6D4B5001-5DF0-4AF5-979B-4C3C5DA419DE}" dt="2024-03-21T11:37:26.623" v="3" actId="47"/>
        <pc:sldMkLst>
          <pc:docMk/>
          <pc:sldMk cId="3987549188" sldId="289"/>
        </pc:sldMkLst>
      </pc:sldChg>
      <pc:sldChg chg="del">
        <pc:chgData name="Jefferson Passerini" userId="ec684a97d9b6a829" providerId="LiveId" clId="{6D4B5001-5DF0-4AF5-979B-4C3C5DA419DE}" dt="2024-03-21T11:37:27.001" v="4" actId="47"/>
        <pc:sldMkLst>
          <pc:docMk/>
          <pc:sldMk cId="2477435955" sldId="290"/>
        </pc:sldMkLst>
      </pc:sldChg>
      <pc:sldChg chg="addSp delSp modSp add mod">
        <pc:chgData name="Jefferson Passerini" userId="ec684a97d9b6a829" providerId="LiveId" clId="{6D4B5001-5DF0-4AF5-979B-4C3C5DA419DE}" dt="2024-03-21T12:20:11.744" v="1594" actId="20577"/>
        <pc:sldMkLst>
          <pc:docMk/>
          <pc:sldMk cId="3147987833" sldId="290"/>
        </pc:sldMkLst>
        <pc:spChg chg="del">
          <ac:chgData name="Jefferson Passerini" userId="ec684a97d9b6a829" providerId="LiveId" clId="{6D4B5001-5DF0-4AF5-979B-4C3C5DA419DE}" dt="2024-03-21T12:15:46.186" v="1495" actId="478"/>
          <ac:spMkLst>
            <pc:docMk/>
            <pc:sldMk cId="3147987833" sldId="290"/>
            <ac:spMk id="3" creationId="{212081E4-07F6-C689-2ACC-B6CADD634983}"/>
          </ac:spMkLst>
        </pc:spChg>
        <pc:spChg chg="add del mod">
          <ac:chgData name="Jefferson Passerini" userId="ec684a97d9b6a829" providerId="LiveId" clId="{6D4B5001-5DF0-4AF5-979B-4C3C5DA419DE}" dt="2024-03-21T12:15:53.673" v="1496" actId="478"/>
          <ac:spMkLst>
            <pc:docMk/>
            <pc:sldMk cId="3147987833" sldId="290"/>
            <ac:spMk id="5" creationId="{BEC1E604-0A34-6E51-8B7B-79C6E89DE3A8}"/>
          </ac:spMkLst>
        </pc:spChg>
        <pc:spChg chg="add mod">
          <ac:chgData name="Jefferson Passerini" userId="ec684a97d9b6a829" providerId="LiveId" clId="{6D4B5001-5DF0-4AF5-979B-4C3C5DA419DE}" dt="2024-03-21T12:16:34.126" v="1528" actId="14100"/>
          <ac:spMkLst>
            <pc:docMk/>
            <pc:sldMk cId="3147987833" sldId="290"/>
            <ac:spMk id="6" creationId="{16D88F2F-6F25-EFA5-6552-3D1FB9E76C1E}"/>
          </ac:spMkLst>
        </pc:spChg>
        <pc:spChg chg="add mod">
          <ac:chgData name="Jefferson Passerini" userId="ec684a97d9b6a829" providerId="LiveId" clId="{6D4B5001-5DF0-4AF5-979B-4C3C5DA419DE}" dt="2024-03-21T12:20:00.776" v="1578" actId="1076"/>
          <ac:spMkLst>
            <pc:docMk/>
            <pc:sldMk cId="3147987833" sldId="290"/>
            <ac:spMk id="15" creationId="{649F61C5-08A9-AF3D-1EA7-43548EF3F689}"/>
          </ac:spMkLst>
        </pc:spChg>
        <pc:spChg chg="add mod">
          <ac:chgData name="Jefferson Passerini" userId="ec684a97d9b6a829" providerId="LiveId" clId="{6D4B5001-5DF0-4AF5-979B-4C3C5DA419DE}" dt="2024-03-21T12:20:11.744" v="1594" actId="20577"/>
          <ac:spMkLst>
            <pc:docMk/>
            <pc:sldMk cId="3147987833" sldId="290"/>
            <ac:spMk id="16" creationId="{A8B06D72-E57C-D6F3-7B81-4403CED3F6F7}"/>
          </ac:spMkLst>
        </pc:spChg>
        <pc:picChg chg="add mod ord">
          <ac:chgData name="Jefferson Passerini" userId="ec684a97d9b6a829" providerId="LiveId" clId="{6D4B5001-5DF0-4AF5-979B-4C3C5DA419DE}" dt="2024-03-21T12:19:19.996" v="1557" actId="14100"/>
          <ac:picMkLst>
            <pc:docMk/>
            <pc:sldMk cId="3147987833" sldId="290"/>
            <ac:picMk id="8" creationId="{D22B5EB8-3BF0-6679-8394-CF0957B442D9}"/>
          </ac:picMkLst>
        </pc:picChg>
        <pc:picChg chg="add mod ord">
          <ac:chgData name="Jefferson Passerini" userId="ec684a97d9b6a829" providerId="LiveId" clId="{6D4B5001-5DF0-4AF5-979B-4C3C5DA419DE}" dt="2024-03-21T12:19:41.386" v="1565" actId="1076"/>
          <ac:picMkLst>
            <pc:docMk/>
            <pc:sldMk cId="3147987833" sldId="290"/>
            <ac:picMk id="10" creationId="{99D5C7E3-058C-EE96-79A0-DB19196B59FD}"/>
          </ac:picMkLst>
        </pc:picChg>
        <pc:picChg chg="add mod">
          <ac:chgData name="Jefferson Passerini" userId="ec684a97d9b6a829" providerId="LiveId" clId="{6D4B5001-5DF0-4AF5-979B-4C3C5DA419DE}" dt="2024-03-21T12:19:31.387" v="1562" actId="1076"/>
          <ac:picMkLst>
            <pc:docMk/>
            <pc:sldMk cId="3147987833" sldId="290"/>
            <ac:picMk id="12" creationId="{C1CF6F6F-069C-A958-3B10-F667870F5710}"/>
          </ac:picMkLst>
        </pc:picChg>
        <pc:picChg chg="add mod">
          <ac:chgData name="Jefferson Passerini" userId="ec684a97d9b6a829" providerId="LiveId" clId="{6D4B5001-5DF0-4AF5-979B-4C3C5DA419DE}" dt="2024-03-21T12:19:33.970" v="1563" actId="1076"/>
          <ac:picMkLst>
            <pc:docMk/>
            <pc:sldMk cId="3147987833" sldId="290"/>
            <ac:picMk id="14" creationId="{CB6C5BE9-1B5A-322B-E534-07CD094125AE}"/>
          </ac:picMkLst>
        </pc:picChg>
      </pc:sldChg>
      <pc:sldChg chg="addSp delSp modSp add mod">
        <pc:chgData name="Jefferson Passerini" userId="ec684a97d9b6a829" providerId="LiveId" clId="{6D4B5001-5DF0-4AF5-979B-4C3C5DA419DE}" dt="2024-03-21T12:48:12.399" v="2166" actId="1076"/>
        <pc:sldMkLst>
          <pc:docMk/>
          <pc:sldMk cId="1814237130" sldId="291"/>
        </pc:sldMkLst>
        <pc:spChg chg="del mod">
          <ac:chgData name="Jefferson Passerini" userId="ec684a97d9b6a829" providerId="LiveId" clId="{6D4B5001-5DF0-4AF5-979B-4C3C5DA419DE}" dt="2024-03-21T12:42:37.855" v="1717" actId="478"/>
          <ac:spMkLst>
            <pc:docMk/>
            <pc:sldMk cId="1814237130" sldId="291"/>
            <ac:spMk id="3" creationId="{212081E4-07F6-C689-2ACC-B6CADD634983}"/>
          </ac:spMkLst>
        </pc:spChg>
        <pc:spChg chg="add mod">
          <ac:chgData name="Jefferson Passerini" userId="ec684a97d9b6a829" providerId="LiveId" clId="{6D4B5001-5DF0-4AF5-979B-4C3C5DA419DE}" dt="2024-03-21T12:42:12.548" v="1709" actId="1582"/>
          <ac:spMkLst>
            <pc:docMk/>
            <pc:sldMk cId="1814237130" sldId="291"/>
            <ac:spMk id="5" creationId="{939470D7-F492-24D1-C2CA-27850492C062}"/>
          </ac:spMkLst>
        </pc:spChg>
        <pc:spChg chg="add del mod">
          <ac:chgData name="Jefferson Passerini" userId="ec684a97d9b6a829" providerId="LiveId" clId="{6D4B5001-5DF0-4AF5-979B-4C3C5DA419DE}" dt="2024-03-21T12:42:39.948" v="1718" actId="478"/>
          <ac:spMkLst>
            <pc:docMk/>
            <pc:sldMk cId="1814237130" sldId="291"/>
            <ac:spMk id="8" creationId="{D5DFCD87-8A93-AEE0-311D-7D1F855BED79}"/>
          </ac:spMkLst>
        </pc:spChg>
        <pc:spChg chg="add mod">
          <ac:chgData name="Jefferson Passerini" userId="ec684a97d9b6a829" providerId="LiveId" clId="{6D4B5001-5DF0-4AF5-979B-4C3C5DA419DE}" dt="2024-03-21T12:48:12.399" v="2166" actId="1076"/>
          <ac:spMkLst>
            <pc:docMk/>
            <pc:sldMk cId="1814237130" sldId="291"/>
            <ac:spMk id="9" creationId="{424D2663-9C24-2649-D000-AF5E674A83FD}"/>
          </ac:spMkLst>
        </pc:spChg>
        <pc:picChg chg="add mod">
          <ac:chgData name="Jefferson Passerini" userId="ec684a97d9b6a829" providerId="LiveId" clId="{6D4B5001-5DF0-4AF5-979B-4C3C5DA419DE}" dt="2024-03-21T12:41:54.614" v="1705" actId="1076"/>
          <ac:picMkLst>
            <pc:docMk/>
            <pc:sldMk cId="1814237130" sldId="291"/>
            <ac:picMk id="2" creationId="{65F36C1C-B845-6352-F7D5-6C1FF27823FB}"/>
          </ac:picMkLst>
        </pc:picChg>
        <pc:picChg chg="add mod">
          <ac:chgData name="Jefferson Passerini" userId="ec684a97d9b6a829" providerId="LiveId" clId="{6D4B5001-5DF0-4AF5-979B-4C3C5DA419DE}" dt="2024-03-21T12:42:34.173" v="1716" actId="1076"/>
          <ac:picMkLst>
            <pc:docMk/>
            <pc:sldMk cId="1814237130" sldId="291"/>
            <ac:picMk id="6" creationId="{3419A2AA-E7B7-5FE7-9223-7573D84FA8A1}"/>
          </ac:picMkLst>
        </pc:picChg>
      </pc:sldChg>
      <pc:sldChg chg="del">
        <pc:chgData name="Jefferson Passerini" userId="ec684a97d9b6a829" providerId="LiveId" clId="{6D4B5001-5DF0-4AF5-979B-4C3C5DA419DE}" dt="2024-03-21T11:37:27.378" v="5" actId="47"/>
        <pc:sldMkLst>
          <pc:docMk/>
          <pc:sldMk cId="3794449016" sldId="291"/>
        </pc:sldMkLst>
      </pc:sldChg>
      <pc:sldChg chg="del">
        <pc:chgData name="Jefferson Passerini" userId="ec684a97d9b6a829" providerId="LiveId" clId="{6D4B5001-5DF0-4AF5-979B-4C3C5DA419DE}" dt="2024-03-21T11:37:27.707" v="6" actId="47"/>
        <pc:sldMkLst>
          <pc:docMk/>
          <pc:sldMk cId="847967608" sldId="292"/>
        </pc:sldMkLst>
      </pc:sldChg>
      <pc:sldChg chg="addSp delSp modSp add mod">
        <pc:chgData name="Jefferson Passerini" userId="ec684a97d9b6a829" providerId="LiveId" clId="{6D4B5001-5DF0-4AF5-979B-4C3C5DA419DE}" dt="2024-03-21T12:21:22.835" v="1633" actId="20577"/>
        <pc:sldMkLst>
          <pc:docMk/>
          <pc:sldMk cId="3227021232" sldId="292"/>
        </pc:sldMkLst>
        <pc:spChg chg="del mod">
          <ac:chgData name="Jefferson Passerini" userId="ec684a97d9b6a829" providerId="LiveId" clId="{6D4B5001-5DF0-4AF5-979B-4C3C5DA419DE}" dt="2024-03-21T12:21:21.588" v="1632" actId="478"/>
          <ac:spMkLst>
            <pc:docMk/>
            <pc:sldMk cId="3227021232" sldId="292"/>
            <ac:spMk id="15" creationId="{649F61C5-08A9-AF3D-1EA7-43548EF3F689}"/>
          </ac:spMkLst>
        </pc:spChg>
        <pc:spChg chg="mod">
          <ac:chgData name="Jefferson Passerini" userId="ec684a97d9b6a829" providerId="LiveId" clId="{6D4B5001-5DF0-4AF5-979B-4C3C5DA419DE}" dt="2024-03-21T12:21:22.835" v="1633" actId="20577"/>
          <ac:spMkLst>
            <pc:docMk/>
            <pc:sldMk cId="3227021232" sldId="292"/>
            <ac:spMk id="16" creationId="{A8B06D72-E57C-D6F3-7B81-4403CED3F6F7}"/>
          </ac:spMkLst>
        </pc:spChg>
        <pc:picChg chg="add mod">
          <ac:chgData name="Jefferson Passerini" userId="ec684a97d9b6a829" providerId="LiveId" clId="{6D4B5001-5DF0-4AF5-979B-4C3C5DA419DE}" dt="2024-03-21T12:20:40.119" v="1601" actId="1076"/>
          <ac:picMkLst>
            <pc:docMk/>
            <pc:sldMk cId="3227021232" sldId="292"/>
            <ac:picMk id="3" creationId="{F8539594-F522-9BAE-374A-ACD1323EFDE3}"/>
          </ac:picMkLst>
        </pc:picChg>
        <pc:picChg chg="add mod">
          <ac:chgData name="Jefferson Passerini" userId="ec684a97d9b6a829" providerId="LiveId" clId="{6D4B5001-5DF0-4AF5-979B-4C3C5DA419DE}" dt="2024-03-21T12:21:05.781" v="1606" actId="1076"/>
          <ac:picMkLst>
            <pc:docMk/>
            <pc:sldMk cId="3227021232" sldId="292"/>
            <ac:picMk id="7" creationId="{1E54FCA9-A7CF-1671-6127-1F194742F5DA}"/>
          </ac:picMkLst>
        </pc:picChg>
        <pc:picChg chg="mod">
          <ac:chgData name="Jefferson Passerini" userId="ec684a97d9b6a829" providerId="LiveId" clId="{6D4B5001-5DF0-4AF5-979B-4C3C5DA419DE}" dt="2024-03-21T12:20:42.990" v="1602" actId="1076"/>
          <ac:picMkLst>
            <pc:docMk/>
            <pc:sldMk cId="3227021232" sldId="292"/>
            <ac:picMk id="8" creationId="{D22B5EB8-3BF0-6679-8394-CF0957B442D9}"/>
          </ac:picMkLst>
        </pc:picChg>
        <pc:picChg chg="del">
          <ac:chgData name="Jefferson Passerini" userId="ec684a97d9b6a829" providerId="LiveId" clId="{6D4B5001-5DF0-4AF5-979B-4C3C5DA419DE}" dt="2024-03-21T12:20:34.198" v="1598" actId="478"/>
          <ac:picMkLst>
            <pc:docMk/>
            <pc:sldMk cId="3227021232" sldId="292"/>
            <ac:picMk id="10" creationId="{99D5C7E3-058C-EE96-79A0-DB19196B59FD}"/>
          </ac:picMkLst>
        </pc:picChg>
        <pc:picChg chg="del">
          <ac:chgData name="Jefferson Passerini" userId="ec684a97d9b6a829" providerId="LiveId" clId="{6D4B5001-5DF0-4AF5-979B-4C3C5DA419DE}" dt="2024-03-21T12:20:32.062" v="1596" actId="478"/>
          <ac:picMkLst>
            <pc:docMk/>
            <pc:sldMk cId="3227021232" sldId="292"/>
            <ac:picMk id="12" creationId="{C1CF6F6F-069C-A958-3B10-F667870F5710}"/>
          </ac:picMkLst>
        </pc:picChg>
        <pc:picChg chg="del">
          <ac:chgData name="Jefferson Passerini" userId="ec684a97d9b6a829" providerId="LiveId" clId="{6D4B5001-5DF0-4AF5-979B-4C3C5DA419DE}" dt="2024-03-21T12:20:33.438" v="1597" actId="478"/>
          <ac:picMkLst>
            <pc:docMk/>
            <pc:sldMk cId="3227021232" sldId="292"/>
            <ac:picMk id="14" creationId="{CB6C5BE9-1B5A-322B-E534-07CD094125AE}"/>
          </ac:picMkLst>
        </pc:picChg>
      </pc:sldChg>
      <pc:sldChg chg="del">
        <pc:chgData name="Jefferson Passerini" userId="ec684a97d9b6a829" providerId="LiveId" clId="{6D4B5001-5DF0-4AF5-979B-4C3C5DA419DE}" dt="2024-03-21T11:37:28.051" v="7" actId="47"/>
        <pc:sldMkLst>
          <pc:docMk/>
          <pc:sldMk cId="344186368" sldId="293"/>
        </pc:sldMkLst>
      </pc:sldChg>
      <pc:sldChg chg="addSp delSp modSp add mod ord">
        <pc:chgData name="Jefferson Passerini" userId="ec684a97d9b6a829" providerId="LiveId" clId="{6D4B5001-5DF0-4AF5-979B-4C3C5DA419DE}" dt="2024-03-21T12:31:57.812" v="1668" actId="1076"/>
        <pc:sldMkLst>
          <pc:docMk/>
          <pc:sldMk cId="2577409923" sldId="293"/>
        </pc:sldMkLst>
        <pc:spChg chg="mod">
          <ac:chgData name="Jefferson Passerini" userId="ec684a97d9b6a829" providerId="LiveId" clId="{6D4B5001-5DF0-4AF5-979B-4C3C5DA419DE}" dt="2024-03-21T12:22:35.343" v="1651" actId="20577"/>
          <ac:spMkLst>
            <pc:docMk/>
            <pc:sldMk cId="2577409923" sldId="293"/>
            <ac:spMk id="6" creationId="{16D88F2F-6F25-EFA5-6552-3D1FB9E76C1E}"/>
          </ac:spMkLst>
        </pc:spChg>
        <pc:spChg chg="mod ord">
          <ac:chgData name="Jefferson Passerini" userId="ec684a97d9b6a829" providerId="LiveId" clId="{6D4B5001-5DF0-4AF5-979B-4C3C5DA419DE}" dt="2024-03-21T12:31:21.463" v="1665" actId="1076"/>
          <ac:spMkLst>
            <pc:docMk/>
            <pc:sldMk cId="2577409923" sldId="293"/>
            <ac:spMk id="15" creationId="{649F61C5-08A9-AF3D-1EA7-43548EF3F689}"/>
          </ac:spMkLst>
        </pc:spChg>
        <pc:spChg chg="del">
          <ac:chgData name="Jefferson Passerini" userId="ec684a97d9b6a829" providerId="LiveId" clId="{6D4B5001-5DF0-4AF5-979B-4C3C5DA419DE}" dt="2024-03-21T12:30:50.680" v="1654" actId="478"/>
          <ac:spMkLst>
            <pc:docMk/>
            <pc:sldMk cId="2577409923" sldId="293"/>
            <ac:spMk id="16" creationId="{A8B06D72-E57C-D6F3-7B81-4403CED3F6F7}"/>
          </ac:spMkLst>
        </pc:spChg>
        <pc:picChg chg="add mod">
          <ac:chgData name="Jefferson Passerini" userId="ec684a97d9b6a829" providerId="LiveId" clId="{6D4B5001-5DF0-4AF5-979B-4C3C5DA419DE}" dt="2024-03-21T12:31:03.207" v="1658" actId="1076"/>
          <ac:picMkLst>
            <pc:docMk/>
            <pc:sldMk cId="2577409923" sldId="293"/>
            <ac:picMk id="3" creationId="{7DCEC506-7849-6BBC-5A06-EFC47D37CF63}"/>
          </ac:picMkLst>
        </pc:picChg>
        <pc:picChg chg="add mod">
          <ac:chgData name="Jefferson Passerini" userId="ec684a97d9b6a829" providerId="LiveId" clId="{6D4B5001-5DF0-4AF5-979B-4C3C5DA419DE}" dt="2024-03-21T12:31:57.812" v="1668" actId="1076"/>
          <ac:picMkLst>
            <pc:docMk/>
            <pc:sldMk cId="2577409923" sldId="293"/>
            <ac:picMk id="7" creationId="{E4099BB7-17F8-4754-B8F9-53196297DB83}"/>
          </ac:picMkLst>
        </pc:picChg>
        <pc:picChg chg="del">
          <ac:chgData name="Jefferson Passerini" userId="ec684a97d9b6a829" providerId="LiveId" clId="{6D4B5001-5DF0-4AF5-979B-4C3C5DA419DE}" dt="2024-03-21T12:31:24.166" v="1666" actId="478"/>
          <ac:picMkLst>
            <pc:docMk/>
            <pc:sldMk cId="2577409923" sldId="293"/>
            <ac:picMk id="8" creationId="{D22B5EB8-3BF0-6679-8394-CF0957B442D9}"/>
          </ac:picMkLst>
        </pc:picChg>
        <pc:picChg chg="del">
          <ac:chgData name="Jefferson Passerini" userId="ec684a97d9b6a829" providerId="LiveId" clId="{6D4B5001-5DF0-4AF5-979B-4C3C5DA419DE}" dt="2024-03-21T12:31:05.087" v="1659" actId="478"/>
          <ac:picMkLst>
            <pc:docMk/>
            <pc:sldMk cId="2577409923" sldId="293"/>
            <ac:picMk id="10" creationId="{99D5C7E3-058C-EE96-79A0-DB19196B59FD}"/>
          </ac:picMkLst>
        </pc:picChg>
        <pc:picChg chg="del">
          <ac:chgData name="Jefferson Passerini" userId="ec684a97d9b6a829" providerId="LiveId" clId="{6D4B5001-5DF0-4AF5-979B-4C3C5DA419DE}" dt="2024-03-21T12:30:47.840" v="1652" actId="478"/>
          <ac:picMkLst>
            <pc:docMk/>
            <pc:sldMk cId="2577409923" sldId="293"/>
            <ac:picMk id="12" creationId="{C1CF6F6F-069C-A958-3B10-F667870F5710}"/>
          </ac:picMkLst>
        </pc:picChg>
        <pc:picChg chg="del">
          <ac:chgData name="Jefferson Passerini" userId="ec684a97d9b6a829" providerId="LiveId" clId="{6D4B5001-5DF0-4AF5-979B-4C3C5DA419DE}" dt="2024-03-21T12:30:48.801" v="1653" actId="478"/>
          <ac:picMkLst>
            <pc:docMk/>
            <pc:sldMk cId="2577409923" sldId="293"/>
            <ac:picMk id="14" creationId="{CB6C5BE9-1B5A-322B-E534-07CD094125AE}"/>
          </ac:picMkLst>
        </pc:picChg>
      </pc:sldChg>
      <pc:sldChg chg="addSp delSp modSp add mod ord">
        <pc:chgData name="Jefferson Passerini" userId="ec684a97d9b6a829" providerId="LiveId" clId="{6D4B5001-5DF0-4AF5-979B-4C3C5DA419DE}" dt="2024-03-21T12:40:39.636" v="1697" actId="1076"/>
        <pc:sldMkLst>
          <pc:docMk/>
          <pc:sldMk cId="131478967" sldId="294"/>
        </pc:sldMkLst>
        <pc:spChg chg="mod">
          <ac:chgData name="Jefferson Passerini" userId="ec684a97d9b6a829" providerId="LiveId" clId="{6D4B5001-5DF0-4AF5-979B-4C3C5DA419DE}" dt="2024-03-21T12:22:27.720" v="1645" actId="20577"/>
          <ac:spMkLst>
            <pc:docMk/>
            <pc:sldMk cId="131478967" sldId="294"/>
            <ac:spMk id="6" creationId="{16D88F2F-6F25-EFA5-6552-3D1FB9E76C1E}"/>
          </ac:spMkLst>
        </pc:spChg>
        <pc:spChg chg="mod">
          <ac:chgData name="Jefferson Passerini" userId="ec684a97d9b6a829" providerId="LiveId" clId="{6D4B5001-5DF0-4AF5-979B-4C3C5DA419DE}" dt="2024-03-21T12:40:21.469" v="1695" actId="1076"/>
          <ac:spMkLst>
            <pc:docMk/>
            <pc:sldMk cId="131478967" sldId="294"/>
            <ac:spMk id="16" creationId="{A8B06D72-E57C-D6F3-7B81-4403CED3F6F7}"/>
          </ac:spMkLst>
        </pc:spChg>
        <pc:picChg chg="add mod">
          <ac:chgData name="Jefferson Passerini" userId="ec684a97d9b6a829" providerId="LiveId" clId="{6D4B5001-5DF0-4AF5-979B-4C3C5DA419DE}" dt="2024-03-21T12:39:51.474" v="1691"/>
          <ac:picMkLst>
            <pc:docMk/>
            <pc:sldMk cId="131478967" sldId="294"/>
            <ac:picMk id="2" creationId="{6E92311B-DAD9-439C-E1C1-72E6B1032A56}"/>
          </ac:picMkLst>
        </pc:picChg>
        <pc:picChg chg="del">
          <ac:chgData name="Jefferson Passerini" userId="ec684a97d9b6a829" providerId="LiveId" clId="{6D4B5001-5DF0-4AF5-979B-4C3C5DA419DE}" dt="2024-03-21T12:39:45.119" v="1688" actId="478"/>
          <ac:picMkLst>
            <pc:docMk/>
            <pc:sldMk cId="131478967" sldId="294"/>
            <ac:picMk id="3" creationId="{F8539594-F522-9BAE-374A-ACD1323EFDE3}"/>
          </ac:picMkLst>
        </pc:picChg>
        <pc:picChg chg="del">
          <ac:chgData name="Jefferson Passerini" userId="ec684a97d9b6a829" providerId="LiveId" clId="{6D4B5001-5DF0-4AF5-979B-4C3C5DA419DE}" dt="2024-03-21T12:39:45.782" v="1689" actId="478"/>
          <ac:picMkLst>
            <pc:docMk/>
            <pc:sldMk cId="131478967" sldId="294"/>
            <ac:picMk id="7" creationId="{1E54FCA9-A7CF-1671-6127-1F194742F5DA}"/>
          </ac:picMkLst>
        </pc:picChg>
        <pc:picChg chg="del">
          <ac:chgData name="Jefferson Passerini" userId="ec684a97d9b6a829" providerId="LiveId" clId="{6D4B5001-5DF0-4AF5-979B-4C3C5DA419DE}" dt="2024-03-21T12:39:46.511" v="1690" actId="478"/>
          <ac:picMkLst>
            <pc:docMk/>
            <pc:sldMk cId="131478967" sldId="294"/>
            <ac:picMk id="8" creationId="{D22B5EB8-3BF0-6679-8394-CF0957B442D9}"/>
          </ac:picMkLst>
        </pc:picChg>
        <pc:picChg chg="add mod">
          <ac:chgData name="Jefferson Passerini" userId="ec684a97d9b6a829" providerId="LiveId" clId="{6D4B5001-5DF0-4AF5-979B-4C3C5DA419DE}" dt="2024-03-21T12:40:16.141" v="1693" actId="1076"/>
          <ac:picMkLst>
            <pc:docMk/>
            <pc:sldMk cId="131478967" sldId="294"/>
            <ac:picMk id="9" creationId="{8E79E2AF-1C05-CA8D-4935-F0CE140B5579}"/>
          </ac:picMkLst>
        </pc:picChg>
        <pc:picChg chg="add mod">
          <ac:chgData name="Jefferson Passerini" userId="ec684a97d9b6a829" providerId="LiveId" clId="{6D4B5001-5DF0-4AF5-979B-4C3C5DA419DE}" dt="2024-03-21T12:40:39.636" v="1697" actId="1076"/>
          <ac:picMkLst>
            <pc:docMk/>
            <pc:sldMk cId="131478967" sldId="294"/>
            <ac:picMk id="11" creationId="{48FDF301-4B7C-5794-9A07-9288134FD328}"/>
          </ac:picMkLst>
        </pc:picChg>
      </pc:sldChg>
      <pc:sldChg chg="del">
        <pc:chgData name="Jefferson Passerini" userId="ec684a97d9b6a829" providerId="LiveId" clId="{6D4B5001-5DF0-4AF5-979B-4C3C5DA419DE}" dt="2024-03-21T11:37:28.442" v="8" actId="47"/>
        <pc:sldMkLst>
          <pc:docMk/>
          <pc:sldMk cId="2994317039" sldId="294"/>
        </pc:sldMkLst>
      </pc:sldChg>
      <pc:sldChg chg="del">
        <pc:chgData name="Jefferson Passerini" userId="ec684a97d9b6a829" providerId="LiveId" clId="{6D4B5001-5DF0-4AF5-979B-4C3C5DA419DE}" dt="2024-03-21T11:37:28.785" v="9" actId="47"/>
        <pc:sldMkLst>
          <pc:docMk/>
          <pc:sldMk cId="867337325" sldId="295"/>
        </pc:sldMkLst>
      </pc:sldChg>
      <pc:sldChg chg="addSp delSp modSp add mod">
        <pc:chgData name="Jefferson Passerini" userId="ec684a97d9b6a829" providerId="LiveId" clId="{6D4B5001-5DF0-4AF5-979B-4C3C5DA419DE}" dt="2024-03-21T12:39:31.095" v="1687" actId="1076"/>
        <pc:sldMkLst>
          <pc:docMk/>
          <pc:sldMk cId="2372568176" sldId="295"/>
        </pc:sldMkLst>
        <pc:spChg chg="mod">
          <ac:chgData name="Jefferson Passerini" userId="ec684a97d9b6a829" providerId="LiveId" clId="{6D4B5001-5DF0-4AF5-979B-4C3C5DA419DE}" dt="2024-03-21T12:32:09.260" v="1676" actId="14100"/>
          <ac:spMkLst>
            <pc:docMk/>
            <pc:sldMk cId="2372568176" sldId="295"/>
            <ac:spMk id="15" creationId="{649F61C5-08A9-AF3D-1EA7-43548EF3F689}"/>
          </ac:spMkLst>
        </pc:spChg>
        <pc:picChg chg="del">
          <ac:chgData name="Jefferson Passerini" userId="ec684a97d9b6a829" providerId="LiveId" clId="{6D4B5001-5DF0-4AF5-979B-4C3C5DA419DE}" dt="2024-03-21T12:32:10.643" v="1677" actId="478"/>
          <ac:picMkLst>
            <pc:docMk/>
            <pc:sldMk cId="2372568176" sldId="295"/>
            <ac:picMk id="3" creationId="{7DCEC506-7849-6BBC-5A06-EFC47D37CF63}"/>
          </ac:picMkLst>
        </pc:picChg>
        <pc:picChg chg="add mod ord">
          <ac:chgData name="Jefferson Passerini" userId="ec684a97d9b6a829" providerId="LiveId" clId="{6D4B5001-5DF0-4AF5-979B-4C3C5DA419DE}" dt="2024-03-21T12:38:55.077" v="1682" actId="167"/>
          <ac:picMkLst>
            <pc:docMk/>
            <pc:sldMk cId="2372568176" sldId="295"/>
            <ac:picMk id="5" creationId="{0FFD2566-5A6F-0CCD-0420-21A090E6748C}"/>
          </ac:picMkLst>
        </pc:picChg>
        <pc:picChg chg="add mod">
          <ac:chgData name="Jefferson Passerini" userId="ec684a97d9b6a829" providerId="LiveId" clId="{6D4B5001-5DF0-4AF5-979B-4C3C5DA419DE}" dt="2024-03-21T12:39:31.095" v="1687" actId="1076"/>
          <ac:picMkLst>
            <pc:docMk/>
            <pc:sldMk cId="2372568176" sldId="295"/>
            <ac:picMk id="9" creationId="{FC4646C5-DC82-FD56-DF6A-20C271C439A3}"/>
          </ac:picMkLst>
        </pc:picChg>
      </pc:sldChg>
      <pc:sldChg chg="del">
        <pc:chgData name="Jefferson Passerini" userId="ec684a97d9b6a829" providerId="LiveId" clId="{6D4B5001-5DF0-4AF5-979B-4C3C5DA419DE}" dt="2024-03-21T11:37:29.164" v="10" actId="47"/>
        <pc:sldMkLst>
          <pc:docMk/>
          <pc:sldMk cId="968053635" sldId="296"/>
        </pc:sldMkLst>
      </pc:sldChg>
      <pc:sldChg chg="addSp delSp modSp add mod ord">
        <pc:chgData name="Jefferson Passerini" userId="ec684a97d9b6a829" providerId="LiveId" clId="{6D4B5001-5DF0-4AF5-979B-4C3C5DA419DE}" dt="2024-03-21T13:07:44.430" v="2554" actId="1076"/>
        <pc:sldMkLst>
          <pc:docMk/>
          <pc:sldMk cId="1899868702" sldId="296"/>
        </pc:sldMkLst>
        <pc:spChg chg="del mod">
          <ac:chgData name="Jefferson Passerini" userId="ec684a97d9b6a829" providerId="LiveId" clId="{6D4B5001-5DF0-4AF5-979B-4C3C5DA419DE}" dt="2024-03-21T13:03:58.615" v="2180" actId="478"/>
          <ac:spMkLst>
            <pc:docMk/>
            <pc:sldMk cId="1899868702" sldId="296"/>
            <ac:spMk id="3" creationId="{212081E4-07F6-C689-2ACC-B6CADD634983}"/>
          </ac:spMkLst>
        </pc:spChg>
        <pc:spChg chg="add del mod">
          <ac:chgData name="Jefferson Passerini" userId="ec684a97d9b6a829" providerId="LiveId" clId="{6D4B5001-5DF0-4AF5-979B-4C3C5DA419DE}" dt="2024-03-21T13:05:38.198" v="2183" actId="478"/>
          <ac:spMkLst>
            <pc:docMk/>
            <pc:sldMk cId="1899868702" sldId="296"/>
            <ac:spMk id="7" creationId="{04800871-9CF5-7382-E404-B75777D0FA6C}"/>
          </ac:spMkLst>
        </pc:spChg>
        <pc:spChg chg="add mod">
          <ac:chgData name="Jefferson Passerini" userId="ec684a97d9b6a829" providerId="LiveId" clId="{6D4B5001-5DF0-4AF5-979B-4C3C5DA419DE}" dt="2024-03-21T13:07:44.430" v="2554" actId="1076"/>
          <ac:spMkLst>
            <pc:docMk/>
            <pc:sldMk cId="1899868702" sldId="296"/>
            <ac:spMk id="8" creationId="{77413390-C6A1-1D0D-30E4-F8D14CFC7C67}"/>
          </ac:spMkLst>
        </pc:spChg>
        <pc:picChg chg="add mod">
          <ac:chgData name="Jefferson Passerini" userId="ec684a97d9b6a829" providerId="LiveId" clId="{6D4B5001-5DF0-4AF5-979B-4C3C5DA419DE}" dt="2024-03-21T13:07:41.358" v="2553" actId="1076"/>
          <ac:picMkLst>
            <pc:docMk/>
            <pc:sldMk cId="1899868702" sldId="296"/>
            <ac:picMk id="5" creationId="{869F467B-87A8-BA8A-CD72-BEACBC8697C5}"/>
          </ac:picMkLst>
        </pc:picChg>
      </pc:sldChg>
      <pc:sldChg chg="add">
        <pc:chgData name="Jefferson Passerini" userId="ec684a97d9b6a829" providerId="LiveId" clId="{6D4B5001-5DF0-4AF5-979B-4C3C5DA419DE}" dt="2024-03-21T12:41:30.605" v="1699" actId="2890"/>
        <pc:sldMkLst>
          <pc:docMk/>
          <pc:sldMk cId="1572291123" sldId="297"/>
        </pc:sldMkLst>
      </pc:sldChg>
      <pc:sldChg chg="del">
        <pc:chgData name="Jefferson Passerini" userId="ec684a97d9b6a829" providerId="LiveId" clId="{6D4B5001-5DF0-4AF5-979B-4C3C5DA419DE}" dt="2024-03-21T11:37:29.996" v="12" actId="47"/>
        <pc:sldMkLst>
          <pc:docMk/>
          <pc:sldMk cId="2178763926" sldId="297"/>
        </pc:sldMkLst>
      </pc:sldChg>
      <pc:sldChg chg="del">
        <pc:chgData name="Jefferson Passerini" userId="ec684a97d9b6a829" providerId="LiveId" clId="{6D4B5001-5DF0-4AF5-979B-4C3C5DA419DE}" dt="2024-03-21T11:37:30.791" v="14" actId="47"/>
        <pc:sldMkLst>
          <pc:docMk/>
          <pc:sldMk cId="516213243" sldId="298"/>
        </pc:sldMkLst>
      </pc:sldChg>
      <pc:sldChg chg="addSp modSp add mod">
        <pc:chgData name="Jefferson Passerini" userId="ec684a97d9b6a829" providerId="LiveId" clId="{6D4B5001-5DF0-4AF5-979B-4C3C5DA419DE}" dt="2024-03-21T13:17:17.890" v="3849" actId="20577"/>
        <pc:sldMkLst>
          <pc:docMk/>
          <pc:sldMk cId="2360396059" sldId="298"/>
        </pc:sldMkLst>
        <pc:spChg chg="add mod">
          <ac:chgData name="Jefferson Passerini" userId="ec684a97d9b6a829" providerId="LiveId" clId="{6D4B5001-5DF0-4AF5-979B-4C3C5DA419DE}" dt="2024-03-21T13:14:36.117" v="3364" actId="1038"/>
          <ac:spMkLst>
            <pc:docMk/>
            <pc:sldMk cId="2360396059" sldId="298"/>
            <ac:spMk id="3" creationId="{1C0A0BDD-1598-D12F-613E-8496FB06A034}"/>
          </ac:spMkLst>
        </pc:spChg>
        <pc:spChg chg="mod">
          <ac:chgData name="Jefferson Passerini" userId="ec684a97d9b6a829" providerId="LiveId" clId="{6D4B5001-5DF0-4AF5-979B-4C3C5DA419DE}" dt="2024-03-21T13:17:17.890" v="3849" actId="20577"/>
          <ac:spMkLst>
            <pc:docMk/>
            <pc:sldMk cId="2360396059" sldId="298"/>
            <ac:spMk id="9" creationId="{424D2663-9C24-2649-D000-AF5E674A83FD}"/>
          </ac:spMkLst>
        </pc:spChg>
      </pc:sldChg>
      <pc:sldChg chg="del">
        <pc:chgData name="Jefferson Passerini" userId="ec684a97d9b6a829" providerId="LiveId" clId="{6D4B5001-5DF0-4AF5-979B-4C3C5DA419DE}" dt="2024-03-21T11:37:31.175" v="15" actId="47"/>
        <pc:sldMkLst>
          <pc:docMk/>
          <pc:sldMk cId="366383653" sldId="299"/>
        </pc:sldMkLst>
      </pc:sldChg>
      <pc:sldChg chg="modSp add mod">
        <pc:chgData name="Jefferson Passerini" userId="ec684a97d9b6a829" providerId="LiveId" clId="{6D4B5001-5DF0-4AF5-979B-4C3C5DA419DE}" dt="2024-03-21T13:10:11.726" v="2874" actId="115"/>
        <pc:sldMkLst>
          <pc:docMk/>
          <pc:sldMk cId="3438409202" sldId="299"/>
        </pc:sldMkLst>
        <pc:spChg chg="mod">
          <ac:chgData name="Jefferson Passerini" userId="ec684a97d9b6a829" providerId="LiveId" clId="{6D4B5001-5DF0-4AF5-979B-4C3C5DA419DE}" dt="2024-03-21T13:10:11.726" v="2874" actId="115"/>
          <ac:spMkLst>
            <pc:docMk/>
            <pc:sldMk cId="3438409202" sldId="299"/>
            <ac:spMk id="8" creationId="{77413390-C6A1-1D0D-30E4-F8D14CFC7C67}"/>
          </ac:spMkLst>
        </pc:spChg>
      </pc:sldChg>
      <pc:sldChg chg="del">
        <pc:chgData name="Jefferson Passerini" userId="ec684a97d9b6a829" providerId="LiveId" clId="{6D4B5001-5DF0-4AF5-979B-4C3C5DA419DE}" dt="2024-03-21T11:37:32.152" v="17" actId="47"/>
        <pc:sldMkLst>
          <pc:docMk/>
          <pc:sldMk cId="898974622" sldId="300"/>
        </pc:sldMkLst>
      </pc:sldChg>
      <pc:sldChg chg="addSp modSp add mod">
        <pc:chgData name="Jefferson Passerini" userId="ec684a97d9b6a829" providerId="LiveId" clId="{6D4B5001-5DF0-4AF5-979B-4C3C5DA419DE}" dt="2024-03-21T13:47:52.459" v="5051"/>
        <pc:sldMkLst>
          <pc:docMk/>
          <pc:sldMk cId="2921745109" sldId="300"/>
        </pc:sldMkLst>
        <pc:spChg chg="mod">
          <ac:chgData name="Jefferson Passerini" userId="ec684a97d9b6a829" providerId="LiveId" clId="{6D4B5001-5DF0-4AF5-979B-4C3C5DA419DE}" dt="2024-03-21T13:13:24.370" v="3259" actId="113"/>
          <ac:spMkLst>
            <pc:docMk/>
            <pc:sldMk cId="2921745109" sldId="300"/>
            <ac:spMk id="8" creationId="{77413390-C6A1-1D0D-30E4-F8D14CFC7C67}"/>
          </ac:spMkLst>
        </pc:spChg>
        <pc:picChg chg="add mod">
          <ac:chgData name="Jefferson Passerini" userId="ec684a97d9b6a829" providerId="LiveId" clId="{6D4B5001-5DF0-4AF5-979B-4C3C5DA419DE}" dt="2024-03-21T13:47:52.459" v="5051"/>
          <ac:picMkLst>
            <pc:docMk/>
            <pc:sldMk cId="2921745109" sldId="300"/>
            <ac:picMk id="2" creationId="{672E81B8-4C63-C9E2-4A60-C1D36AC98015}"/>
          </ac:picMkLst>
        </pc:picChg>
      </pc:sldChg>
      <pc:sldChg chg="addSp delSp modSp add mod">
        <pc:chgData name="Jefferson Passerini" userId="ec684a97d9b6a829" providerId="LiveId" clId="{6D4B5001-5DF0-4AF5-979B-4C3C5DA419DE}" dt="2024-03-21T13:42:56.443" v="4487" actId="20577"/>
        <pc:sldMkLst>
          <pc:docMk/>
          <pc:sldMk cId="41142650" sldId="301"/>
        </pc:sldMkLst>
        <pc:spChg chg="mod ord">
          <ac:chgData name="Jefferson Passerini" userId="ec684a97d9b6a829" providerId="LiveId" clId="{6D4B5001-5DF0-4AF5-979B-4C3C5DA419DE}" dt="2024-03-21T13:20:54.637" v="3935" actId="1076"/>
          <ac:spMkLst>
            <pc:docMk/>
            <pc:sldMk cId="41142650" sldId="301"/>
            <ac:spMk id="3" creationId="{1C0A0BDD-1598-D12F-613E-8496FB06A034}"/>
          </ac:spMkLst>
        </pc:spChg>
        <pc:spChg chg="mod ord">
          <ac:chgData name="Jefferson Passerini" userId="ec684a97d9b6a829" providerId="LiveId" clId="{6D4B5001-5DF0-4AF5-979B-4C3C5DA419DE}" dt="2024-03-21T13:19:27.898" v="3878" actId="14100"/>
          <ac:spMkLst>
            <pc:docMk/>
            <pc:sldMk cId="41142650" sldId="301"/>
            <ac:spMk id="5" creationId="{939470D7-F492-24D1-C2CA-27850492C062}"/>
          </ac:spMkLst>
        </pc:spChg>
        <pc:spChg chg="add del mod">
          <ac:chgData name="Jefferson Passerini" userId="ec684a97d9b6a829" providerId="LiveId" clId="{6D4B5001-5DF0-4AF5-979B-4C3C5DA419DE}" dt="2024-03-21T13:18:22.503" v="3856" actId="478"/>
          <ac:spMkLst>
            <pc:docMk/>
            <pc:sldMk cId="41142650" sldId="301"/>
            <ac:spMk id="8" creationId="{B4B06879-8BC8-3235-B2AE-F65577EF6D40}"/>
          </ac:spMkLst>
        </pc:spChg>
        <pc:spChg chg="del">
          <ac:chgData name="Jefferson Passerini" userId="ec684a97d9b6a829" providerId="LiveId" clId="{6D4B5001-5DF0-4AF5-979B-4C3C5DA419DE}" dt="2024-03-21T13:18:20.392" v="3855" actId="478"/>
          <ac:spMkLst>
            <pc:docMk/>
            <pc:sldMk cId="41142650" sldId="301"/>
            <ac:spMk id="9" creationId="{424D2663-9C24-2649-D000-AF5E674A83FD}"/>
          </ac:spMkLst>
        </pc:spChg>
        <pc:spChg chg="add mod">
          <ac:chgData name="Jefferson Passerini" userId="ec684a97d9b6a829" providerId="LiveId" clId="{6D4B5001-5DF0-4AF5-979B-4C3C5DA419DE}" dt="2024-03-21T13:24:36.719" v="4085" actId="20577"/>
          <ac:spMkLst>
            <pc:docMk/>
            <pc:sldMk cId="41142650" sldId="301"/>
            <ac:spMk id="15" creationId="{9E2D0724-0782-D055-9A58-F92E87441F3A}"/>
          </ac:spMkLst>
        </pc:spChg>
        <pc:spChg chg="add mod">
          <ac:chgData name="Jefferson Passerini" userId="ec684a97d9b6a829" providerId="LiveId" clId="{6D4B5001-5DF0-4AF5-979B-4C3C5DA419DE}" dt="2024-03-21T13:21:08.186" v="3937" actId="208"/>
          <ac:spMkLst>
            <pc:docMk/>
            <pc:sldMk cId="41142650" sldId="301"/>
            <ac:spMk id="16" creationId="{13B0F1F6-246D-1424-3C5D-BA110C820769}"/>
          </ac:spMkLst>
        </pc:spChg>
        <pc:spChg chg="add mod">
          <ac:chgData name="Jefferson Passerini" userId="ec684a97d9b6a829" providerId="LiveId" clId="{6D4B5001-5DF0-4AF5-979B-4C3C5DA419DE}" dt="2024-03-21T13:42:45.811" v="4481" actId="20577"/>
          <ac:spMkLst>
            <pc:docMk/>
            <pc:sldMk cId="41142650" sldId="301"/>
            <ac:spMk id="17" creationId="{8CD8C4D1-5CC3-AB1E-1F37-3A5D452F8BB8}"/>
          </ac:spMkLst>
        </pc:spChg>
        <pc:spChg chg="add mod">
          <ac:chgData name="Jefferson Passerini" userId="ec684a97d9b6a829" providerId="LiveId" clId="{6D4B5001-5DF0-4AF5-979B-4C3C5DA419DE}" dt="2024-03-21T13:25:37.435" v="4107" actId="14100"/>
          <ac:spMkLst>
            <pc:docMk/>
            <pc:sldMk cId="41142650" sldId="301"/>
            <ac:spMk id="18" creationId="{051D27F2-2D50-D427-498B-EA65748FB8F7}"/>
          </ac:spMkLst>
        </pc:spChg>
        <pc:spChg chg="add mod">
          <ac:chgData name="Jefferson Passerini" userId="ec684a97d9b6a829" providerId="LiveId" clId="{6D4B5001-5DF0-4AF5-979B-4C3C5DA419DE}" dt="2024-03-21T13:42:53.058" v="4485" actId="20577"/>
          <ac:spMkLst>
            <pc:docMk/>
            <pc:sldMk cId="41142650" sldId="301"/>
            <ac:spMk id="19" creationId="{D360689A-4971-E065-4C71-9903D09BEAAE}"/>
          </ac:spMkLst>
        </pc:spChg>
        <pc:spChg chg="add mod">
          <ac:chgData name="Jefferson Passerini" userId="ec684a97d9b6a829" providerId="LiveId" clId="{6D4B5001-5DF0-4AF5-979B-4C3C5DA419DE}" dt="2024-03-21T13:25:39.971" v="4110" actId="1035"/>
          <ac:spMkLst>
            <pc:docMk/>
            <pc:sldMk cId="41142650" sldId="301"/>
            <ac:spMk id="20" creationId="{8CEFC78E-4CEE-03CC-BB28-6087762F6357}"/>
          </ac:spMkLst>
        </pc:spChg>
        <pc:spChg chg="add mod">
          <ac:chgData name="Jefferson Passerini" userId="ec684a97d9b6a829" providerId="LiveId" clId="{6D4B5001-5DF0-4AF5-979B-4C3C5DA419DE}" dt="2024-03-21T13:42:56.443" v="4487" actId="20577"/>
          <ac:spMkLst>
            <pc:docMk/>
            <pc:sldMk cId="41142650" sldId="301"/>
            <ac:spMk id="21" creationId="{6D5FC529-3214-771C-DDC7-7F9621D7DA72}"/>
          </ac:spMkLst>
        </pc:spChg>
        <pc:spChg chg="add mod">
          <ac:chgData name="Jefferson Passerini" userId="ec684a97d9b6a829" providerId="LiveId" clId="{6D4B5001-5DF0-4AF5-979B-4C3C5DA419DE}" dt="2024-03-21T13:26:30.691" v="4250"/>
          <ac:spMkLst>
            <pc:docMk/>
            <pc:sldMk cId="41142650" sldId="301"/>
            <ac:spMk id="22" creationId="{06F074F4-43F1-0D77-5CF1-CBD06742B932}"/>
          </ac:spMkLst>
        </pc:spChg>
        <pc:spChg chg="add mod">
          <ac:chgData name="Jefferson Passerini" userId="ec684a97d9b6a829" providerId="LiveId" clId="{6D4B5001-5DF0-4AF5-979B-4C3C5DA419DE}" dt="2024-03-21T13:29:25.357" v="4268" actId="208"/>
          <ac:spMkLst>
            <pc:docMk/>
            <pc:sldMk cId="41142650" sldId="301"/>
            <ac:spMk id="23" creationId="{BD465F82-12FE-8105-0E45-BA2B1C828BD6}"/>
          </ac:spMkLst>
        </pc:spChg>
        <pc:spChg chg="add mod">
          <ac:chgData name="Jefferson Passerini" userId="ec684a97d9b6a829" providerId="LiveId" clId="{6D4B5001-5DF0-4AF5-979B-4C3C5DA419DE}" dt="2024-03-21T13:30:06.259" v="4372" actId="1076"/>
          <ac:spMkLst>
            <pc:docMk/>
            <pc:sldMk cId="41142650" sldId="301"/>
            <ac:spMk id="24" creationId="{4ECB8261-B9E4-82EF-AD1A-FB2D96AC9BBC}"/>
          </ac:spMkLst>
        </pc:spChg>
        <pc:spChg chg="add del mod">
          <ac:chgData name="Jefferson Passerini" userId="ec684a97d9b6a829" providerId="LiveId" clId="{6D4B5001-5DF0-4AF5-979B-4C3C5DA419DE}" dt="2024-03-21T13:37:12.632" v="4381" actId="478"/>
          <ac:spMkLst>
            <pc:docMk/>
            <pc:sldMk cId="41142650" sldId="301"/>
            <ac:spMk id="29" creationId="{F61CD288-F8BB-B197-1813-59CBB14FB639}"/>
          </ac:spMkLst>
        </pc:spChg>
        <pc:spChg chg="add del mod">
          <ac:chgData name="Jefferson Passerini" userId="ec684a97d9b6a829" providerId="LiveId" clId="{6D4B5001-5DF0-4AF5-979B-4C3C5DA419DE}" dt="2024-03-21T13:37:38.270" v="4384" actId="478"/>
          <ac:spMkLst>
            <pc:docMk/>
            <pc:sldMk cId="41142650" sldId="301"/>
            <ac:spMk id="30" creationId="{DDD7D4CF-5E9C-8CF1-DF24-1F35333589A6}"/>
          </ac:spMkLst>
        </pc:spChg>
        <pc:spChg chg="add del mod">
          <ac:chgData name="Jefferson Passerini" userId="ec684a97d9b6a829" providerId="LiveId" clId="{6D4B5001-5DF0-4AF5-979B-4C3C5DA419DE}" dt="2024-03-21T13:38:10.020" v="4388" actId="478"/>
          <ac:spMkLst>
            <pc:docMk/>
            <pc:sldMk cId="41142650" sldId="301"/>
            <ac:spMk id="31" creationId="{0B076398-973A-92EF-137D-9F404A994117}"/>
          </ac:spMkLst>
        </pc:spChg>
        <pc:spChg chg="add mod">
          <ac:chgData name="Jefferson Passerini" userId="ec684a97d9b6a829" providerId="LiveId" clId="{6D4B5001-5DF0-4AF5-979B-4C3C5DA419DE}" dt="2024-03-21T13:40:37.681" v="4399" actId="208"/>
          <ac:spMkLst>
            <pc:docMk/>
            <pc:sldMk cId="41142650" sldId="301"/>
            <ac:spMk id="36" creationId="{B0A1044A-4B4F-55EA-616B-754AF594A810}"/>
          </ac:spMkLst>
        </pc:spChg>
        <pc:spChg chg="add mod">
          <ac:chgData name="Jefferson Passerini" userId="ec684a97d9b6a829" providerId="LiveId" clId="{6D4B5001-5DF0-4AF5-979B-4C3C5DA419DE}" dt="2024-03-21T13:42:49.019" v="4483" actId="20577"/>
          <ac:spMkLst>
            <pc:docMk/>
            <pc:sldMk cId="41142650" sldId="301"/>
            <ac:spMk id="37" creationId="{F9F40F2C-2B40-EFC5-95B7-ADB62EFE14F5}"/>
          </ac:spMkLst>
        </pc:spChg>
        <pc:spChg chg="add mod">
          <ac:chgData name="Jefferson Passerini" userId="ec684a97d9b6a829" providerId="LiveId" clId="{6D4B5001-5DF0-4AF5-979B-4C3C5DA419DE}" dt="2024-03-21T13:42:22.076" v="4474" actId="1036"/>
          <ac:spMkLst>
            <pc:docMk/>
            <pc:sldMk cId="41142650" sldId="301"/>
            <ac:spMk id="38" creationId="{1051F9B2-EFB2-FC5C-5844-A659545B2A40}"/>
          </ac:spMkLst>
        </pc:spChg>
        <pc:spChg chg="add mod">
          <ac:chgData name="Jefferson Passerini" userId="ec684a97d9b6a829" providerId="LiveId" clId="{6D4B5001-5DF0-4AF5-979B-4C3C5DA419DE}" dt="2024-03-21T13:42:35.084" v="4479" actId="14100"/>
          <ac:spMkLst>
            <pc:docMk/>
            <pc:sldMk cId="41142650" sldId="301"/>
            <ac:spMk id="39" creationId="{DB0D4D1B-60EF-182C-DA80-02E05E088A41}"/>
          </ac:spMkLst>
        </pc:spChg>
        <pc:picChg chg="del">
          <ac:chgData name="Jefferson Passerini" userId="ec684a97d9b6a829" providerId="LiveId" clId="{6D4B5001-5DF0-4AF5-979B-4C3C5DA419DE}" dt="2024-03-21T13:18:09.880" v="3851" actId="478"/>
          <ac:picMkLst>
            <pc:docMk/>
            <pc:sldMk cId="41142650" sldId="301"/>
            <ac:picMk id="2" creationId="{65F36C1C-B845-6352-F7D5-6C1FF27823FB}"/>
          </ac:picMkLst>
        </pc:picChg>
        <pc:picChg chg="mod ord">
          <ac:chgData name="Jefferson Passerini" userId="ec684a97d9b6a829" providerId="LiveId" clId="{6D4B5001-5DF0-4AF5-979B-4C3C5DA419DE}" dt="2024-03-21T13:20:51.725" v="3934" actId="1076"/>
          <ac:picMkLst>
            <pc:docMk/>
            <pc:sldMk cId="41142650" sldId="301"/>
            <ac:picMk id="6" creationId="{3419A2AA-E7B7-5FE7-9223-7573D84FA8A1}"/>
          </ac:picMkLst>
        </pc:picChg>
        <pc:picChg chg="add mod modCrop">
          <ac:chgData name="Jefferson Passerini" userId="ec684a97d9b6a829" providerId="LiveId" clId="{6D4B5001-5DF0-4AF5-979B-4C3C5DA419DE}" dt="2024-03-21T13:26:37.114" v="4252" actId="1076"/>
          <ac:picMkLst>
            <pc:docMk/>
            <pc:sldMk cId="41142650" sldId="301"/>
            <ac:picMk id="11" creationId="{D61B2D3B-5480-0345-BDB3-F17F8709F509}"/>
          </ac:picMkLst>
        </pc:picChg>
        <pc:cxnChg chg="add mod">
          <ac:chgData name="Jefferson Passerini" userId="ec684a97d9b6a829" providerId="LiveId" clId="{6D4B5001-5DF0-4AF5-979B-4C3C5DA419DE}" dt="2024-03-21T13:20:58.309" v="3936" actId="1076"/>
          <ac:cxnSpMkLst>
            <pc:docMk/>
            <pc:sldMk cId="41142650" sldId="301"/>
            <ac:cxnSpMk id="13" creationId="{2716240C-65E3-E295-BD0B-3C987FBAB08A}"/>
          </ac:cxnSpMkLst>
        </pc:cxnChg>
        <pc:cxnChg chg="add del mod">
          <ac:chgData name="Jefferson Passerini" userId="ec684a97d9b6a829" providerId="LiveId" clId="{6D4B5001-5DF0-4AF5-979B-4C3C5DA419DE}" dt="2024-03-21T13:36:45.513" v="4378" actId="478"/>
          <ac:cxnSpMkLst>
            <pc:docMk/>
            <pc:sldMk cId="41142650" sldId="301"/>
            <ac:cxnSpMk id="26" creationId="{4349C57C-51B9-CAF4-FD3C-F564AD29ECE5}"/>
          </ac:cxnSpMkLst>
        </pc:cxnChg>
        <pc:cxnChg chg="add mod">
          <ac:chgData name="Jefferson Passerini" userId="ec684a97d9b6a829" providerId="LiveId" clId="{6D4B5001-5DF0-4AF5-979B-4C3C5DA419DE}" dt="2024-03-21T13:38:31.503" v="4392" actId="1582"/>
          <ac:cxnSpMkLst>
            <pc:docMk/>
            <pc:sldMk cId="41142650" sldId="301"/>
            <ac:cxnSpMk id="33" creationId="{F001677D-025C-882B-E551-3C6A75AD296B}"/>
          </ac:cxnSpMkLst>
        </pc:cxnChg>
      </pc:sldChg>
      <pc:sldChg chg="del">
        <pc:chgData name="Jefferson Passerini" userId="ec684a97d9b6a829" providerId="LiveId" clId="{6D4B5001-5DF0-4AF5-979B-4C3C5DA419DE}" dt="2024-03-21T11:37:32.503" v="18" actId="47"/>
        <pc:sldMkLst>
          <pc:docMk/>
          <pc:sldMk cId="1111092627" sldId="301"/>
        </pc:sldMkLst>
      </pc:sldChg>
      <pc:sldChg chg="addSp delSp modSp add mod ord">
        <pc:chgData name="Jefferson Passerini" userId="ec684a97d9b6a829" providerId="LiveId" clId="{6D4B5001-5DF0-4AF5-979B-4C3C5DA419DE}" dt="2024-03-21T13:48:03.871" v="5055" actId="1076"/>
        <pc:sldMkLst>
          <pc:docMk/>
          <pc:sldMk cId="784248606" sldId="302"/>
        </pc:sldMkLst>
        <pc:spChg chg="del">
          <ac:chgData name="Jefferson Passerini" userId="ec684a97d9b6a829" providerId="LiveId" clId="{6D4B5001-5DF0-4AF5-979B-4C3C5DA419DE}" dt="2024-03-21T13:47:41.409" v="5049" actId="478"/>
          <ac:spMkLst>
            <pc:docMk/>
            <pc:sldMk cId="784248606" sldId="302"/>
            <ac:spMk id="3" creationId="{1C0A0BDD-1598-D12F-613E-8496FB06A034}"/>
          </ac:spMkLst>
        </pc:spChg>
        <pc:spChg chg="del">
          <ac:chgData name="Jefferson Passerini" userId="ec684a97d9b6a829" providerId="LiveId" clId="{6D4B5001-5DF0-4AF5-979B-4C3C5DA419DE}" dt="2024-03-21T13:47:40.353" v="5048" actId="478"/>
          <ac:spMkLst>
            <pc:docMk/>
            <pc:sldMk cId="784248606" sldId="302"/>
            <ac:spMk id="5" creationId="{939470D7-F492-24D1-C2CA-27850492C062}"/>
          </ac:spMkLst>
        </pc:spChg>
        <pc:spChg chg="mod">
          <ac:chgData name="Jefferson Passerini" userId="ec684a97d9b6a829" providerId="LiveId" clId="{6D4B5001-5DF0-4AF5-979B-4C3C5DA419DE}" dt="2024-03-21T13:47:34.445" v="5046" actId="27636"/>
          <ac:spMkLst>
            <pc:docMk/>
            <pc:sldMk cId="784248606" sldId="302"/>
            <ac:spMk id="9" creationId="{424D2663-9C24-2649-D000-AF5E674A83FD}"/>
          </ac:spMkLst>
        </pc:spChg>
        <pc:picChg chg="del">
          <ac:chgData name="Jefferson Passerini" userId="ec684a97d9b6a829" providerId="LiveId" clId="{6D4B5001-5DF0-4AF5-979B-4C3C5DA419DE}" dt="2024-03-21T13:47:39.521" v="5047" actId="478"/>
          <ac:picMkLst>
            <pc:docMk/>
            <pc:sldMk cId="784248606" sldId="302"/>
            <ac:picMk id="2" creationId="{65F36C1C-B845-6352-F7D5-6C1FF27823FB}"/>
          </ac:picMkLst>
        </pc:picChg>
        <pc:picChg chg="mod">
          <ac:chgData name="Jefferson Passerini" userId="ec684a97d9b6a829" providerId="LiveId" clId="{6D4B5001-5DF0-4AF5-979B-4C3C5DA419DE}" dt="2024-03-21T13:47:43.481" v="5050" actId="1076"/>
          <ac:picMkLst>
            <pc:docMk/>
            <pc:sldMk cId="784248606" sldId="302"/>
            <ac:picMk id="6" creationId="{3419A2AA-E7B7-5FE7-9223-7573D84FA8A1}"/>
          </ac:picMkLst>
        </pc:picChg>
        <pc:picChg chg="add mod">
          <ac:chgData name="Jefferson Passerini" userId="ec684a97d9b6a829" providerId="LiveId" clId="{6D4B5001-5DF0-4AF5-979B-4C3C5DA419DE}" dt="2024-03-21T13:48:03.871" v="5055" actId="1076"/>
          <ac:picMkLst>
            <pc:docMk/>
            <pc:sldMk cId="784248606" sldId="302"/>
            <ac:picMk id="7" creationId="{2D8655F8-D419-59B6-65DB-3D9FA5B31A02}"/>
          </ac:picMkLst>
        </pc:picChg>
      </pc:sldChg>
      <pc:sldChg chg="modSp add ord">
        <pc:chgData name="Jefferson Passerini" userId="ec684a97d9b6a829" providerId="LiveId" clId="{6D4B5001-5DF0-4AF5-979B-4C3C5DA419DE}" dt="2024-03-21T13:50:25.486" v="5100" actId="20577"/>
        <pc:sldMkLst>
          <pc:docMk/>
          <pc:sldMk cId="2777239028" sldId="303"/>
        </pc:sldMkLst>
        <pc:spChg chg="mod">
          <ac:chgData name="Jefferson Passerini" userId="ec684a97d9b6a829" providerId="LiveId" clId="{6D4B5001-5DF0-4AF5-979B-4C3C5DA419DE}" dt="2024-03-21T13:50:25.486" v="5100" actId="20577"/>
          <ac:spMkLst>
            <pc:docMk/>
            <pc:sldMk cId="2777239028" sldId="303"/>
            <ac:spMk id="2" creationId="{2E243026-E16F-9CDD-AE56-CF691B008A41}"/>
          </ac:spMkLst>
        </pc:spChg>
      </pc:sldChg>
      <pc:sldChg chg="del">
        <pc:chgData name="Jefferson Passerini" userId="ec684a97d9b6a829" providerId="LiveId" clId="{6D4B5001-5DF0-4AF5-979B-4C3C5DA419DE}" dt="2024-03-21T11:37:31.720" v="16" actId="47"/>
        <pc:sldMkLst>
          <pc:docMk/>
          <pc:sldMk cId="3283323133" sldId="303"/>
        </pc:sldMkLst>
      </pc:sldChg>
      <pc:sldChg chg="del">
        <pc:chgData name="Jefferson Passerini" userId="ec684a97d9b6a829" providerId="LiveId" clId="{6D4B5001-5DF0-4AF5-979B-4C3C5DA419DE}" dt="2024-03-21T11:37:33.270" v="20" actId="47"/>
        <pc:sldMkLst>
          <pc:docMk/>
          <pc:sldMk cId="402693575" sldId="304"/>
        </pc:sldMkLst>
      </pc:sldChg>
      <pc:sldChg chg="modSp add">
        <pc:chgData name="Jefferson Passerini" userId="ec684a97d9b6a829" providerId="LiveId" clId="{6D4B5001-5DF0-4AF5-979B-4C3C5DA419DE}" dt="2024-03-21T13:50:52.527" v="5105" actId="20577"/>
        <pc:sldMkLst>
          <pc:docMk/>
          <pc:sldMk cId="3214453046" sldId="304"/>
        </pc:sldMkLst>
        <pc:spChg chg="mod">
          <ac:chgData name="Jefferson Passerini" userId="ec684a97d9b6a829" providerId="LiveId" clId="{6D4B5001-5DF0-4AF5-979B-4C3C5DA419DE}" dt="2024-03-21T13:50:52.527" v="5105" actId="20577"/>
          <ac:spMkLst>
            <pc:docMk/>
            <pc:sldMk cId="3214453046" sldId="304"/>
            <ac:spMk id="2" creationId="{2E243026-E16F-9CDD-AE56-CF691B008A41}"/>
          </ac:spMkLst>
        </pc:spChg>
      </pc:sldChg>
      <pc:sldChg chg="del">
        <pc:chgData name="Jefferson Passerini" userId="ec684a97d9b6a829" providerId="LiveId" clId="{6D4B5001-5DF0-4AF5-979B-4C3C5DA419DE}" dt="2024-03-21T11:37:30.401" v="13" actId="47"/>
        <pc:sldMkLst>
          <pc:docMk/>
          <pc:sldMk cId="2786334831" sldId="305"/>
        </pc:sldMkLst>
      </pc:sldChg>
      <pc:sldChg chg="del">
        <pc:chgData name="Jefferson Passerini" userId="ec684a97d9b6a829" providerId="LiveId" clId="{6D4B5001-5DF0-4AF5-979B-4C3C5DA419DE}" dt="2024-03-21T11:37:29.512" v="11" actId="47"/>
        <pc:sldMkLst>
          <pc:docMk/>
          <pc:sldMk cId="1859725869" sldId="306"/>
        </pc:sldMkLst>
      </pc:sldChg>
      <pc:sldChg chg="addSp delSp modSp mod">
        <pc:chgData name="Jefferson Passerini" userId="ec684a97d9b6a829" providerId="LiveId" clId="{6D4B5001-5DF0-4AF5-979B-4C3C5DA419DE}" dt="2024-03-21T19:22:22.260" v="6540" actId="14100"/>
        <pc:sldMkLst>
          <pc:docMk/>
          <pc:sldMk cId="4036473807" sldId="306"/>
        </pc:sldMkLst>
        <pc:spChg chg="mod">
          <ac:chgData name="Jefferson Passerini" userId="ec684a97d9b6a829" providerId="LiveId" clId="{6D4B5001-5DF0-4AF5-979B-4C3C5DA419DE}" dt="2024-03-21T18:39:53.311" v="5109" actId="20577"/>
          <ac:spMkLst>
            <pc:docMk/>
            <pc:sldMk cId="4036473807" sldId="306"/>
            <ac:spMk id="6" creationId="{16D88F2F-6F25-EFA5-6552-3D1FB9E76C1E}"/>
          </ac:spMkLst>
        </pc:spChg>
        <pc:spChg chg="del">
          <ac:chgData name="Jefferson Passerini" userId="ec684a97d9b6a829" providerId="LiveId" clId="{6D4B5001-5DF0-4AF5-979B-4C3C5DA419DE}" dt="2024-03-21T18:57:40.538" v="6528" actId="478"/>
          <ac:spMkLst>
            <pc:docMk/>
            <pc:sldMk cId="4036473807" sldId="306"/>
            <ac:spMk id="16" creationId="{A8B06D72-E57C-D6F3-7B81-4403CED3F6F7}"/>
          </ac:spMkLst>
        </pc:spChg>
        <pc:picChg chg="del">
          <ac:chgData name="Jefferson Passerini" userId="ec684a97d9b6a829" providerId="LiveId" clId="{6D4B5001-5DF0-4AF5-979B-4C3C5DA419DE}" dt="2024-03-21T18:57:37.770" v="6526" actId="478"/>
          <ac:picMkLst>
            <pc:docMk/>
            <pc:sldMk cId="4036473807" sldId="306"/>
            <ac:picMk id="2" creationId="{6E92311B-DAD9-439C-E1C1-72E6B1032A56}"/>
          </ac:picMkLst>
        </pc:picChg>
        <pc:picChg chg="add mod">
          <ac:chgData name="Jefferson Passerini" userId="ec684a97d9b6a829" providerId="LiveId" clId="{6D4B5001-5DF0-4AF5-979B-4C3C5DA419DE}" dt="2024-03-21T19:21:46.959" v="6533" actId="1076"/>
          <ac:picMkLst>
            <pc:docMk/>
            <pc:sldMk cId="4036473807" sldId="306"/>
            <ac:picMk id="5" creationId="{C6CCF865-55E3-5DCD-E24B-ADC76E223ADB}"/>
          </ac:picMkLst>
        </pc:picChg>
        <pc:picChg chg="add mod">
          <ac:chgData name="Jefferson Passerini" userId="ec684a97d9b6a829" providerId="LiveId" clId="{6D4B5001-5DF0-4AF5-979B-4C3C5DA419DE}" dt="2024-03-21T19:22:22.260" v="6540" actId="14100"/>
          <ac:picMkLst>
            <pc:docMk/>
            <pc:sldMk cId="4036473807" sldId="306"/>
            <ac:picMk id="8" creationId="{CD13DB0E-5135-1D1A-5407-BD4F7B6C9359}"/>
          </ac:picMkLst>
        </pc:picChg>
        <pc:picChg chg="del">
          <ac:chgData name="Jefferson Passerini" userId="ec684a97d9b6a829" providerId="LiveId" clId="{6D4B5001-5DF0-4AF5-979B-4C3C5DA419DE}" dt="2024-03-21T18:57:36.707" v="6525" actId="478"/>
          <ac:picMkLst>
            <pc:docMk/>
            <pc:sldMk cId="4036473807" sldId="306"/>
            <ac:picMk id="9" creationId="{8E79E2AF-1C05-CA8D-4935-F0CE140B5579}"/>
          </ac:picMkLst>
        </pc:picChg>
        <pc:picChg chg="del">
          <ac:chgData name="Jefferson Passerini" userId="ec684a97d9b6a829" providerId="LiveId" clId="{6D4B5001-5DF0-4AF5-979B-4C3C5DA419DE}" dt="2024-03-21T18:57:38.483" v="6527" actId="478"/>
          <ac:picMkLst>
            <pc:docMk/>
            <pc:sldMk cId="4036473807" sldId="306"/>
            <ac:picMk id="11" creationId="{48FDF301-4B7C-5794-9A07-9288134FD328}"/>
          </ac:picMkLst>
        </pc:picChg>
      </pc:sldChg>
      <pc:sldChg chg="del">
        <pc:chgData name="Jefferson Passerini" userId="ec684a97d9b6a829" providerId="LiveId" clId="{6D4B5001-5DF0-4AF5-979B-4C3C5DA419DE}" dt="2024-03-21T11:37:33.639" v="21" actId="47"/>
        <pc:sldMkLst>
          <pc:docMk/>
          <pc:sldMk cId="3695287151" sldId="307"/>
        </pc:sldMkLst>
      </pc:sldChg>
      <pc:sldChg chg="del">
        <pc:chgData name="Jefferson Passerini" userId="ec684a97d9b6a829" providerId="LiveId" clId="{6D4B5001-5DF0-4AF5-979B-4C3C5DA419DE}" dt="2024-03-21T11:37:34.434" v="23" actId="47"/>
        <pc:sldMkLst>
          <pc:docMk/>
          <pc:sldMk cId="1470018205" sldId="308"/>
        </pc:sldMkLst>
      </pc:sldChg>
      <pc:sldChg chg="del">
        <pc:chgData name="Jefferson Passerini" userId="ec684a97d9b6a829" providerId="LiveId" clId="{6D4B5001-5DF0-4AF5-979B-4C3C5DA419DE}" dt="2024-03-21T11:37:34.801" v="24" actId="47"/>
        <pc:sldMkLst>
          <pc:docMk/>
          <pc:sldMk cId="3246626663" sldId="309"/>
        </pc:sldMkLst>
      </pc:sldChg>
      <pc:sldChg chg="del">
        <pc:chgData name="Jefferson Passerini" userId="ec684a97d9b6a829" providerId="LiveId" clId="{6D4B5001-5DF0-4AF5-979B-4C3C5DA419DE}" dt="2024-03-21T11:37:35.194" v="25" actId="47"/>
        <pc:sldMkLst>
          <pc:docMk/>
          <pc:sldMk cId="791779711" sldId="310"/>
        </pc:sldMkLst>
      </pc:sldChg>
      <pc:sldChg chg="del">
        <pc:chgData name="Jefferson Passerini" userId="ec684a97d9b6a829" providerId="LiveId" clId="{6D4B5001-5DF0-4AF5-979B-4C3C5DA419DE}" dt="2024-03-21T11:37:35.560" v="26" actId="47"/>
        <pc:sldMkLst>
          <pc:docMk/>
          <pc:sldMk cId="3949090712" sldId="311"/>
        </pc:sldMkLst>
      </pc:sldChg>
      <pc:sldChg chg="del">
        <pc:chgData name="Jefferson Passerini" userId="ec684a97d9b6a829" providerId="LiveId" clId="{6D4B5001-5DF0-4AF5-979B-4C3C5DA419DE}" dt="2024-03-21T11:37:35.958" v="27" actId="47"/>
        <pc:sldMkLst>
          <pc:docMk/>
          <pc:sldMk cId="4128566919" sldId="312"/>
        </pc:sldMkLst>
      </pc:sldChg>
      <pc:sldChg chg="del">
        <pc:chgData name="Jefferson Passerini" userId="ec684a97d9b6a829" providerId="LiveId" clId="{6D4B5001-5DF0-4AF5-979B-4C3C5DA419DE}" dt="2024-03-21T11:37:36.333" v="28" actId="47"/>
        <pc:sldMkLst>
          <pc:docMk/>
          <pc:sldMk cId="667721322" sldId="313"/>
        </pc:sldMkLst>
      </pc:sldChg>
      <pc:sldChg chg="del">
        <pc:chgData name="Jefferson Passerini" userId="ec684a97d9b6a829" providerId="LiveId" clId="{6D4B5001-5DF0-4AF5-979B-4C3C5DA419DE}" dt="2024-03-21T11:37:34.024" v="22" actId="47"/>
        <pc:sldMkLst>
          <pc:docMk/>
          <pc:sldMk cId="2004301128" sldId="314"/>
        </pc:sldMkLst>
      </pc:sldChg>
      <pc:sldChg chg="del">
        <pc:chgData name="Jefferson Passerini" userId="ec684a97d9b6a829" providerId="LiveId" clId="{6D4B5001-5DF0-4AF5-979B-4C3C5DA419DE}" dt="2024-03-21T11:37:32.839" v="19" actId="47"/>
        <pc:sldMkLst>
          <pc:docMk/>
          <pc:sldMk cId="2905817537" sldId="315"/>
        </pc:sldMkLst>
      </pc:sldChg>
      <pc:sldChg chg="modSp mod">
        <pc:chgData name="Jefferson Passerini" userId="ec684a97d9b6a829" providerId="LiveId" clId="{6D4B5001-5DF0-4AF5-979B-4C3C5DA419DE}" dt="2024-03-21T19:36:03.224" v="6620" actId="6549"/>
        <pc:sldMkLst>
          <pc:docMk/>
          <pc:sldMk cId="3223805706" sldId="317"/>
        </pc:sldMkLst>
        <pc:spChg chg="mod">
          <ac:chgData name="Jefferson Passerini" userId="ec684a97d9b6a829" providerId="LiveId" clId="{6D4B5001-5DF0-4AF5-979B-4C3C5DA419DE}" dt="2024-03-21T19:36:03.224" v="6620" actId="6549"/>
          <ac:spMkLst>
            <pc:docMk/>
            <pc:sldMk cId="3223805706" sldId="317"/>
            <ac:spMk id="6" creationId="{16D88F2F-6F25-EFA5-6552-3D1FB9E76C1E}"/>
          </ac:spMkLst>
        </pc:spChg>
      </pc:sldChg>
      <pc:sldChg chg="modSp mod">
        <pc:chgData name="Jefferson Passerini" userId="ec684a97d9b6a829" providerId="LiveId" clId="{6D4B5001-5DF0-4AF5-979B-4C3C5DA419DE}" dt="2024-03-21T19:36:07.984" v="6628" actId="6549"/>
        <pc:sldMkLst>
          <pc:docMk/>
          <pc:sldMk cId="1252704191" sldId="318"/>
        </pc:sldMkLst>
        <pc:spChg chg="mod">
          <ac:chgData name="Jefferson Passerini" userId="ec684a97d9b6a829" providerId="LiveId" clId="{6D4B5001-5DF0-4AF5-979B-4C3C5DA419DE}" dt="2024-03-21T19:36:07.984" v="6628" actId="6549"/>
          <ac:spMkLst>
            <pc:docMk/>
            <pc:sldMk cId="1252704191" sldId="318"/>
            <ac:spMk id="6" creationId="{16D88F2F-6F25-EFA5-6552-3D1FB9E76C1E}"/>
          </ac:spMkLst>
        </pc:spChg>
      </pc:sldChg>
      <pc:sldChg chg="modSp mod">
        <pc:chgData name="Jefferson Passerini" userId="ec684a97d9b6a829" providerId="LiveId" clId="{6D4B5001-5DF0-4AF5-979B-4C3C5DA419DE}" dt="2024-03-21T19:36:12.624" v="6636" actId="6549"/>
        <pc:sldMkLst>
          <pc:docMk/>
          <pc:sldMk cId="3762498758" sldId="319"/>
        </pc:sldMkLst>
        <pc:spChg chg="mod">
          <ac:chgData name="Jefferson Passerini" userId="ec684a97d9b6a829" providerId="LiveId" clId="{6D4B5001-5DF0-4AF5-979B-4C3C5DA419DE}" dt="2024-03-21T19:36:12.624" v="6636" actId="6549"/>
          <ac:spMkLst>
            <pc:docMk/>
            <pc:sldMk cId="3762498758" sldId="319"/>
            <ac:spMk id="6" creationId="{16D88F2F-6F25-EFA5-6552-3D1FB9E76C1E}"/>
          </ac:spMkLst>
        </pc:spChg>
      </pc:sldChg>
      <pc:sldChg chg="addSp delSp modSp mod">
        <pc:chgData name="Jefferson Passerini" userId="ec684a97d9b6a829" providerId="LiveId" clId="{6D4B5001-5DF0-4AF5-979B-4C3C5DA419DE}" dt="2024-03-21T19:36:17.464" v="6644" actId="6549"/>
        <pc:sldMkLst>
          <pc:docMk/>
          <pc:sldMk cId="3452871164" sldId="320"/>
        </pc:sldMkLst>
        <pc:spChg chg="mod">
          <ac:chgData name="Jefferson Passerini" userId="ec684a97d9b6a829" providerId="LiveId" clId="{6D4B5001-5DF0-4AF5-979B-4C3C5DA419DE}" dt="2024-03-21T19:36:17.464" v="6644" actId="6549"/>
          <ac:spMkLst>
            <pc:docMk/>
            <pc:sldMk cId="3452871164" sldId="320"/>
            <ac:spMk id="6" creationId="{16D88F2F-6F25-EFA5-6552-3D1FB9E76C1E}"/>
          </ac:spMkLst>
        </pc:spChg>
        <pc:picChg chg="add mod">
          <ac:chgData name="Jefferson Passerini" userId="ec684a97d9b6a829" providerId="LiveId" clId="{6D4B5001-5DF0-4AF5-979B-4C3C5DA419DE}" dt="2024-03-21T18:41:57.893" v="5129" actId="1076"/>
          <ac:picMkLst>
            <pc:docMk/>
            <pc:sldMk cId="3452871164" sldId="320"/>
            <ac:picMk id="5" creationId="{4B8D48AF-F00F-24A3-6327-31308E6144CD}"/>
          </ac:picMkLst>
        </pc:picChg>
        <pc:picChg chg="del">
          <ac:chgData name="Jefferson Passerini" userId="ec684a97d9b6a829" providerId="LiveId" clId="{6D4B5001-5DF0-4AF5-979B-4C3C5DA419DE}" dt="2024-03-21T18:41:43.647" v="5126" actId="478"/>
          <ac:picMkLst>
            <pc:docMk/>
            <pc:sldMk cId="3452871164" sldId="320"/>
            <ac:picMk id="7" creationId="{6209254F-684D-590B-61CE-CEECEFBA0C54}"/>
          </ac:picMkLst>
        </pc:picChg>
      </pc:sldChg>
      <pc:sldChg chg="addSp delSp modSp mod">
        <pc:chgData name="Jefferson Passerini" userId="ec684a97d9b6a829" providerId="LiveId" clId="{6D4B5001-5DF0-4AF5-979B-4C3C5DA419DE}" dt="2024-03-21T19:36:21.928" v="6652" actId="6549"/>
        <pc:sldMkLst>
          <pc:docMk/>
          <pc:sldMk cId="4012342914" sldId="321"/>
        </pc:sldMkLst>
        <pc:spChg chg="mod">
          <ac:chgData name="Jefferson Passerini" userId="ec684a97d9b6a829" providerId="LiveId" clId="{6D4B5001-5DF0-4AF5-979B-4C3C5DA419DE}" dt="2024-03-21T19:36:21.928" v="6652" actId="6549"/>
          <ac:spMkLst>
            <pc:docMk/>
            <pc:sldMk cId="4012342914" sldId="321"/>
            <ac:spMk id="6" creationId="{16D88F2F-6F25-EFA5-6552-3D1FB9E76C1E}"/>
          </ac:spMkLst>
        </pc:spChg>
        <pc:picChg chg="del">
          <ac:chgData name="Jefferson Passerini" userId="ec684a97d9b6a829" providerId="LiveId" clId="{6D4B5001-5DF0-4AF5-979B-4C3C5DA419DE}" dt="2024-03-21T18:42:02.077" v="5130" actId="478"/>
          <ac:picMkLst>
            <pc:docMk/>
            <pc:sldMk cId="4012342914" sldId="321"/>
            <ac:picMk id="3" creationId="{47C43BC8-CAA2-DA76-61AE-9556C03DEA1E}"/>
          </ac:picMkLst>
        </pc:picChg>
        <pc:picChg chg="add del">
          <ac:chgData name="Jefferson Passerini" userId="ec684a97d9b6a829" providerId="LiveId" clId="{6D4B5001-5DF0-4AF5-979B-4C3C5DA419DE}" dt="2024-03-21T18:42:23.876" v="5132" actId="478"/>
          <ac:picMkLst>
            <pc:docMk/>
            <pc:sldMk cId="4012342914" sldId="321"/>
            <ac:picMk id="7" creationId="{D56473F8-D986-9847-0310-5ADEE1AF28EF}"/>
          </ac:picMkLst>
        </pc:picChg>
        <pc:picChg chg="add mod">
          <ac:chgData name="Jefferson Passerini" userId="ec684a97d9b6a829" providerId="LiveId" clId="{6D4B5001-5DF0-4AF5-979B-4C3C5DA419DE}" dt="2024-03-21T18:42:54.195" v="5134" actId="1076"/>
          <ac:picMkLst>
            <pc:docMk/>
            <pc:sldMk cId="4012342914" sldId="321"/>
            <ac:picMk id="9" creationId="{717AE868-682D-106B-495A-892EBA2AAF05}"/>
          </ac:picMkLst>
        </pc:picChg>
      </pc:sldChg>
      <pc:sldChg chg="addSp delSp modSp mod">
        <pc:chgData name="Jefferson Passerini" userId="ec684a97d9b6a829" providerId="LiveId" clId="{6D4B5001-5DF0-4AF5-979B-4C3C5DA419DE}" dt="2024-03-21T19:36:27.431" v="6660" actId="6549"/>
        <pc:sldMkLst>
          <pc:docMk/>
          <pc:sldMk cId="1595083778" sldId="322"/>
        </pc:sldMkLst>
        <pc:spChg chg="mod">
          <ac:chgData name="Jefferson Passerini" userId="ec684a97d9b6a829" providerId="LiveId" clId="{6D4B5001-5DF0-4AF5-979B-4C3C5DA419DE}" dt="2024-03-21T19:36:27.431" v="6660" actId="6549"/>
          <ac:spMkLst>
            <pc:docMk/>
            <pc:sldMk cId="1595083778" sldId="322"/>
            <ac:spMk id="6" creationId="{16D88F2F-6F25-EFA5-6552-3D1FB9E76C1E}"/>
          </ac:spMkLst>
        </pc:spChg>
        <pc:picChg chg="add mod">
          <ac:chgData name="Jefferson Passerini" userId="ec684a97d9b6a829" providerId="LiveId" clId="{6D4B5001-5DF0-4AF5-979B-4C3C5DA419DE}" dt="2024-03-21T18:43:20.777" v="5137" actId="1076"/>
          <ac:picMkLst>
            <pc:docMk/>
            <pc:sldMk cId="1595083778" sldId="322"/>
            <ac:picMk id="5" creationId="{6F742950-DF0E-636C-6BAD-82CD6D87FACC}"/>
          </ac:picMkLst>
        </pc:picChg>
        <pc:picChg chg="del">
          <ac:chgData name="Jefferson Passerini" userId="ec684a97d9b6a829" providerId="LiveId" clId="{6D4B5001-5DF0-4AF5-979B-4C3C5DA419DE}" dt="2024-03-21T18:43:04.690" v="5135" actId="478"/>
          <ac:picMkLst>
            <pc:docMk/>
            <pc:sldMk cId="1595083778" sldId="322"/>
            <ac:picMk id="7" creationId="{BD933A90-F02D-FB56-678C-92E7F5658C66}"/>
          </ac:picMkLst>
        </pc:picChg>
      </pc:sldChg>
      <pc:sldChg chg="addSp delSp modSp mod">
        <pc:chgData name="Jefferson Passerini" userId="ec684a97d9b6a829" providerId="LiveId" clId="{6D4B5001-5DF0-4AF5-979B-4C3C5DA419DE}" dt="2024-03-21T19:36:32.023" v="6668" actId="6549"/>
        <pc:sldMkLst>
          <pc:docMk/>
          <pc:sldMk cId="4186016689" sldId="323"/>
        </pc:sldMkLst>
        <pc:spChg chg="mod">
          <ac:chgData name="Jefferson Passerini" userId="ec684a97d9b6a829" providerId="LiveId" clId="{6D4B5001-5DF0-4AF5-979B-4C3C5DA419DE}" dt="2024-03-21T19:36:32.023" v="6668" actId="6549"/>
          <ac:spMkLst>
            <pc:docMk/>
            <pc:sldMk cId="4186016689" sldId="323"/>
            <ac:spMk id="6" creationId="{16D88F2F-6F25-EFA5-6552-3D1FB9E76C1E}"/>
          </ac:spMkLst>
        </pc:spChg>
        <pc:picChg chg="del">
          <ac:chgData name="Jefferson Passerini" userId="ec684a97d9b6a829" providerId="LiveId" clId="{6D4B5001-5DF0-4AF5-979B-4C3C5DA419DE}" dt="2024-03-21T18:43:28.912" v="5138" actId="478"/>
          <ac:picMkLst>
            <pc:docMk/>
            <pc:sldMk cId="4186016689" sldId="323"/>
            <ac:picMk id="3" creationId="{22675E9C-658A-4A2E-DFFE-B0327ED5F4C8}"/>
          </ac:picMkLst>
        </pc:picChg>
        <pc:picChg chg="add mod">
          <ac:chgData name="Jefferson Passerini" userId="ec684a97d9b6a829" providerId="LiveId" clId="{6D4B5001-5DF0-4AF5-979B-4C3C5DA419DE}" dt="2024-03-21T18:43:44.935" v="5140" actId="1076"/>
          <ac:picMkLst>
            <pc:docMk/>
            <pc:sldMk cId="4186016689" sldId="323"/>
            <ac:picMk id="7" creationId="{92C573AD-2E6D-F391-5849-628AD1FA5500}"/>
          </ac:picMkLst>
        </pc:picChg>
      </pc:sldChg>
      <pc:sldChg chg="addSp delSp modSp mod">
        <pc:chgData name="Jefferson Passerini" userId="ec684a97d9b6a829" providerId="LiveId" clId="{6D4B5001-5DF0-4AF5-979B-4C3C5DA419DE}" dt="2024-03-21T19:36:37.951" v="6676" actId="6549"/>
        <pc:sldMkLst>
          <pc:docMk/>
          <pc:sldMk cId="1055853781" sldId="324"/>
        </pc:sldMkLst>
        <pc:spChg chg="mod">
          <ac:chgData name="Jefferson Passerini" userId="ec684a97d9b6a829" providerId="LiveId" clId="{6D4B5001-5DF0-4AF5-979B-4C3C5DA419DE}" dt="2024-03-21T19:36:37.951" v="6676" actId="6549"/>
          <ac:spMkLst>
            <pc:docMk/>
            <pc:sldMk cId="1055853781" sldId="324"/>
            <ac:spMk id="6" creationId="{16D88F2F-6F25-EFA5-6552-3D1FB9E76C1E}"/>
          </ac:spMkLst>
        </pc:spChg>
        <pc:picChg chg="add mod ord">
          <ac:chgData name="Jefferson Passerini" userId="ec684a97d9b6a829" providerId="LiveId" clId="{6D4B5001-5DF0-4AF5-979B-4C3C5DA419DE}" dt="2024-03-21T18:44:26.040" v="5144" actId="167"/>
          <ac:picMkLst>
            <pc:docMk/>
            <pc:sldMk cId="1055853781" sldId="324"/>
            <ac:picMk id="5" creationId="{4FDA560A-CC42-9548-2119-44F24C5C4BA3}"/>
          </ac:picMkLst>
        </pc:picChg>
        <pc:picChg chg="del">
          <ac:chgData name="Jefferson Passerini" userId="ec684a97d9b6a829" providerId="LiveId" clId="{6D4B5001-5DF0-4AF5-979B-4C3C5DA419DE}" dt="2024-03-21T18:44:14.797" v="5141" actId="478"/>
          <ac:picMkLst>
            <pc:docMk/>
            <pc:sldMk cId="1055853781" sldId="324"/>
            <ac:picMk id="7" creationId="{DD65782E-4AF0-6205-82BC-914FC4CA5126}"/>
          </ac:picMkLst>
        </pc:picChg>
      </pc:sldChg>
      <pc:sldChg chg="addSp delSp modSp add mod">
        <pc:chgData name="Jefferson Passerini" userId="ec684a97d9b6a829" providerId="LiveId" clId="{6D4B5001-5DF0-4AF5-979B-4C3C5DA419DE}" dt="2024-03-21T18:48:41.438" v="5162" actId="11529"/>
        <pc:sldMkLst>
          <pc:docMk/>
          <pc:sldMk cId="4208602632" sldId="325"/>
        </pc:sldMkLst>
        <pc:spChg chg="del">
          <ac:chgData name="Jefferson Passerini" userId="ec684a97d9b6a829" providerId="LiveId" clId="{6D4B5001-5DF0-4AF5-979B-4C3C5DA419DE}" dt="2024-03-21T18:47:30.516" v="5147" actId="478"/>
          <ac:spMkLst>
            <pc:docMk/>
            <pc:sldMk cId="4208602632" sldId="325"/>
            <ac:spMk id="3" creationId="{212081E4-07F6-C689-2ACC-B6CADD634983}"/>
          </ac:spMkLst>
        </pc:spChg>
        <pc:spChg chg="add del mod">
          <ac:chgData name="Jefferson Passerini" userId="ec684a97d9b6a829" providerId="LiveId" clId="{6D4B5001-5DF0-4AF5-979B-4C3C5DA419DE}" dt="2024-03-21T18:47:44.664" v="5148" actId="478"/>
          <ac:spMkLst>
            <pc:docMk/>
            <pc:sldMk cId="4208602632" sldId="325"/>
            <ac:spMk id="6" creationId="{8B654D43-12EC-CD9E-D8FF-7176FBF0D41F}"/>
          </ac:spMkLst>
        </pc:spChg>
        <pc:spChg chg="add">
          <ac:chgData name="Jefferson Passerini" userId="ec684a97d9b6a829" providerId="LiveId" clId="{6D4B5001-5DF0-4AF5-979B-4C3C5DA419DE}" dt="2024-03-21T18:48:41.438" v="5162" actId="11529"/>
          <ac:spMkLst>
            <pc:docMk/>
            <pc:sldMk cId="4208602632" sldId="325"/>
            <ac:spMk id="11" creationId="{0C4D6D43-ED00-61C5-D489-7F0B0A3B92E3}"/>
          </ac:spMkLst>
        </pc:spChg>
        <pc:picChg chg="del">
          <ac:chgData name="Jefferson Passerini" userId="ec684a97d9b6a829" providerId="LiveId" clId="{6D4B5001-5DF0-4AF5-979B-4C3C5DA419DE}" dt="2024-03-21T18:47:28.626" v="5146" actId="478"/>
          <ac:picMkLst>
            <pc:docMk/>
            <pc:sldMk cId="4208602632" sldId="325"/>
            <ac:picMk id="5" creationId="{F0C7AAB9-D24E-B3A9-89F5-2472C66C460C}"/>
          </ac:picMkLst>
        </pc:picChg>
        <pc:picChg chg="add mod">
          <ac:chgData name="Jefferson Passerini" userId="ec684a97d9b6a829" providerId="LiveId" clId="{6D4B5001-5DF0-4AF5-979B-4C3C5DA419DE}" dt="2024-03-21T18:48:27.501" v="5161" actId="1076"/>
          <ac:picMkLst>
            <pc:docMk/>
            <pc:sldMk cId="4208602632" sldId="325"/>
            <ac:picMk id="8" creationId="{BF0A1F48-A0CE-6DA7-8C92-C91DC29944CD}"/>
          </ac:picMkLst>
        </pc:picChg>
        <pc:picChg chg="add mod">
          <ac:chgData name="Jefferson Passerini" userId="ec684a97d9b6a829" providerId="LiveId" clId="{6D4B5001-5DF0-4AF5-979B-4C3C5DA419DE}" dt="2024-03-21T18:48:22.534" v="5159" actId="14100"/>
          <ac:picMkLst>
            <pc:docMk/>
            <pc:sldMk cId="4208602632" sldId="325"/>
            <ac:picMk id="10" creationId="{9FB4BCB2-0210-728B-822B-309695610249}"/>
          </ac:picMkLst>
        </pc:picChg>
      </pc:sldChg>
      <pc:sldChg chg="modSp add mod ord">
        <pc:chgData name="Jefferson Passerini" userId="ec684a97d9b6a829" providerId="LiveId" clId="{6D4B5001-5DF0-4AF5-979B-4C3C5DA419DE}" dt="2024-03-21T18:49:21.914" v="5194" actId="14100"/>
        <pc:sldMkLst>
          <pc:docMk/>
          <pc:sldMk cId="1048372592" sldId="326"/>
        </pc:sldMkLst>
        <pc:spChg chg="mod">
          <ac:chgData name="Jefferson Passerini" userId="ec684a97d9b6a829" providerId="LiveId" clId="{6D4B5001-5DF0-4AF5-979B-4C3C5DA419DE}" dt="2024-03-21T18:49:21.914" v="5194" actId="14100"/>
          <ac:spMkLst>
            <pc:docMk/>
            <pc:sldMk cId="1048372592" sldId="326"/>
            <ac:spMk id="2" creationId="{2E243026-E16F-9CDD-AE56-CF691B008A41}"/>
          </ac:spMkLst>
        </pc:spChg>
      </pc:sldChg>
      <pc:sldChg chg="addSp delSp add del setBg delDesignElem">
        <pc:chgData name="Jefferson Passerini" userId="ec684a97d9b6a829" providerId="LiveId" clId="{6D4B5001-5DF0-4AF5-979B-4C3C5DA419DE}" dt="2024-03-21T18:48:54.391" v="5165"/>
        <pc:sldMkLst>
          <pc:docMk/>
          <pc:sldMk cId="1653620366" sldId="326"/>
        </pc:sldMkLst>
        <pc:spChg chg="add del">
          <ac:chgData name="Jefferson Passerini" userId="ec684a97d9b6a829" providerId="LiveId" clId="{6D4B5001-5DF0-4AF5-979B-4C3C5DA419DE}" dt="2024-03-21T18:48:54.391" v="5165"/>
          <ac:spMkLst>
            <pc:docMk/>
            <pc:sldMk cId="1653620366" sldId="326"/>
            <ac:spMk id="96" creationId="{6CCA5F87-1D1E-45CB-8D83-FC7EEFAD9935}"/>
          </ac:spMkLst>
        </pc:spChg>
        <pc:spChg chg="add del">
          <ac:chgData name="Jefferson Passerini" userId="ec684a97d9b6a829" providerId="LiveId" clId="{6D4B5001-5DF0-4AF5-979B-4C3C5DA419DE}" dt="2024-03-21T18:48:54.391" v="5165"/>
          <ac:spMkLst>
            <pc:docMk/>
            <pc:sldMk cId="1653620366" sldId="326"/>
            <ac:spMk id="97" creationId="{7CCFC2C6-6238-4A2F-93DE-2ADF74AF635E}"/>
          </ac:spMkLst>
        </pc:spChg>
        <pc:spChg chg="add del">
          <ac:chgData name="Jefferson Passerini" userId="ec684a97d9b6a829" providerId="LiveId" clId="{6D4B5001-5DF0-4AF5-979B-4C3C5DA419DE}" dt="2024-03-21T18:48:54.391" v="5165"/>
          <ac:spMkLst>
            <pc:docMk/>
            <pc:sldMk cId="1653620366" sldId="326"/>
            <ac:spMk id="98" creationId="{AF2F604E-43BE-4DC3-B983-E071523364F8}"/>
          </ac:spMkLst>
        </pc:spChg>
        <pc:spChg chg="add del">
          <ac:chgData name="Jefferson Passerini" userId="ec684a97d9b6a829" providerId="LiveId" clId="{6D4B5001-5DF0-4AF5-979B-4C3C5DA419DE}" dt="2024-03-21T18:48:54.391" v="5165"/>
          <ac:spMkLst>
            <pc:docMk/>
            <pc:sldMk cId="1653620366" sldId="326"/>
            <ac:spMk id="99" creationId="{08C9B587-E65E-4B52-B37C-ABEBB6E87928}"/>
          </ac:spMkLst>
        </pc:spChg>
      </pc:sldChg>
      <pc:sldChg chg="modSp add mod ord">
        <pc:chgData name="Jefferson Passerini" userId="ec684a97d9b6a829" providerId="LiveId" clId="{6D4B5001-5DF0-4AF5-979B-4C3C5DA419DE}" dt="2024-03-21T18:54:39.488" v="6056"/>
        <pc:sldMkLst>
          <pc:docMk/>
          <pc:sldMk cId="616224759" sldId="327"/>
        </pc:sldMkLst>
        <pc:spChg chg="mod">
          <ac:chgData name="Jefferson Passerini" userId="ec684a97d9b6a829" providerId="LiveId" clId="{6D4B5001-5DF0-4AF5-979B-4C3C5DA419DE}" dt="2024-03-21T18:54:32.063" v="6054" actId="20577"/>
          <ac:spMkLst>
            <pc:docMk/>
            <pc:sldMk cId="616224759" sldId="327"/>
            <ac:spMk id="2" creationId="{F1A18ACB-176D-6214-BF65-86063FBA36EA}"/>
          </ac:spMkLst>
        </pc:spChg>
        <pc:spChg chg="mod">
          <ac:chgData name="Jefferson Passerini" userId="ec684a97d9b6a829" providerId="LiveId" clId="{6D4B5001-5DF0-4AF5-979B-4C3C5DA419DE}" dt="2024-03-21T18:50:22.318" v="5198" actId="207"/>
          <ac:spMkLst>
            <pc:docMk/>
            <pc:sldMk cId="616224759" sldId="327"/>
            <ac:spMk id="4" creationId="{1654C583-071B-4898-53B4-ED1DAE4C3389}"/>
          </ac:spMkLst>
        </pc:spChg>
      </pc:sldChg>
      <pc:sldChg chg="modSp add ord">
        <pc:chgData name="Jefferson Passerini" userId="ec684a97d9b6a829" providerId="LiveId" clId="{6D4B5001-5DF0-4AF5-979B-4C3C5DA419DE}" dt="2024-03-21T18:55:06.731" v="6077" actId="20577"/>
        <pc:sldMkLst>
          <pc:docMk/>
          <pc:sldMk cId="826455897" sldId="328"/>
        </pc:sldMkLst>
        <pc:spChg chg="mod">
          <ac:chgData name="Jefferson Passerini" userId="ec684a97d9b6a829" providerId="LiveId" clId="{6D4B5001-5DF0-4AF5-979B-4C3C5DA419DE}" dt="2024-03-21T18:55:06.731" v="6077" actId="20577"/>
          <ac:spMkLst>
            <pc:docMk/>
            <pc:sldMk cId="826455897" sldId="328"/>
            <ac:spMk id="2" creationId="{2E243026-E16F-9CDD-AE56-CF691B008A41}"/>
          </ac:spMkLst>
        </pc:spChg>
      </pc:sldChg>
      <pc:sldChg chg="modSp add mod">
        <pc:chgData name="Jefferson Passerini" userId="ec684a97d9b6a829" providerId="LiveId" clId="{6D4B5001-5DF0-4AF5-979B-4C3C5DA419DE}" dt="2024-03-21T18:57:12.740" v="6524" actId="20577"/>
        <pc:sldMkLst>
          <pc:docMk/>
          <pc:sldMk cId="742674330" sldId="329"/>
        </pc:sldMkLst>
        <pc:spChg chg="mod">
          <ac:chgData name="Jefferson Passerini" userId="ec684a97d9b6a829" providerId="LiveId" clId="{6D4B5001-5DF0-4AF5-979B-4C3C5DA419DE}" dt="2024-03-21T18:57:12.740" v="6524" actId="20577"/>
          <ac:spMkLst>
            <pc:docMk/>
            <pc:sldMk cId="742674330" sldId="329"/>
            <ac:spMk id="2" creationId="{F1A18ACB-176D-6214-BF65-86063FBA36EA}"/>
          </ac:spMkLst>
        </pc:spChg>
      </pc:sldChg>
      <pc:sldChg chg="addSp modSp add mod">
        <pc:chgData name="Jefferson Passerini" userId="ec684a97d9b6a829" providerId="LiveId" clId="{6D4B5001-5DF0-4AF5-979B-4C3C5DA419DE}" dt="2024-03-21T19:23:41.911" v="6556" actId="14100"/>
        <pc:sldMkLst>
          <pc:docMk/>
          <pc:sldMk cId="1701053134" sldId="330"/>
        </pc:sldMkLst>
        <pc:picChg chg="add mod">
          <ac:chgData name="Jefferson Passerini" userId="ec684a97d9b6a829" providerId="LiveId" clId="{6D4B5001-5DF0-4AF5-979B-4C3C5DA419DE}" dt="2024-03-21T19:21:52.366" v="6535" actId="1076"/>
          <ac:picMkLst>
            <pc:docMk/>
            <pc:sldMk cId="1701053134" sldId="330"/>
            <ac:picMk id="3" creationId="{AF5EADC3-6C66-4416-9C0B-2E0979F139D8}"/>
          </ac:picMkLst>
        </pc:picChg>
        <pc:picChg chg="add mod">
          <ac:chgData name="Jefferson Passerini" userId="ec684a97d9b6a829" providerId="LiveId" clId="{6D4B5001-5DF0-4AF5-979B-4C3C5DA419DE}" dt="2024-03-21T19:22:51.275" v="6551" actId="1037"/>
          <ac:picMkLst>
            <pc:docMk/>
            <pc:sldMk cId="1701053134" sldId="330"/>
            <ac:picMk id="7" creationId="{88268F60-22E4-462A-4C7D-77C156D39114}"/>
          </ac:picMkLst>
        </pc:picChg>
        <pc:picChg chg="add mod">
          <ac:chgData name="Jefferson Passerini" userId="ec684a97d9b6a829" providerId="LiveId" clId="{6D4B5001-5DF0-4AF5-979B-4C3C5DA419DE}" dt="2024-03-21T19:23:41.911" v="6556" actId="14100"/>
          <ac:picMkLst>
            <pc:docMk/>
            <pc:sldMk cId="1701053134" sldId="330"/>
            <ac:picMk id="9" creationId="{C6DD3A47-0FAF-4C8C-A3FF-84C597512B02}"/>
          </ac:picMkLst>
        </pc:picChg>
      </pc:sldChg>
      <pc:sldChg chg="addSp delSp modSp add mod">
        <pc:chgData name="Jefferson Passerini" userId="ec684a97d9b6a829" providerId="LiveId" clId="{6D4B5001-5DF0-4AF5-979B-4C3C5DA419DE}" dt="2024-03-21T19:25:43.639" v="6566" actId="1076"/>
        <pc:sldMkLst>
          <pc:docMk/>
          <pc:sldMk cId="519467504" sldId="331"/>
        </pc:sldMkLst>
        <pc:picChg chg="add mod">
          <ac:chgData name="Jefferson Passerini" userId="ec684a97d9b6a829" providerId="LiveId" clId="{6D4B5001-5DF0-4AF5-979B-4C3C5DA419DE}" dt="2024-03-21T19:21:57.646" v="6537" actId="1076"/>
          <ac:picMkLst>
            <pc:docMk/>
            <pc:sldMk cId="519467504" sldId="331"/>
            <ac:picMk id="3" creationId="{CD96DD16-73B9-924C-8439-893CC0A9F1A7}"/>
          </ac:picMkLst>
        </pc:picChg>
        <pc:picChg chg="add del mod">
          <ac:chgData name="Jefferson Passerini" userId="ec684a97d9b6a829" providerId="LiveId" clId="{6D4B5001-5DF0-4AF5-979B-4C3C5DA419DE}" dt="2024-03-21T19:25:24.528" v="6564" actId="478"/>
          <ac:picMkLst>
            <pc:docMk/>
            <pc:sldMk cId="519467504" sldId="331"/>
            <ac:picMk id="7" creationId="{FB9121A6-470F-30CB-CC82-D8AD037803B7}"/>
          </ac:picMkLst>
        </pc:picChg>
        <pc:picChg chg="add mod">
          <ac:chgData name="Jefferson Passerini" userId="ec684a97d9b6a829" providerId="LiveId" clId="{6D4B5001-5DF0-4AF5-979B-4C3C5DA419DE}" dt="2024-03-21T19:25:43.639" v="6566" actId="1076"/>
          <ac:picMkLst>
            <pc:docMk/>
            <pc:sldMk cId="519467504" sldId="331"/>
            <ac:picMk id="9" creationId="{30FEC2FB-69B9-AC52-7FB1-92C47F5027C4}"/>
          </ac:picMkLst>
        </pc:picChg>
      </pc:sldChg>
      <pc:sldChg chg="addSp modSp add mod">
        <pc:chgData name="Jefferson Passerini" userId="ec684a97d9b6a829" providerId="LiveId" clId="{6D4B5001-5DF0-4AF5-979B-4C3C5DA419DE}" dt="2024-03-21T19:24:56.403" v="6563" actId="1076"/>
        <pc:sldMkLst>
          <pc:docMk/>
          <pc:sldMk cId="2837491959" sldId="332"/>
        </pc:sldMkLst>
        <pc:picChg chg="add mod">
          <ac:chgData name="Jefferson Passerini" userId="ec684a97d9b6a829" providerId="LiveId" clId="{6D4B5001-5DF0-4AF5-979B-4C3C5DA419DE}" dt="2024-03-21T19:24:56.403" v="6563" actId="1076"/>
          <ac:picMkLst>
            <pc:docMk/>
            <pc:sldMk cId="2837491959" sldId="332"/>
            <ac:picMk id="5" creationId="{2DB17367-8DAD-CF4C-38BC-DCF0399A5D71}"/>
          </ac:picMkLst>
        </pc:picChg>
      </pc:sldChg>
      <pc:sldChg chg="addSp modSp add mod">
        <pc:chgData name="Jefferson Passerini" userId="ec684a97d9b6a829" providerId="LiveId" clId="{6D4B5001-5DF0-4AF5-979B-4C3C5DA419DE}" dt="2024-03-21T19:26:15.685" v="6573" actId="1076"/>
        <pc:sldMkLst>
          <pc:docMk/>
          <pc:sldMk cId="1207883777" sldId="333"/>
        </pc:sldMkLst>
        <pc:picChg chg="add mod">
          <ac:chgData name="Jefferson Passerini" userId="ec684a97d9b6a829" providerId="LiveId" clId="{6D4B5001-5DF0-4AF5-979B-4C3C5DA419DE}" dt="2024-03-21T19:26:15.685" v="6573" actId="1076"/>
          <ac:picMkLst>
            <pc:docMk/>
            <pc:sldMk cId="1207883777" sldId="333"/>
            <ac:picMk id="5" creationId="{AE5246BE-B4FE-103E-69FA-12A85722FE8C}"/>
          </ac:picMkLst>
        </pc:picChg>
      </pc:sldChg>
      <pc:sldChg chg="addSp modSp add mod">
        <pc:chgData name="Jefferson Passerini" userId="ec684a97d9b6a829" providerId="LiveId" clId="{6D4B5001-5DF0-4AF5-979B-4C3C5DA419DE}" dt="2024-03-21T19:26:47.619" v="6577" actId="1076"/>
        <pc:sldMkLst>
          <pc:docMk/>
          <pc:sldMk cId="1762834231" sldId="334"/>
        </pc:sldMkLst>
        <pc:picChg chg="add mod">
          <ac:chgData name="Jefferson Passerini" userId="ec684a97d9b6a829" providerId="LiveId" clId="{6D4B5001-5DF0-4AF5-979B-4C3C5DA419DE}" dt="2024-03-21T19:26:47.619" v="6577" actId="1076"/>
          <ac:picMkLst>
            <pc:docMk/>
            <pc:sldMk cId="1762834231" sldId="334"/>
            <ac:picMk id="5" creationId="{8CC40310-7694-F952-CBF2-CE25E23EC7C2}"/>
          </ac:picMkLst>
        </pc:picChg>
      </pc:sldChg>
      <pc:sldChg chg="addSp delSp modSp add mod">
        <pc:chgData name="Jefferson Passerini" userId="ec684a97d9b6a829" providerId="LiveId" clId="{6D4B5001-5DF0-4AF5-979B-4C3C5DA419DE}" dt="2024-03-21T19:27:48.680" v="6584" actId="1076"/>
        <pc:sldMkLst>
          <pc:docMk/>
          <pc:sldMk cId="1624217106" sldId="335"/>
        </pc:sldMkLst>
        <pc:picChg chg="del">
          <ac:chgData name="Jefferson Passerini" userId="ec684a97d9b6a829" providerId="LiveId" clId="{6D4B5001-5DF0-4AF5-979B-4C3C5DA419DE}" dt="2024-03-21T19:27:09.898" v="6579" actId="478"/>
          <ac:picMkLst>
            <pc:docMk/>
            <pc:sldMk cId="1624217106" sldId="335"/>
            <ac:picMk id="5" creationId="{8CC40310-7694-F952-CBF2-CE25E23EC7C2}"/>
          </ac:picMkLst>
        </pc:picChg>
        <pc:picChg chg="add mod">
          <ac:chgData name="Jefferson Passerini" userId="ec684a97d9b6a829" providerId="LiveId" clId="{6D4B5001-5DF0-4AF5-979B-4C3C5DA419DE}" dt="2024-03-21T19:27:28.305" v="6581" actId="1076"/>
          <ac:picMkLst>
            <pc:docMk/>
            <pc:sldMk cId="1624217106" sldId="335"/>
            <ac:picMk id="7" creationId="{758710F6-BAC3-9FAA-D2F0-11BABFA0C871}"/>
          </ac:picMkLst>
        </pc:picChg>
        <pc:picChg chg="add mod">
          <ac:chgData name="Jefferson Passerini" userId="ec684a97d9b6a829" providerId="LiveId" clId="{6D4B5001-5DF0-4AF5-979B-4C3C5DA419DE}" dt="2024-03-21T19:27:48.680" v="6584" actId="1076"/>
          <ac:picMkLst>
            <pc:docMk/>
            <pc:sldMk cId="1624217106" sldId="335"/>
            <ac:picMk id="9" creationId="{84CB5581-792A-C5D2-28D8-63E87EC49564}"/>
          </ac:picMkLst>
        </pc:picChg>
      </pc:sldChg>
      <pc:sldChg chg="addSp delSp modSp mod">
        <pc:chgData name="Jefferson Passerini" userId="ec684a97d9b6a829" providerId="LiveId" clId="{6D4B5001-5DF0-4AF5-979B-4C3C5DA419DE}" dt="2024-03-21T19:38:21.299" v="6694"/>
        <pc:sldMkLst>
          <pc:docMk/>
          <pc:sldMk cId="3597316504" sldId="336"/>
        </pc:sldMkLst>
        <pc:spChg chg="mod">
          <ac:chgData name="Jefferson Passerini" userId="ec684a97d9b6a829" providerId="LiveId" clId="{6D4B5001-5DF0-4AF5-979B-4C3C5DA419DE}" dt="2024-03-21T19:35:13.420" v="6594" actId="6549"/>
          <ac:spMkLst>
            <pc:docMk/>
            <pc:sldMk cId="3597316504" sldId="336"/>
            <ac:spMk id="6" creationId="{16D88F2F-6F25-EFA5-6552-3D1FB9E76C1E}"/>
          </ac:spMkLst>
        </pc:spChg>
        <pc:picChg chg="add mod">
          <ac:chgData name="Jefferson Passerini" userId="ec684a97d9b6a829" providerId="LiveId" clId="{6D4B5001-5DF0-4AF5-979B-4C3C5DA419DE}" dt="2024-03-21T19:38:21.299" v="6694"/>
          <ac:picMkLst>
            <pc:docMk/>
            <pc:sldMk cId="3597316504" sldId="336"/>
            <ac:picMk id="2" creationId="{A0A60989-CA93-E7B6-A620-A311100040ED}"/>
          </ac:picMkLst>
        </pc:picChg>
        <pc:picChg chg="del">
          <ac:chgData name="Jefferson Passerini" userId="ec684a97d9b6a829" providerId="LiveId" clId="{6D4B5001-5DF0-4AF5-979B-4C3C5DA419DE}" dt="2024-03-21T19:36:55.205" v="6677" actId="478"/>
          <ac:picMkLst>
            <pc:docMk/>
            <pc:sldMk cId="3597316504" sldId="336"/>
            <ac:picMk id="5" creationId="{C6CCF865-55E3-5DCD-E24B-ADC76E223ADB}"/>
          </ac:picMkLst>
        </pc:picChg>
      </pc:sldChg>
      <pc:sldChg chg="addSp delSp modSp mod">
        <pc:chgData name="Jefferson Passerini" userId="ec684a97d9b6a829" providerId="LiveId" clId="{6D4B5001-5DF0-4AF5-979B-4C3C5DA419DE}" dt="2024-03-21T19:39:23.772" v="6700" actId="14100"/>
        <pc:sldMkLst>
          <pc:docMk/>
          <pc:sldMk cId="2618516920" sldId="337"/>
        </pc:sldMkLst>
        <pc:spChg chg="mod">
          <ac:chgData name="Jefferson Passerini" userId="ec684a97d9b6a829" providerId="LiveId" clId="{6D4B5001-5DF0-4AF5-979B-4C3C5DA419DE}" dt="2024-03-21T19:35:21.147" v="6597" actId="6549"/>
          <ac:spMkLst>
            <pc:docMk/>
            <pc:sldMk cId="2618516920" sldId="337"/>
            <ac:spMk id="6" creationId="{16D88F2F-6F25-EFA5-6552-3D1FB9E76C1E}"/>
          </ac:spMkLst>
        </pc:spChg>
        <pc:picChg chg="add mod">
          <ac:chgData name="Jefferson Passerini" userId="ec684a97d9b6a829" providerId="LiveId" clId="{6D4B5001-5DF0-4AF5-979B-4C3C5DA419DE}" dt="2024-03-21T19:38:20.051" v="6693"/>
          <ac:picMkLst>
            <pc:docMk/>
            <pc:sldMk cId="2618516920" sldId="337"/>
            <ac:picMk id="2" creationId="{7A365968-46BE-6934-6B8C-9C7ACD0FD9C5}"/>
          </ac:picMkLst>
        </pc:picChg>
        <pc:picChg chg="del">
          <ac:chgData name="Jefferson Passerini" userId="ec684a97d9b6a829" providerId="LiveId" clId="{6D4B5001-5DF0-4AF5-979B-4C3C5DA419DE}" dt="2024-03-21T19:36:56.989" v="6678" actId="478"/>
          <ac:picMkLst>
            <pc:docMk/>
            <pc:sldMk cId="2618516920" sldId="337"/>
            <ac:picMk id="3" creationId="{AF5EADC3-6C66-4416-9C0B-2E0979F139D8}"/>
          </ac:picMkLst>
        </pc:picChg>
        <pc:picChg chg="del">
          <ac:chgData name="Jefferson Passerini" userId="ec684a97d9b6a829" providerId="LiveId" clId="{6D4B5001-5DF0-4AF5-979B-4C3C5DA419DE}" dt="2024-03-21T19:38:36.663" v="6695" actId="478"/>
          <ac:picMkLst>
            <pc:docMk/>
            <pc:sldMk cId="2618516920" sldId="337"/>
            <ac:picMk id="7" creationId="{88268F60-22E4-462A-4C7D-77C156D39114}"/>
          </ac:picMkLst>
        </pc:picChg>
        <pc:picChg chg="add mod">
          <ac:chgData name="Jefferson Passerini" userId="ec684a97d9b6a829" providerId="LiveId" clId="{6D4B5001-5DF0-4AF5-979B-4C3C5DA419DE}" dt="2024-03-21T19:39:23.772" v="6700" actId="14100"/>
          <ac:picMkLst>
            <pc:docMk/>
            <pc:sldMk cId="2618516920" sldId="337"/>
            <ac:picMk id="8" creationId="{B36B1FCC-92D8-FB52-B9A3-83BAF0C0698B}"/>
          </ac:picMkLst>
        </pc:picChg>
        <pc:picChg chg="del">
          <ac:chgData name="Jefferson Passerini" userId="ec684a97d9b6a829" providerId="LiveId" clId="{6D4B5001-5DF0-4AF5-979B-4C3C5DA419DE}" dt="2024-03-21T19:38:37.510" v="6696" actId="478"/>
          <ac:picMkLst>
            <pc:docMk/>
            <pc:sldMk cId="2618516920" sldId="337"/>
            <ac:picMk id="9" creationId="{C6DD3A47-0FAF-4C8C-A3FF-84C597512B02}"/>
          </ac:picMkLst>
        </pc:picChg>
      </pc:sldChg>
      <pc:sldChg chg="addSp delSp modSp mod">
        <pc:chgData name="Jefferson Passerini" userId="ec684a97d9b6a829" providerId="LiveId" clId="{6D4B5001-5DF0-4AF5-979B-4C3C5DA419DE}" dt="2024-03-21T19:40:23.536" v="6705" actId="1076"/>
        <pc:sldMkLst>
          <pc:docMk/>
          <pc:sldMk cId="3170808450" sldId="338"/>
        </pc:sldMkLst>
        <pc:spChg chg="mod">
          <ac:chgData name="Jefferson Passerini" userId="ec684a97d9b6a829" providerId="LiveId" clId="{6D4B5001-5DF0-4AF5-979B-4C3C5DA419DE}" dt="2024-03-21T19:35:28.163" v="6600" actId="6549"/>
          <ac:spMkLst>
            <pc:docMk/>
            <pc:sldMk cId="3170808450" sldId="338"/>
            <ac:spMk id="6" creationId="{16D88F2F-6F25-EFA5-6552-3D1FB9E76C1E}"/>
          </ac:spMkLst>
        </pc:spChg>
        <pc:picChg chg="add mod">
          <ac:chgData name="Jefferson Passerini" userId="ec684a97d9b6a829" providerId="LiveId" clId="{6D4B5001-5DF0-4AF5-979B-4C3C5DA419DE}" dt="2024-03-21T19:38:18.659" v="6692"/>
          <ac:picMkLst>
            <pc:docMk/>
            <pc:sldMk cId="3170808450" sldId="338"/>
            <ac:picMk id="2" creationId="{E1A8CA84-D466-3F1C-3386-EEC1698CD8D1}"/>
          </ac:picMkLst>
        </pc:picChg>
        <pc:picChg chg="del">
          <ac:chgData name="Jefferson Passerini" userId="ec684a97d9b6a829" providerId="LiveId" clId="{6D4B5001-5DF0-4AF5-979B-4C3C5DA419DE}" dt="2024-03-21T19:36:59.493" v="6679" actId="478"/>
          <ac:picMkLst>
            <pc:docMk/>
            <pc:sldMk cId="3170808450" sldId="338"/>
            <ac:picMk id="3" creationId="{CD96DD16-73B9-924C-8439-893CC0A9F1A7}"/>
          </ac:picMkLst>
        </pc:picChg>
        <pc:picChg chg="add mod">
          <ac:chgData name="Jefferson Passerini" userId="ec684a97d9b6a829" providerId="LiveId" clId="{6D4B5001-5DF0-4AF5-979B-4C3C5DA419DE}" dt="2024-03-21T19:40:23.536" v="6705" actId="1076"/>
          <ac:picMkLst>
            <pc:docMk/>
            <pc:sldMk cId="3170808450" sldId="338"/>
            <ac:picMk id="7" creationId="{7500DB82-B558-CA8B-FF33-B688E7636121}"/>
          </ac:picMkLst>
        </pc:picChg>
        <pc:picChg chg="del">
          <ac:chgData name="Jefferson Passerini" userId="ec684a97d9b6a829" providerId="LiveId" clId="{6D4B5001-5DF0-4AF5-979B-4C3C5DA419DE}" dt="2024-03-21T19:40:04.257" v="6701" actId="478"/>
          <ac:picMkLst>
            <pc:docMk/>
            <pc:sldMk cId="3170808450" sldId="338"/>
            <ac:picMk id="9" creationId="{30FEC2FB-69B9-AC52-7FB1-92C47F5027C4}"/>
          </ac:picMkLst>
        </pc:picChg>
      </pc:sldChg>
      <pc:sldChg chg="addSp delSp modSp mod">
        <pc:chgData name="Jefferson Passerini" userId="ec684a97d9b6a829" providerId="LiveId" clId="{6D4B5001-5DF0-4AF5-979B-4C3C5DA419DE}" dt="2024-03-21T19:40:48.942" v="6711" actId="1076"/>
        <pc:sldMkLst>
          <pc:docMk/>
          <pc:sldMk cId="2931643223" sldId="339"/>
        </pc:sldMkLst>
        <pc:spChg chg="mod">
          <ac:chgData name="Jefferson Passerini" userId="ec684a97d9b6a829" providerId="LiveId" clId="{6D4B5001-5DF0-4AF5-979B-4C3C5DA419DE}" dt="2024-03-21T19:35:34.435" v="6603" actId="6549"/>
          <ac:spMkLst>
            <pc:docMk/>
            <pc:sldMk cId="2931643223" sldId="339"/>
            <ac:spMk id="6" creationId="{16D88F2F-6F25-EFA5-6552-3D1FB9E76C1E}"/>
          </ac:spMkLst>
        </pc:spChg>
        <pc:picChg chg="add mod">
          <ac:chgData name="Jefferson Passerini" userId="ec684a97d9b6a829" providerId="LiveId" clId="{6D4B5001-5DF0-4AF5-979B-4C3C5DA419DE}" dt="2024-03-21T19:38:17.093" v="6691"/>
          <ac:picMkLst>
            <pc:docMk/>
            <pc:sldMk cId="2931643223" sldId="339"/>
            <ac:picMk id="2" creationId="{EFA012F0-1905-4B64-D014-B4F85EE26C32}"/>
          </ac:picMkLst>
        </pc:picChg>
        <pc:picChg chg="del">
          <ac:chgData name="Jefferson Passerini" userId="ec684a97d9b6a829" providerId="LiveId" clId="{6D4B5001-5DF0-4AF5-979B-4C3C5DA419DE}" dt="2024-03-21T19:37:01.349" v="6680" actId="478"/>
          <ac:picMkLst>
            <pc:docMk/>
            <pc:sldMk cId="2931643223" sldId="339"/>
            <ac:picMk id="3" creationId="{CD96DD16-73B9-924C-8439-893CC0A9F1A7}"/>
          </ac:picMkLst>
        </pc:picChg>
        <pc:picChg chg="del">
          <ac:chgData name="Jefferson Passerini" userId="ec684a97d9b6a829" providerId="LiveId" clId="{6D4B5001-5DF0-4AF5-979B-4C3C5DA419DE}" dt="2024-03-21T19:40:27.775" v="6706" actId="478"/>
          <ac:picMkLst>
            <pc:docMk/>
            <pc:sldMk cId="2931643223" sldId="339"/>
            <ac:picMk id="5" creationId="{2DB17367-8DAD-CF4C-38BC-DCF0399A5D71}"/>
          </ac:picMkLst>
        </pc:picChg>
        <pc:picChg chg="add mod">
          <ac:chgData name="Jefferson Passerini" userId="ec684a97d9b6a829" providerId="LiveId" clId="{6D4B5001-5DF0-4AF5-979B-4C3C5DA419DE}" dt="2024-03-21T19:40:48.942" v="6711" actId="1076"/>
          <ac:picMkLst>
            <pc:docMk/>
            <pc:sldMk cId="2931643223" sldId="339"/>
            <ac:picMk id="8" creationId="{94EA3389-95E5-53E6-F6F4-9AD9042E0C0B}"/>
          </ac:picMkLst>
        </pc:picChg>
      </pc:sldChg>
      <pc:sldChg chg="addSp delSp modSp mod">
        <pc:chgData name="Jefferson Passerini" userId="ec684a97d9b6a829" providerId="LiveId" clId="{6D4B5001-5DF0-4AF5-979B-4C3C5DA419DE}" dt="2024-03-21T19:42:26.632" v="6716" actId="1076"/>
        <pc:sldMkLst>
          <pc:docMk/>
          <pc:sldMk cId="1456028939" sldId="340"/>
        </pc:sldMkLst>
        <pc:spChg chg="mod">
          <ac:chgData name="Jefferson Passerini" userId="ec684a97d9b6a829" providerId="LiveId" clId="{6D4B5001-5DF0-4AF5-979B-4C3C5DA419DE}" dt="2024-03-21T19:35:40.620" v="6606" actId="21"/>
          <ac:spMkLst>
            <pc:docMk/>
            <pc:sldMk cId="1456028939" sldId="340"/>
            <ac:spMk id="6" creationId="{16D88F2F-6F25-EFA5-6552-3D1FB9E76C1E}"/>
          </ac:spMkLst>
        </pc:spChg>
        <pc:picChg chg="add mod">
          <ac:chgData name="Jefferson Passerini" userId="ec684a97d9b6a829" providerId="LiveId" clId="{6D4B5001-5DF0-4AF5-979B-4C3C5DA419DE}" dt="2024-03-21T19:38:15.459" v="6690"/>
          <ac:picMkLst>
            <pc:docMk/>
            <pc:sldMk cId="1456028939" sldId="340"/>
            <ac:picMk id="2" creationId="{D7C2B0D1-EA5E-A149-B767-E9858B0226EC}"/>
          </ac:picMkLst>
        </pc:picChg>
        <pc:picChg chg="del">
          <ac:chgData name="Jefferson Passerini" userId="ec684a97d9b6a829" providerId="LiveId" clId="{6D4B5001-5DF0-4AF5-979B-4C3C5DA419DE}" dt="2024-03-21T19:37:04.028" v="6681" actId="478"/>
          <ac:picMkLst>
            <pc:docMk/>
            <pc:sldMk cId="1456028939" sldId="340"/>
            <ac:picMk id="3" creationId="{CD96DD16-73B9-924C-8439-893CC0A9F1A7}"/>
          </ac:picMkLst>
        </pc:picChg>
        <pc:picChg chg="del">
          <ac:chgData name="Jefferson Passerini" userId="ec684a97d9b6a829" providerId="LiveId" clId="{6D4B5001-5DF0-4AF5-979B-4C3C5DA419DE}" dt="2024-03-21T19:42:13.193" v="6712" actId="478"/>
          <ac:picMkLst>
            <pc:docMk/>
            <pc:sldMk cId="1456028939" sldId="340"/>
            <ac:picMk id="5" creationId="{AE5246BE-B4FE-103E-69FA-12A85722FE8C}"/>
          </ac:picMkLst>
        </pc:picChg>
        <pc:picChg chg="add mod">
          <ac:chgData name="Jefferson Passerini" userId="ec684a97d9b6a829" providerId="LiveId" clId="{6D4B5001-5DF0-4AF5-979B-4C3C5DA419DE}" dt="2024-03-21T19:42:26.632" v="6716" actId="1076"/>
          <ac:picMkLst>
            <pc:docMk/>
            <pc:sldMk cId="1456028939" sldId="340"/>
            <ac:picMk id="8" creationId="{49F6AF7E-DDCB-5722-FAAA-D1929DDA595A}"/>
          </ac:picMkLst>
        </pc:picChg>
      </pc:sldChg>
      <pc:sldChg chg="addSp delSp modSp mod">
        <pc:chgData name="Jefferson Passerini" userId="ec684a97d9b6a829" providerId="LiveId" clId="{6D4B5001-5DF0-4AF5-979B-4C3C5DA419DE}" dt="2024-03-21T19:42:52.463" v="6720" actId="14100"/>
        <pc:sldMkLst>
          <pc:docMk/>
          <pc:sldMk cId="3152933686" sldId="341"/>
        </pc:sldMkLst>
        <pc:spChg chg="mod">
          <ac:chgData name="Jefferson Passerini" userId="ec684a97d9b6a829" providerId="LiveId" clId="{6D4B5001-5DF0-4AF5-979B-4C3C5DA419DE}" dt="2024-03-21T19:35:46.305" v="6609" actId="6549"/>
          <ac:spMkLst>
            <pc:docMk/>
            <pc:sldMk cId="3152933686" sldId="341"/>
            <ac:spMk id="6" creationId="{16D88F2F-6F25-EFA5-6552-3D1FB9E76C1E}"/>
          </ac:spMkLst>
        </pc:spChg>
        <pc:picChg chg="add mod">
          <ac:chgData name="Jefferson Passerini" userId="ec684a97d9b6a829" providerId="LiveId" clId="{6D4B5001-5DF0-4AF5-979B-4C3C5DA419DE}" dt="2024-03-21T19:38:13.596" v="6689"/>
          <ac:picMkLst>
            <pc:docMk/>
            <pc:sldMk cId="3152933686" sldId="341"/>
            <ac:picMk id="2" creationId="{61F5D869-2E30-E1EF-B8EB-443E8B14F3C3}"/>
          </ac:picMkLst>
        </pc:picChg>
        <pc:picChg chg="del">
          <ac:chgData name="Jefferson Passerini" userId="ec684a97d9b6a829" providerId="LiveId" clId="{6D4B5001-5DF0-4AF5-979B-4C3C5DA419DE}" dt="2024-03-21T19:37:05.860" v="6682" actId="478"/>
          <ac:picMkLst>
            <pc:docMk/>
            <pc:sldMk cId="3152933686" sldId="341"/>
            <ac:picMk id="3" creationId="{CD96DD16-73B9-924C-8439-893CC0A9F1A7}"/>
          </ac:picMkLst>
        </pc:picChg>
        <pc:picChg chg="del">
          <ac:chgData name="Jefferson Passerini" userId="ec684a97d9b6a829" providerId="LiveId" clId="{6D4B5001-5DF0-4AF5-979B-4C3C5DA419DE}" dt="2024-03-21T19:42:30.176" v="6717" actId="478"/>
          <ac:picMkLst>
            <pc:docMk/>
            <pc:sldMk cId="3152933686" sldId="341"/>
            <ac:picMk id="5" creationId="{8CC40310-7694-F952-CBF2-CE25E23EC7C2}"/>
          </ac:picMkLst>
        </pc:picChg>
        <pc:picChg chg="add mod">
          <ac:chgData name="Jefferson Passerini" userId="ec684a97d9b6a829" providerId="LiveId" clId="{6D4B5001-5DF0-4AF5-979B-4C3C5DA419DE}" dt="2024-03-21T19:42:52.463" v="6720" actId="14100"/>
          <ac:picMkLst>
            <pc:docMk/>
            <pc:sldMk cId="3152933686" sldId="341"/>
            <ac:picMk id="8" creationId="{9BE940B9-18F3-8A1A-6735-C86C8590EA9E}"/>
          </ac:picMkLst>
        </pc:picChg>
      </pc:sldChg>
      <pc:sldChg chg="addSp delSp modSp mod">
        <pc:chgData name="Jefferson Passerini" userId="ec684a97d9b6a829" providerId="LiveId" clId="{6D4B5001-5DF0-4AF5-979B-4C3C5DA419DE}" dt="2024-03-21T19:43:49.602" v="6723" actId="1076"/>
        <pc:sldMkLst>
          <pc:docMk/>
          <pc:sldMk cId="3969281200" sldId="342"/>
        </pc:sldMkLst>
        <pc:spChg chg="mod">
          <ac:chgData name="Jefferson Passerini" userId="ec684a97d9b6a829" providerId="LiveId" clId="{6D4B5001-5DF0-4AF5-979B-4C3C5DA419DE}" dt="2024-03-21T19:35:52.706" v="6612" actId="6549"/>
          <ac:spMkLst>
            <pc:docMk/>
            <pc:sldMk cId="3969281200" sldId="342"/>
            <ac:spMk id="6" creationId="{16D88F2F-6F25-EFA5-6552-3D1FB9E76C1E}"/>
          </ac:spMkLst>
        </pc:spChg>
        <pc:picChg chg="del">
          <ac:chgData name="Jefferson Passerini" userId="ec684a97d9b6a829" providerId="LiveId" clId="{6D4B5001-5DF0-4AF5-979B-4C3C5DA419DE}" dt="2024-03-21T19:37:07.868" v="6683" actId="478"/>
          <ac:picMkLst>
            <pc:docMk/>
            <pc:sldMk cId="3969281200" sldId="342"/>
            <ac:picMk id="3" creationId="{CD96DD16-73B9-924C-8439-893CC0A9F1A7}"/>
          </ac:picMkLst>
        </pc:picChg>
        <pc:picChg chg="add mod">
          <ac:chgData name="Jefferson Passerini" userId="ec684a97d9b6a829" providerId="LiveId" clId="{6D4B5001-5DF0-4AF5-979B-4C3C5DA419DE}" dt="2024-03-21T19:37:18.756" v="6686" actId="1076"/>
          <ac:picMkLst>
            <pc:docMk/>
            <pc:sldMk cId="3969281200" sldId="342"/>
            <ac:picMk id="5" creationId="{85394E37-EA74-F7B5-FE35-EC08F72CECC2}"/>
          </ac:picMkLst>
        </pc:picChg>
        <pc:picChg chg="del">
          <ac:chgData name="Jefferson Passerini" userId="ec684a97d9b6a829" providerId="LiveId" clId="{6D4B5001-5DF0-4AF5-979B-4C3C5DA419DE}" dt="2024-03-21T19:43:27.756" v="6721" actId="478"/>
          <ac:picMkLst>
            <pc:docMk/>
            <pc:sldMk cId="3969281200" sldId="342"/>
            <ac:picMk id="7" creationId="{758710F6-BAC3-9FAA-D2F0-11BABFA0C871}"/>
          </ac:picMkLst>
        </pc:picChg>
        <pc:picChg chg="del">
          <ac:chgData name="Jefferson Passerini" userId="ec684a97d9b6a829" providerId="LiveId" clId="{6D4B5001-5DF0-4AF5-979B-4C3C5DA419DE}" dt="2024-03-21T19:37:08.540" v="6684" actId="478"/>
          <ac:picMkLst>
            <pc:docMk/>
            <pc:sldMk cId="3969281200" sldId="342"/>
            <ac:picMk id="9" creationId="{84CB5581-792A-C5D2-28D8-63E87EC49564}"/>
          </ac:picMkLst>
        </pc:picChg>
        <pc:picChg chg="add mod">
          <ac:chgData name="Jefferson Passerini" userId="ec684a97d9b6a829" providerId="LiveId" clId="{6D4B5001-5DF0-4AF5-979B-4C3C5DA419DE}" dt="2024-03-21T19:38:10.648" v="6688" actId="1076"/>
          <ac:picMkLst>
            <pc:docMk/>
            <pc:sldMk cId="3969281200" sldId="342"/>
            <ac:picMk id="10" creationId="{4183F8DC-8EDE-373A-8DC1-8AB57BF9229B}"/>
          </ac:picMkLst>
        </pc:picChg>
        <pc:picChg chg="add mod">
          <ac:chgData name="Jefferson Passerini" userId="ec684a97d9b6a829" providerId="LiveId" clId="{6D4B5001-5DF0-4AF5-979B-4C3C5DA419DE}" dt="2024-03-21T19:43:49.602" v="6723" actId="1076"/>
          <ac:picMkLst>
            <pc:docMk/>
            <pc:sldMk cId="3969281200" sldId="342"/>
            <ac:picMk id="12" creationId="{6A2B4E57-25CD-664A-0650-C132420735BF}"/>
          </ac:picMkLst>
        </pc:picChg>
      </pc:sldChg>
    </pc:docChg>
  </pc:docChgLst>
  <pc:docChgLst>
    <pc:chgData name="Jefferson Passerini" userId="ec684a97d9b6a829" providerId="LiveId" clId="{7C602EA2-9F91-4277-9066-074CC36C71C3}"/>
    <pc:docChg chg="custSel modSld">
      <pc:chgData name="Jefferson Passerini" userId="ec684a97d9b6a829" providerId="LiveId" clId="{7C602EA2-9F91-4277-9066-074CC36C71C3}" dt="2024-05-07T22:11:07.351" v="363" actId="1076"/>
      <pc:docMkLst>
        <pc:docMk/>
      </pc:docMkLst>
      <pc:sldChg chg="addSp delSp modSp mod">
        <pc:chgData name="Jefferson Passerini" userId="ec684a97d9b6a829" providerId="LiveId" clId="{7C602EA2-9F91-4277-9066-074CC36C71C3}" dt="2024-05-07T21:57:28.004" v="123" actId="14100"/>
        <pc:sldMkLst>
          <pc:docMk/>
          <pc:sldMk cId="1669682638" sldId="327"/>
        </pc:sldMkLst>
        <pc:spChg chg="mod">
          <ac:chgData name="Jefferson Passerini" userId="ec684a97d9b6a829" providerId="LiveId" clId="{7C602EA2-9F91-4277-9066-074CC36C71C3}" dt="2024-05-07T21:39:02.860" v="14" actId="20577"/>
          <ac:spMkLst>
            <pc:docMk/>
            <pc:sldMk cId="1669682638" sldId="327"/>
            <ac:spMk id="3" creationId="{212081E4-07F6-C689-2ACC-B6CADD634983}"/>
          </ac:spMkLst>
        </pc:spChg>
        <pc:spChg chg="mod">
          <ac:chgData name="Jefferson Passerini" userId="ec684a97d9b6a829" providerId="LiveId" clId="{7C602EA2-9F91-4277-9066-074CC36C71C3}" dt="2024-05-07T21:57:28.004" v="123" actId="14100"/>
          <ac:spMkLst>
            <pc:docMk/>
            <pc:sldMk cId="1669682638" sldId="327"/>
            <ac:spMk id="7" creationId="{D39DFC18-A147-6668-8F1E-25E13D45CB94}"/>
          </ac:spMkLst>
        </pc:spChg>
        <pc:picChg chg="add mod ord">
          <ac:chgData name="Jefferson Passerini" userId="ec684a97d9b6a829" providerId="LiveId" clId="{7C602EA2-9F91-4277-9066-074CC36C71C3}" dt="2024-05-07T21:57:25.044" v="122" actId="1076"/>
          <ac:picMkLst>
            <pc:docMk/>
            <pc:sldMk cId="1669682638" sldId="327"/>
            <ac:picMk id="5" creationId="{D708D6D4-895F-E9C1-11C5-9FEFCE9CF9B3}"/>
          </ac:picMkLst>
        </pc:picChg>
        <pc:picChg chg="del">
          <ac:chgData name="Jefferson Passerini" userId="ec684a97d9b6a829" providerId="LiveId" clId="{7C602EA2-9F91-4277-9066-074CC36C71C3}" dt="2024-05-07T21:57:12.229" v="117" actId="478"/>
          <ac:picMkLst>
            <pc:docMk/>
            <pc:sldMk cId="1669682638" sldId="327"/>
            <ac:picMk id="9" creationId="{11B1A292-7221-0BE4-5B07-148F57D02F4A}"/>
          </ac:picMkLst>
        </pc:picChg>
      </pc:sldChg>
      <pc:sldChg chg="addSp delSp modSp mod">
        <pc:chgData name="Jefferson Passerini" userId="ec684a97d9b6a829" providerId="LiveId" clId="{7C602EA2-9F91-4277-9066-074CC36C71C3}" dt="2024-05-07T21:58:21.316" v="131" actId="1076"/>
        <pc:sldMkLst>
          <pc:docMk/>
          <pc:sldMk cId="2799773440" sldId="328"/>
        </pc:sldMkLst>
        <pc:spChg chg="mod">
          <ac:chgData name="Jefferson Passerini" userId="ec684a97d9b6a829" providerId="LiveId" clId="{7C602EA2-9F91-4277-9066-074CC36C71C3}" dt="2024-05-07T21:39:10.650" v="20" actId="20577"/>
          <ac:spMkLst>
            <pc:docMk/>
            <pc:sldMk cId="2799773440" sldId="328"/>
            <ac:spMk id="3" creationId="{212081E4-07F6-C689-2ACC-B6CADD634983}"/>
          </ac:spMkLst>
        </pc:spChg>
        <pc:picChg chg="del">
          <ac:chgData name="Jefferson Passerini" userId="ec684a97d9b6a829" providerId="LiveId" clId="{7C602EA2-9F91-4277-9066-074CC36C71C3}" dt="2024-05-07T21:57:37.160" v="124" actId="478"/>
          <ac:picMkLst>
            <pc:docMk/>
            <pc:sldMk cId="2799773440" sldId="328"/>
            <ac:picMk id="6" creationId="{E557913D-6002-7E44-B748-87C81D1CAEFA}"/>
          </ac:picMkLst>
        </pc:picChg>
        <pc:picChg chg="add mod">
          <ac:chgData name="Jefferson Passerini" userId="ec684a97d9b6a829" providerId="LiveId" clId="{7C602EA2-9F91-4277-9066-074CC36C71C3}" dt="2024-05-07T21:58:05.257" v="127" actId="1076"/>
          <ac:picMkLst>
            <pc:docMk/>
            <pc:sldMk cId="2799773440" sldId="328"/>
            <ac:picMk id="8" creationId="{52E106F1-2582-C608-02D0-496024019BDB}"/>
          </ac:picMkLst>
        </pc:picChg>
        <pc:picChg chg="del">
          <ac:chgData name="Jefferson Passerini" userId="ec684a97d9b6a829" providerId="LiveId" clId="{7C602EA2-9F91-4277-9066-074CC36C71C3}" dt="2024-05-07T21:57:37.990" v="125" actId="478"/>
          <ac:picMkLst>
            <pc:docMk/>
            <pc:sldMk cId="2799773440" sldId="328"/>
            <ac:picMk id="9" creationId="{411D5104-374F-AA47-5DE8-F4291C1DDFE0}"/>
          </ac:picMkLst>
        </pc:picChg>
        <pc:picChg chg="add mod">
          <ac:chgData name="Jefferson Passerini" userId="ec684a97d9b6a829" providerId="LiveId" clId="{7C602EA2-9F91-4277-9066-074CC36C71C3}" dt="2024-05-07T21:58:21.316" v="131" actId="1076"/>
          <ac:picMkLst>
            <pc:docMk/>
            <pc:sldMk cId="2799773440" sldId="328"/>
            <ac:picMk id="11" creationId="{3AD17465-0F9F-1A79-69BC-36B53A8F2B06}"/>
          </ac:picMkLst>
        </pc:picChg>
      </pc:sldChg>
      <pc:sldChg chg="addSp delSp modSp mod">
        <pc:chgData name="Jefferson Passerini" userId="ec684a97d9b6a829" providerId="LiveId" clId="{7C602EA2-9F91-4277-9066-074CC36C71C3}" dt="2024-05-07T21:58:59.918" v="138" actId="14100"/>
        <pc:sldMkLst>
          <pc:docMk/>
          <pc:sldMk cId="2750975295" sldId="329"/>
        </pc:sldMkLst>
        <pc:spChg chg="mod">
          <ac:chgData name="Jefferson Passerini" userId="ec684a97d9b6a829" providerId="LiveId" clId="{7C602EA2-9F91-4277-9066-074CC36C71C3}" dt="2024-05-07T21:39:16.540" v="26" actId="20577"/>
          <ac:spMkLst>
            <pc:docMk/>
            <pc:sldMk cId="2750975295" sldId="329"/>
            <ac:spMk id="3" creationId="{212081E4-07F6-C689-2ACC-B6CADD634983}"/>
          </ac:spMkLst>
        </pc:spChg>
        <pc:picChg chg="add mod">
          <ac:chgData name="Jefferson Passerini" userId="ec684a97d9b6a829" providerId="LiveId" clId="{7C602EA2-9F91-4277-9066-074CC36C71C3}" dt="2024-05-07T21:58:44.063" v="135" actId="1076"/>
          <ac:picMkLst>
            <pc:docMk/>
            <pc:sldMk cId="2750975295" sldId="329"/>
            <ac:picMk id="6" creationId="{C8F17D38-E063-535B-C00A-33CBD0009ABA}"/>
          </ac:picMkLst>
        </pc:picChg>
        <pc:picChg chg="add mod">
          <ac:chgData name="Jefferson Passerini" userId="ec684a97d9b6a829" providerId="LiveId" clId="{7C602EA2-9F91-4277-9066-074CC36C71C3}" dt="2024-05-07T21:58:59.918" v="138" actId="14100"/>
          <ac:picMkLst>
            <pc:docMk/>
            <pc:sldMk cId="2750975295" sldId="329"/>
            <ac:picMk id="9" creationId="{95D973B2-FF5C-7802-0473-83238F1BC4D4}"/>
          </ac:picMkLst>
        </pc:picChg>
        <pc:picChg chg="del">
          <ac:chgData name="Jefferson Passerini" userId="ec684a97d9b6a829" providerId="LiveId" clId="{7C602EA2-9F91-4277-9066-074CC36C71C3}" dt="2024-05-07T21:58:25.526" v="132" actId="478"/>
          <ac:picMkLst>
            <pc:docMk/>
            <pc:sldMk cId="2750975295" sldId="329"/>
            <ac:picMk id="10" creationId="{BC3A53F0-27FC-ABAD-9071-491437525C5A}"/>
          </ac:picMkLst>
        </pc:picChg>
        <pc:picChg chg="del">
          <ac:chgData name="Jefferson Passerini" userId="ec684a97d9b6a829" providerId="LiveId" clId="{7C602EA2-9F91-4277-9066-074CC36C71C3}" dt="2024-05-07T21:58:26.437" v="133" actId="478"/>
          <ac:picMkLst>
            <pc:docMk/>
            <pc:sldMk cId="2750975295" sldId="329"/>
            <ac:picMk id="12" creationId="{F6C4CD12-59C8-6651-8729-FFE58D59A538}"/>
          </ac:picMkLst>
        </pc:picChg>
      </pc:sldChg>
      <pc:sldChg chg="addSp delSp modSp mod">
        <pc:chgData name="Jefferson Passerini" userId="ec684a97d9b6a829" providerId="LiveId" clId="{7C602EA2-9F91-4277-9066-074CC36C71C3}" dt="2024-05-07T21:59:35.372" v="145" actId="1076"/>
        <pc:sldMkLst>
          <pc:docMk/>
          <pc:sldMk cId="2126559476" sldId="330"/>
        </pc:sldMkLst>
        <pc:spChg chg="mod">
          <ac:chgData name="Jefferson Passerini" userId="ec684a97d9b6a829" providerId="LiveId" clId="{7C602EA2-9F91-4277-9066-074CC36C71C3}" dt="2024-05-07T21:39:23.767" v="32" actId="20577"/>
          <ac:spMkLst>
            <pc:docMk/>
            <pc:sldMk cId="2126559476" sldId="330"/>
            <ac:spMk id="3" creationId="{212081E4-07F6-C689-2ACC-B6CADD634983}"/>
          </ac:spMkLst>
        </pc:spChg>
        <pc:picChg chg="del">
          <ac:chgData name="Jefferson Passerini" userId="ec684a97d9b6a829" providerId="LiveId" clId="{7C602EA2-9F91-4277-9066-074CC36C71C3}" dt="2024-05-07T21:59:04.721" v="139" actId="478"/>
          <ac:picMkLst>
            <pc:docMk/>
            <pc:sldMk cId="2126559476" sldId="330"/>
            <ac:picMk id="6" creationId="{C294E3B0-A840-2351-9F33-82C8C43160BF}"/>
          </ac:picMkLst>
        </pc:picChg>
        <pc:picChg chg="add mod">
          <ac:chgData name="Jefferson Passerini" userId="ec684a97d9b6a829" providerId="LiveId" clId="{7C602EA2-9F91-4277-9066-074CC36C71C3}" dt="2024-05-07T21:59:23.868" v="143" actId="14100"/>
          <ac:picMkLst>
            <pc:docMk/>
            <pc:sldMk cId="2126559476" sldId="330"/>
            <ac:picMk id="8" creationId="{4054384D-9207-40FD-29DC-FE101806183A}"/>
          </ac:picMkLst>
        </pc:picChg>
        <pc:picChg chg="del">
          <ac:chgData name="Jefferson Passerini" userId="ec684a97d9b6a829" providerId="LiveId" clId="{7C602EA2-9F91-4277-9066-074CC36C71C3}" dt="2024-05-07T21:59:05.380" v="140" actId="478"/>
          <ac:picMkLst>
            <pc:docMk/>
            <pc:sldMk cId="2126559476" sldId="330"/>
            <ac:picMk id="9" creationId="{51C94BA9-F68C-4C20-A10F-A91D17A8D798}"/>
          </ac:picMkLst>
        </pc:picChg>
        <pc:picChg chg="add mod">
          <ac:chgData name="Jefferson Passerini" userId="ec684a97d9b6a829" providerId="LiveId" clId="{7C602EA2-9F91-4277-9066-074CC36C71C3}" dt="2024-05-07T21:59:35.372" v="145" actId="1076"/>
          <ac:picMkLst>
            <pc:docMk/>
            <pc:sldMk cId="2126559476" sldId="330"/>
            <ac:picMk id="11" creationId="{BAA5DE00-C89A-1CDB-2DFA-EED4311529DD}"/>
          </ac:picMkLst>
        </pc:picChg>
      </pc:sldChg>
      <pc:sldChg chg="modSp mod">
        <pc:chgData name="Jefferson Passerini" userId="ec684a97d9b6a829" providerId="LiveId" clId="{7C602EA2-9F91-4277-9066-074CC36C71C3}" dt="2024-05-07T21:39:29.842" v="38" actId="20577"/>
        <pc:sldMkLst>
          <pc:docMk/>
          <pc:sldMk cId="442205526" sldId="331"/>
        </pc:sldMkLst>
        <pc:spChg chg="mod">
          <ac:chgData name="Jefferson Passerini" userId="ec684a97d9b6a829" providerId="LiveId" clId="{7C602EA2-9F91-4277-9066-074CC36C71C3}" dt="2024-05-07T21:39:29.842" v="38" actId="20577"/>
          <ac:spMkLst>
            <pc:docMk/>
            <pc:sldMk cId="442205526" sldId="331"/>
            <ac:spMk id="3" creationId="{212081E4-07F6-C689-2ACC-B6CADD634983}"/>
          </ac:spMkLst>
        </pc:spChg>
      </pc:sldChg>
      <pc:sldChg chg="addSp delSp modSp mod">
        <pc:chgData name="Jefferson Passerini" userId="ec684a97d9b6a829" providerId="LiveId" clId="{7C602EA2-9F91-4277-9066-074CC36C71C3}" dt="2024-05-07T22:00:47.193" v="157" actId="1076"/>
        <pc:sldMkLst>
          <pc:docMk/>
          <pc:sldMk cId="4070810822" sldId="332"/>
        </pc:sldMkLst>
        <pc:spChg chg="mod">
          <ac:chgData name="Jefferson Passerini" userId="ec684a97d9b6a829" providerId="LiveId" clId="{7C602EA2-9F91-4277-9066-074CC36C71C3}" dt="2024-05-07T21:39:36.665" v="44" actId="20577"/>
          <ac:spMkLst>
            <pc:docMk/>
            <pc:sldMk cId="4070810822" sldId="332"/>
            <ac:spMk id="3" creationId="{212081E4-07F6-C689-2ACC-B6CADD634983}"/>
          </ac:spMkLst>
        </pc:spChg>
        <pc:spChg chg="mod">
          <ac:chgData name="Jefferson Passerini" userId="ec684a97d9b6a829" providerId="LiveId" clId="{7C602EA2-9F91-4277-9066-074CC36C71C3}" dt="2024-05-07T22:00:29.482" v="152" actId="14100"/>
          <ac:spMkLst>
            <pc:docMk/>
            <pc:sldMk cId="4070810822" sldId="332"/>
            <ac:spMk id="13" creationId="{D88F09DE-836E-46EF-DA40-978FDFD5F872}"/>
          </ac:spMkLst>
        </pc:spChg>
        <pc:picChg chg="del">
          <ac:chgData name="Jefferson Passerini" userId="ec684a97d9b6a829" providerId="LiveId" clId="{7C602EA2-9F91-4277-9066-074CC36C71C3}" dt="2024-05-07T21:59:56.611" v="146" actId="478"/>
          <ac:picMkLst>
            <pc:docMk/>
            <pc:sldMk cId="4070810822" sldId="332"/>
            <ac:picMk id="6" creationId="{B5A856AF-B6F4-D673-4688-4443754D6030}"/>
          </ac:picMkLst>
        </pc:picChg>
        <pc:picChg chg="add mod ord">
          <ac:chgData name="Jefferson Passerini" userId="ec684a97d9b6a829" providerId="LiveId" clId="{7C602EA2-9F91-4277-9066-074CC36C71C3}" dt="2024-05-07T22:00:25.217" v="151" actId="1076"/>
          <ac:picMkLst>
            <pc:docMk/>
            <pc:sldMk cId="4070810822" sldId="332"/>
            <ac:picMk id="8" creationId="{F4B20E6F-0E6E-9C2D-CAA3-CFD2697B18C5}"/>
          </ac:picMkLst>
        </pc:picChg>
        <pc:picChg chg="add mod">
          <ac:chgData name="Jefferson Passerini" userId="ec684a97d9b6a829" providerId="LiveId" clId="{7C602EA2-9F91-4277-9066-074CC36C71C3}" dt="2024-05-07T22:00:47.193" v="157" actId="1076"/>
          <ac:picMkLst>
            <pc:docMk/>
            <pc:sldMk cId="4070810822" sldId="332"/>
            <ac:picMk id="10" creationId="{635A997B-71C5-7119-9EE7-EE77A53EFABA}"/>
          </ac:picMkLst>
        </pc:picChg>
        <pc:picChg chg="del">
          <ac:chgData name="Jefferson Passerini" userId="ec684a97d9b6a829" providerId="LiveId" clId="{7C602EA2-9F91-4277-9066-074CC36C71C3}" dt="2024-05-07T22:00:32.666" v="153" actId="478"/>
          <ac:picMkLst>
            <pc:docMk/>
            <pc:sldMk cId="4070810822" sldId="332"/>
            <ac:picMk id="12" creationId="{CB2B50DE-DBC6-15E7-9C47-1F5BF1D8DDD6}"/>
          </ac:picMkLst>
        </pc:picChg>
      </pc:sldChg>
      <pc:sldChg chg="addSp delSp modSp mod">
        <pc:chgData name="Jefferson Passerini" userId="ec684a97d9b6a829" providerId="LiveId" clId="{7C602EA2-9F91-4277-9066-074CC36C71C3}" dt="2024-05-07T22:01:23.168" v="167" actId="14100"/>
        <pc:sldMkLst>
          <pc:docMk/>
          <pc:sldMk cId="281967174" sldId="333"/>
        </pc:sldMkLst>
        <pc:spChg chg="mod">
          <ac:chgData name="Jefferson Passerini" userId="ec684a97d9b6a829" providerId="LiveId" clId="{7C602EA2-9F91-4277-9066-074CC36C71C3}" dt="2024-05-07T21:39:41.360" v="50" actId="20577"/>
          <ac:spMkLst>
            <pc:docMk/>
            <pc:sldMk cId="281967174" sldId="333"/>
            <ac:spMk id="3" creationId="{212081E4-07F6-C689-2ACC-B6CADD634983}"/>
          </ac:spMkLst>
        </pc:spChg>
        <pc:spChg chg="mod">
          <ac:chgData name="Jefferson Passerini" userId="ec684a97d9b6a829" providerId="LiveId" clId="{7C602EA2-9F91-4277-9066-074CC36C71C3}" dt="2024-05-07T22:01:12.143" v="164" actId="1076"/>
          <ac:spMkLst>
            <pc:docMk/>
            <pc:sldMk cId="281967174" sldId="333"/>
            <ac:spMk id="13" creationId="{D88F09DE-836E-46EF-DA40-978FDFD5F872}"/>
          </ac:spMkLst>
        </pc:spChg>
        <pc:picChg chg="del">
          <ac:chgData name="Jefferson Passerini" userId="ec684a97d9b6a829" providerId="LiveId" clId="{7C602EA2-9F91-4277-9066-074CC36C71C3}" dt="2024-05-07T22:00:53.808" v="159" actId="478"/>
          <ac:picMkLst>
            <pc:docMk/>
            <pc:sldMk cId="281967174" sldId="333"/>
            <ac:picMk id="6" creationId="{B5A856AF-B6F4-D673-4688-4443754D6030}"/>
          </ac:picMkLst>
        </pc:picChg>
        <pc:picChg chg="del">
          <ac:chgData name="Jefferson Passerini" userId="ec684a97d9b6a829" providerId="LiveId" clId="{7C602EA2-9F91-4277-9066-074CC36C71C3}" dt="2024-05-07T22:00:52.097" v="158" actId="478"/>
          <ac:picMkLst>
            <pc:docMk/>
            <pc:sldMk cId="281967174" sldId="333"/>
            <ac:picMk id="8" creationId="{F6D5A179-3452-F3C4-7BD2-52D6773FF229}"/>
          </ac:picMkLst>
        </pc:picChg>
        <pc:picChg chg="add mod ord">
          <ac:chgData name="Jefferson Passerini" userId="ec684a97d9b6a829" providerId="LiveId" clId="{7C602EA2-9F91-4277-9066-074CC36C71C3}" dt="2024-05-07T22:01:09.355" v="163" actId="167"/>
          <ac:picMkLst>
            <pc:docMk/>
            <pc:sldMk cId="281967174" sldId="333"/>
            <ac:picMk id="9" creationId="{8F66CBBA-F14E-3396-362B-40A2E89AD6E9}"/>
          </ac:picMkLst>
        </pc:picChg>
        <pc:picChg chg="add mod">
          <ac:chgData name="Jefferson Passerini" userId="ec684a97d9b6a829" providerId="LiveId" clId="{7C602EA2-9F91-4277-9066-074CC36C71C3}" dt="2024-05-07T22:01:23.168" v="167" actId="14100"/>
          <ac:picMkLst>
            <pc:docMk/>
            <pc:sldMk cId="281967174" sldId="333"/>
            <ac:picMk id="11" creationId="{51F38F5D-9DEF-230C-F158-E78D926E95FC}"/>
          </ac:picMkLst>
        </pc:picChg>
      </pc:sldChg>
      <pc:sldChg chg="addSp delSp modSp mod">
        <pc:chgData name="Jefferson Passerini" userId="ec684a97d9b6a829" providerId="LiveId" clId="{7C602EA2-9F91-4277-9066-074CC36C71C3}" dt="2024-05-07T22:02:10.765" v="177" actId="1076"/>
        <pc:sldMkLst>
          <pc:docMk/>
          <pc:sldMk cId="18148241" sldId="334"/>
        </pc:sldMkLst>
        <pc:spChg chg="mod">
          <ac:chgData name="Jefferson Passerini" userId="ec684a97d9b6a829" providerId="LiveId" clId="{7C602EA2-9F91-4277-9066-074CC36C71C3}" dt="2024-05-07T21:39:45.630" v="56" actId="20577"/>
          <ac:spMkLst>
            <pc:docMk/>
            <pc:sldMk cId="18148241" sldId="334"/>
            <ac:spMk id="3" creationId="{212081E4-07F6-C689-2ACC-B6CADD634983}"/>
          </ac:spMkLst>
        </pc:spChg>
        <pc:picChg chg="add mod">
          <ac:chgData name="Jefferson Passerini" userId="ec684a97d9b6a829" providerId="LiveId" clId="{7C602EA2-9F91-4277-9066-074CC36C71C3}" dt="2024-05-07T22:01:52.517" v="171" actId="14100"/>
          <ac:picMkLst>
            <pc:docMk/>
            <pc:sldMk cId="18148241" sldId="334"/>
            <ac:picMk id="6" creationId="{0B8351E7-8DB6-CC79-228C-B8B0D6EE43AE}"/>
          </ac:picMkLst>
        </pc:picChg>
        <pc:picChg chg="add mod ord">
          <ac:chgData name="Jefferson Passerini" userId="ec684a97d9b6a829" providerId="LiveId" clId="{7C602EA2-9F91-4277-9066-074CC36C71C3}" dt="2024-05-07T22:02:10.765" v="177" actId="1076"/>
          <ac:picMkLst>
            <pc:docMk/>
            <pc:sldMk cId="18148241" sldId="334"/>
            <ac:picMk id="9" creationId="{44798216-CDE7-05A1-8832-AE6D8E1510CF}"/>
          </ac:picMkLst>
        </pc:picChg>
        <pc:picChg chg="del">
          <ac:chgData name="Jefferson Passerini" userId="ec684a97d9b6a829" providerId="LiveId" clId="{7C602EA2-9F91-4277-9066-074CC36C71C3}" dt="2024-05-07T22:01:54.262" v="172" actId="478"/>
          <ac:picMkLst>
            <pc:docMk/>
            <pc:sldMk cId="18148241" sldId="334"/>
            <ac:picMk id="10" creationId="{0395E65D-4AC2-AD05-E3CA-409912BB75B2}"/>
          </ac:picMkLst>
        </pc:picChg>
        <pc:picChg chg="del">
          <ac:chgData name="Jefferson Passerini" userId="ec684a97d9b6a829" providerId="LiveId" clId="{7C602EA2-9F91-4277-9066-074CC36C71C3}" dt="2024-05-07T22:01:27.527" v="168" actId="478"/>
          <ac:picMkLst>
            <pc:docMk/>
            <pc:sldMk cId="18148241" sldId="334"/>
            <ac:picMk id="12" creationId="{D0C8E4EC-575A-9F27-2F66-3CCDA449DD8A}"/>
          </ac:picMkLst>
        </pc:picChg>
      </pc:sldChg>
      <pc:sldChg chg="addSp delSp modSp mod">
        <pc:chgData name="Jefferson Passerini" userId="ec684a97d9b6a829" providerId="LiveId" clId="{7C602EA2-9F91-4277-9066-074CC36C71C3}" dt="2024-05-07T22:02:52.160" v="187" actId="14100"/>
        <pc:sldMkLst>
          <pc:docMk/>
          <pc:sldMk cId="3063174417" sldId="335"/>
        </pc:sldMkLst>
        <pc:spChg chg="mod">
          <ac:chgData name="Jefferson Passerini" userId="ec684a97d9b6a829" providerId="LiveId" clId="{7C602EA2-9F91-4277-9066-074CC36C71C3}" dt="2024-05-07T21:39:50.104" v="62" actId="20577"/>
          <ac:spMkLst>
            <pc:docMk/>
            <pc:sldMk cId="3063174417" sldId="335"/>
            <ac:spMk id="3" creationId="{212081E4-07F6-C689-2ACC-B6CADD634983}"/>
          </ac:spMkLst>
        </pc:spChg>
        <pc:picChg chg="del">
          <ac:chgData name="Jefferson Passerini" userId="ec684a97d9b6a829" providerId="LiveId" clId="{7C602EA2-9F91-4277-9066-074CC36C71C3}" dt="2024-05-07T22:02:23.796" v="178" actId="478"/>
          <ac:picMkLst>
            <pc:docMk/>
            <pc:sldMk cId="3063174417" sldId="335"/>
            <ac:picMk id="6" creationId="{6459D292-239B-4B90-D598-3B3169E992AB}"/>
          </ac:picMkLst>
        </pc:picChg>
        <pc:picChg chg="add mod ord">
          <ac:chgData name="Jefferson Passerini" userId="ec684a97d9b6a829" providerId="LiveId" clId="{7C602EA2-9F91-4277-9066-074CC36C71C3}" dt="2024-05-07T22:02:39.587" v="184" actId="1076"/>
          <ac:picMkLst>
            <pc:docMk/>
            <pc:sldMk cId="3063174417" sldId="335"/>
            <ac:picMk id="8" creationId="{6A2B2C70-ED44-C1D6-8C14-1013196D157C}"/>
          </ac:picMkLst>
        </pc:picChg>
        <pc:picChg chg="del">
          <ac:chgData name="Jefferson Passerini" userId="ec684a97d9b6a829" providerId="LiveId" clId="{7C602EA2-9F91-4277-9066-074CC36C71C3}" dt="2024-05-07T22:02:24.780" v="179" actId="478"/>
          <ac:picMkLst>
            <pc:docMk/>
            <pc:sldMk cId="3063174417" sldId="335"/>
            <ac:picMk id="10" creationId="{0395E65D-4AC2-AD05-E3CA-409912BB75B2}"/>
          </ac:picMkLst>
        </pc:picChg>
        <pc:picChg chg="add mod">
          <ac:chgData name="Jefferson Passerini" userId="ec684a97d9b6a829" providerId="LiveId" clId="{7C602EA2-9F91-4277-9066-074CC36C71C3}" dt="2024-05-07T22:02:52.160" v="187" actId="14100"/>
          <ac:picMkLst>
            <pc:docMk/>
            <pc:sldMk cId="3063174417" sldId="335"/>
            <ac:picMk id="11" creationId="{AE139BB5-2D4B-EE94-FFFA-7665539CF6A7}"/>
          </ac:picMkLst>
        </pc:picChg>
      </pc:sldChg>
      <pc:sldChg chg="addSp delSp modSp mod">
        <pc:chgData name="Jefferson Passerini" userId="ec684a97d9b6a829" providerId="LiveId" clId="{7C602EA2-9F91-4277-9066-074CC36C71C3}" dt="2024-05-07T22:03:42.703" v="204" actId="14100"/>
        <pc:sldMkLst>
          <pc:docMk/>
          <pc:sldMk cId="3264559796" sldId="336"/>
        </pc:sldMkLst>
        <pc:spChg chg="mod">
          <ac:chgData name="Jefferson Passerini" userId="ec684a97d9b6a829" providerId="LiveId" clId="{7C602EA2-9F91-4277-9066-074CC36C71C3}" dt="2024-05-07T21:39:54.296" v="68" actId="20577"/>
          <ac:spMkLst>
            <pc:docMk/>
            <pc:sldMk cId="3264559796" sldId="336"/>
            <ac:spMk id="3" creationId="{212081E4-07F6-C689-2ACC-B6CADD634983}"/>
          </ac:spMkLst>
        </pc:spChg>
        <pc:spChg chg="mod">
          <ac:chgData name="Jefferson Passerini" userId="ec684a97d9b6a829" providerId="LiveId" clId="{7C602EA2-9F91-4277-9066-074CC36C71C3}" dt="2024-05-07T22:03:30.797" v="201" actId="1038"/>
          <ac:spMkLst>
            <pc:docMk/>
            <pc:sldMk cId="3264559796" sldId="336"/>
            <ac:spMk id="13" creationId="{D88F09DE-836E-46EF-DA40-978FDFD5F872}"/>
          </ac:spMkLst>
        </pc:spChg>
        <pc:picChg chg="add mod ord">
          <ac:chgData name="Jefferson Passerini" userId="ec684a97d9b6a829" providerId="LiveId" clId="{7C602EA2-9F91-4277-9066-074CC36C71C3}" dt="2024-05-07T22:03:22.471" v="193" actId="167"/>
          <ac:picMkLst>
            <pc:docMk/>
            <pc:sldMk cId="3264559796" sldId="336"/>
            <ac:picMk id="6" creationId="{40360324-A1A5-E629-15A6-7C55CEDC4B9A}"/>
          </ac:picMkLst>
        </pc:picChg>
        <pc:picChg chg="del">
          <ac:chgData name="Jefferson Passerini" userId="ec684a97d9b6a829" providerId="LiveId" clId="{7C602EA2-9F91-4277-9066-074CC36C71C3}" dt="2024-05-07T22:03:07.329" v="189" actId="478"/>
          <ac:picMkLst>
            <pc:docMk/>
            <pc:sldMk cId="3264559796" sldId="336"/>
            <ac:picMk id="9" creationId="{83B6CE88-6F03-459F-ED11-0087990A0590}"/>
          </ac:picMkLst>
        </pc:picChg>
        <pc:picChg chg="add mod">
          <ac:chgData name="Jefferson Passerini" userId="ec684a97d9b6a829" providerId="LiveId" clId="{7C602EA2-9F91-4277-9066-074CC36C71C3}" dt="2024-05-07T22:03:42.703" v="204" actId="14100"/>
          <ac:picMkLst>
            <pc:docMk/>
            <pc:sldMk cId="3264559796" sldId="336"/>
            <ac:picMk id="10" creationId="{AC86C2C4-1232-B566-EF74-8FDFA91AF011}"/>
          </ac:picMkLst>
        </pc:picChg>
        <pc:picChg chg="del">
          <ac:chgData name="Jefferson Passerini" userId="ec684a97d9b6a829" providerId="LiveId" clId="{7C602EA2-9F91-4277-9066-074CC36C71C3}" dt="2024-05-07T22:03:06.274" v="188" actId="478"/>
          <ac:picMkLst>
            <pc:docMk/>
            <pc:sldMk cId="3264559796" sldId="336"/>
            <ac:picMk id="12" creationId="{E7A5FC26-2F5D-4AAE-6B22-96616B4BC8DB}"/>
          </ac:picMkLst>
        </pc:picChg>
      </pc:sldChg>
      <pc:sldChg chg="addSp delSp modSp mod">
        <pc:chgData name="Jefferson Passerini" userId="ec684a97d9b6a829" providerId="LiveId" clId="{7C602EA2-9F91-4277-9066-074CC36C71C3}" dt="2024-05-07T22:04:18.437" v="215" actId="14100"/>
        <pc:sldMkLst>
          <pc:docMk/>
          <pc:sldMk cId="2333072688" sldId="337"/>
        </pc:sldMkLst>
        <pc:spChg chg="mod">
          <ac:chgData name="Jefferson Passerini" userId="ec684a97d9b6a829" providerId="LiveId" clId="{7C602EA2-9F91-4277-9066-074CC36C71C3}" dt="2024-05-07T21:39:58.832" v="74" actId="20577"/>
          <ac:spMkLst>
            <pc:docMk/>
            <pc:sldMk cId="2333072688" sldId="337"/>
            <ac:spMk id="3" creationId="{212081E4-07F6-C689-2ACC-B6CADD634983}"/>
          </ac:spMkLst>
        </pc:spChg>
        <pc:spChg chg="mod">
          <ac:chgData name="Jefferson Passerini" userId="ec684a97d9b6a829" providerId="LiveId" clId="{7C602EA2-9F91-4277-9066-074CC36C71C3}" dt="2024-05-07T22:04:06.101" v="211" actId="1076"/>
          <ac:spMkLst>
            <pc:docMk/>
            <pc:sldMk cId="2333072688" sldId="337"/>
            <ac:spMk id="13" creationId="{D88F09DE-836E-46EF-DA40-978FDFD5F872}"/>
          </ac:spMkLst>
        </pc:spChg>
        <pc:picChg chg="del">
          <ac:chgData name="Jefferson Passerini" userId="ec684a97d9b6a829" providerId="LiveId" clId="{7C602EA2-9F91-4277-9066-074CC36C71C3}" dt="2024-05-07T22:04:07.478" v="212" actId="478"/>
          <ac:picMkLst>
            <pc:docMk/>
            <pc:sldMk cId="2333072688" sldId="337"/>
            <ac:picMk id="6" creationId="{917CA53A-24AC-F4BE-6FCD-7813C503E76F}"/>
          </ac:picMkLst>
        </pc:picChg>
        <pc:picChg chg="add mod ord">
          <ac:chgData name="Jefferson Passerini" userId="ec684a97d9b6a829" providerId="LiveId" clId="{7C602EA2-9F91-4277-9066-074CC36C71C3}" dt="2024-05-07T22:04:03.740" v="210" actId="167"/>
          <ac:picMkLst>
            <pc:docMk/>
            <pc:sldMk cId="2333072688" sldId="337"/>
            <ac:picMk id="8" creationId="{AC8B1613-0EED-FD16-B5CA-053A557784A7}"/>
          </ac:picMkLst>
        </pc:picChg>
        <pc:picChg chg="del">
          <ac:chgData name="Jefferson Passerini" userId="ec684a97d9b6a829" providerId="LiveId" clId="{7C602EA2-9F91-4277-9066-074CC36C71C3}" dt="2024-05-07T22:03:46.143" v="205" actId="478"/>
          <ac:picMkLst>
            <pc:docMk/>
            <pc:sldMk cId="2333072688" sldId="337"/>
            <ac:picMk id="9" creationId="{83B6CE88-6F03-459F-ED11-0087990A0590}"/>
          </ac:picMkLst>
        </pc:picChg>
        <pc:picChg chg="add mod">
          <ac:chgData name="Jefferson Passerini" userId="ec684a97d9b6a829" providerId="LiveId" clId="{7C602EA2-9F91-4277-9066-074CC36C71C3}" dt="2024-05-07T22:04:18.437" v="215" actId="14100"/>
          <ac:picMkLst>
            <pc:docMk/>
            <pc:sldMk cId="2333072688" sldId="337"/>
            <ac:picMk id="11" creationId="{A0E70AE5-FF22-E777-22F8-B73DFE17CCE0}"/>
          </ac:picMkLst>
        </pc:picChg>
      </pc:sldChg>
      <pc:sldChg chg="modSp mod">
        <pc:chgData name="Jefferson Passerini" userId="ec684a97d9b6a829" providerId="LiveId" clId="{7C602EA2-9F91-4277-9066-074CC36C71C3}" dt="2024-05-07T21:40:03.586" v="80" actId="20577"/>
        <pc:sldMkLst>
          <pc:docMk/>
          <pc:sldMk cId="818800469" sldId="338"/>
        </pc:sldMkLst>
        <pc:spChg chg="mod">
          <ac:chgData name="Jefferson Passerini" userId="ec684a97d9b6a829" providerId="LiveId" clId="{7C602EA2-9F91-4277-9066-074CC36C71C3}" dt="2024-05-07T21:40:03.586" v="80" actId="20577"/>
          <ac:spMkLst>
            <pc:docMk/>
            <pc:sldMk cId="818800469" sldId="338"/>
            <ac:spMk id="3" creationId="{212081E4-07F6-C689-2ACC-B6CADD634983}"/>
          </ac:spMkLst>
        </pc:spChg>
      </pc:sldChg>
      <pc:sldChg chg="addSp delSp modSp mod">
        <pc:chgData name="Jefferson Passerini" userId="ec684a97d9b6a829" providerId="LiveId" clId="{7C602EA2-9F91-4277-9066-074CC36C71C3}" dt="2024-05-07T22:05:26.321" v="238" actId="1038"/>
        <pc:sldMkLst>
          <pc:docMk/>
          <pc:sldMk cId="1567527344" sldId="342"/>
        </pc:sldMkLst>
        <pc:spChg chg="mod">
          <ac:chgData name="Jefferson Passerini" userId="ec684a97d9b6a829" providerId="LiveId" clId="{7C602EA2-9F91-4277-9066-074CC36C71C3}" dt="2024-05-07T21:40:18.576" v="86" actId="20577"/>
          <ac:spMkLst>
            <pc:docMk/>
            <pc:sldMk cId="1567527344" sldId="342"/>
            <ac:spMk id="3" creationId="{212081E4-07F6-C689-2ACC-B6CADD634983}"/>
          </ac:spMkLst>
        </pc:spChg>
        <pc:spChg chg="mod">
          <ac:chgData name="Jefferson Passerini" userId="ec684a97d9b6a829" providerId="LiveId" clId="{7C602EA2-9F91-4277-9066-074CC36C71C3}" dt="2024-05-07T22:05:26.321" v="238" actId="1038"/>
          <ac:spMkLst>
            <pc:docMk/>
            <pc:sldMk cId="1567527344" sldId="342"/>
            <ac:spMk id="13" creationId="{D88F09DE-836E-46EF-DA40-978FDFD5F872}"/>
          </ac:spMkLst>
        </pc:spChg>
        <pc:picChg chg="add mod">
          <ac:chgData name="Jefferson Passerini" userId="ec684a97d9b6a829" providerId="LiveId" clId="{7C602EA2-9F91-4277-9066-074CC36C71C3}" dt="2024-05-07T22:05:00.851" v="221" actId="1076"/>
          <ac:picMkLst>
            <pc:docMk/>
            <pc:sldMk cId="1567527344" sldId="342"/>
            <ac:picMk id="5" creationId="{DD239C8B-ADA9-44DB-D293-AC6DA60BD3B3}"/>
          </ac:picMkLst>
        </pc:picChg>
        <pc:picChg chg="add mod ord">
          <ac:chgData name="Jefferson Passerini" userId="ec684a97d9b6a829" providerId="LiveId" clId="{7C602EA2-9F91-4277-9066-074CC36C71C3}" dt="2024-05-07T22:05:15.912" v="225" actId="167"/>
          <ac:picMkLst>
            <pc:docMk/>
            <pc:sldMk cId="1567527344" sldId="342"/>
            <ac:picMk id="7" creationId="{89A56612-7F62-F593-3B79-A73C247675E3}"/>
          </ac:picMkLst>
        </pc:picChg>
        <pc:picChg chg="del">
          <ac:chgData name="Jefferson Passerini" userId="ec684a97d9b6a829" providerId="LiveId" clId="{7C602EA2-9F91-4277-9066-074CC36C71C3}" dt="2024-05-07T22:04:35.033" v="217" actId="478"/>
          <ac:picMkLst>
            <pc:docMk/>
            <pc:sldMk cId="1567527344" sldId="342"/>
            <ac:picMk id="8" creationId="{0FAFE8E7-7BA1-DD37-8182-7D9D712BB3D6}"/>
          </ac:picMkLst>
        </pc:picChg>
        <pc:picChg chg="del">
          <ac:chgData name="Jefferson Passerini" userId="ec684a97d9b6a829" providerId="LiveId" clId="{7C602EA2-9F91-4277-9066-074CC36C71C3}" dt="2024-05-07T22:04:34.285" v="216" actId="478"/>
          <ac:picMkLst>
            <pc:docMk/>
            <pc:sldMk cId="1567527344" sldId="342"/>
            <ac:picMk id="11" creationId="{A9E1346C-A906-770B-5A44-C56D81868EAD}"/>
          </ac:picMkLst>
        </pc:picChg>
      </pc:sldChg>
      <pc:sldChg chg="addSp delSp modSp mod">
        <pc:chgData name="Jefferson Passerini" userId="ec684a97d9b6a829" providerId="LiveId" clId="{7C602EA2-9F91-4277-9066-074CC36C71C3}" dt="2024-05-07T22:06:35.781" v="258" actId="14100"/>
        <pc:sldMkLst>
          <pc:docMk/>
          <pc:sldMk cId="582786621" sldId="343"/>
        </pc:sldMkLst>
        <pc:spChg chg="mod">
          <ac:chgData name="Jefferson Passerini" userId="ec684a97d9b6a829" providerId="LiveId" clId="{7C602EA2-9F91-4277-9066-074CC36C71C3}" dt="2024-05-07T21:40:25.817" v="92" actId="20577"/>
          <ac:spMkLst>
            <pc:docMk/>
            <pc:sldMk cId="582786621" sldId="343"/>
            <ac:spMk id="3" creationId="{212081E4-07F6-C689-2ACC-B6CADD634983}"/>
          </ac:spMkLst>
        </pc:spChg>
        <pc:spChg chg="mod">
          <ac:chgData name="Jefferson Passerini" userId="ec684a97d9b6a829" providerId="LiveId" clId="{7C602EA2-9F91-4277-9066-074CC36C71C3}" dt="2024-05-07T22:06:04.512" v="252" actId="1035"/>
          <ac:spMkLst>
            <pc:docMk/>
            <pc:sldMk cId="582786621" sldId="343"/>
            <ac:spMk id="13" creationId="{D88F09DE-836E-46EF-DA40-978FDFD5F872}"/>
          </ac:spMkLst>
        </pc:spChg>
        <pc:picChg chg="del">
          <ac:chgData name="Jefferson Passerini" userId="ec684a97d9b6a829" providerId="LiveId" clId="{7C602EA2-9F91-4277-9066-074CC36C71C3}" dt="2024-05-07T22:06:07.072" v="253" actId="478"/>
          <ac:picMkLst>
            <pc:docMk/>
            <pc:sldMk cId="582786621" sldId="343"/>
            <ac:picMk id="5" creationId="{486397FA-E604-8A2C-C7B5-B69DAF606E80}"/>
          </ac:picMkLst>
        </pc:picChg>
        <pc:picChg chg="add mod ord">
          <ac:chgData name="Jefferson Passerini" userId="ec684a97d9b6a829" providerId="LiveId" clId="{7C602EA2-9F91-4277-9066-074CC36C71C3}" dt="2024-05-07T22:05:59" v="244" actId="1076"/>
          <ac:picMkLst>
            <pc:docMk/>
            <pc:sldMk cId="582786621" sldId="343"/>
            <ac:picMk id="6" creationId="{24DE0195-5647-49EE-0F96-1559ECE4874B}"/>
          </ac:picMkLst>
        </pc:picChg>
        <pc:picChg chg="del">
          <ac:chgData name="Jefferson Passerini" userId="ec684a97d9b6a829" providerId="LiveId" clId="{7C602EA2-9F91-4277-9066-074CC36C71C3}" dt="2024-05-07T22:05:40.714" v="239" actId="478"/>
          <ac:picMkLst>
            <pc:docMk/>
            <pc:sldMk cId="582786621" sldId="343"/>
            <ac:picMk id="8" creationId="{0FAFE8E7-7BA1-DD37-8182-7D9D712BB3D6}"/>
          </ac:picMkLst>
        </pc:picChg>
        <pc:picChg chg="add mod">
          <ac:chgData name="Jefferson Passerini" userId="ec684a97d9b6a829" providerId="LiveId" clId="{7C602EA2-9F91-4277-9066-074CC36C71C3}" dt="2024-05-07T22:06:35.781" v="258" actId="14100"/>
          <ac:picMkLst>
            <pc:docMk/>
            <pc:sldMk cId="582786621" sldId="343"/>
            <ac:picMk id="9" creationId="{B7229327-83D1-4EEA-3F55-4DD5C3745BCC}"/>
          </ac:picMkLst>
        </pc:picChg>
      </pc:sldChg>
      <pc:sldChg chg="addSp delSp modSp mod">
        <pc:chgData name="Jefferson Passerini" userId="ec684a97d9b6a829" providerId="LiveId" clId="{7C602EA2-9F91-4277-9066-074CC36C71C3}" dt="2024-05-07T22:07:41.931" v="291" actId="1076"/>
        <pc:sldMkLst>
          <pc:docMk/>
          <pc:sldMk cId="2354675870" sldId="344"/>
        </pc:sldMkLst>
        <pc:spChg chg="mod">
          <ac:chgData name="Jefferson Passerini" userId="ec684a97d9b6a829" providerId="LiveId" clId="{7C602EA2-9F91-4277-9066-074CC36C71C3}" dt="2024-05-07T21:40:30.464" v="98" actId="20577"/>
          <ac:spMkLst>
            <pc:docMk/>
            <pc:sldMk cId="2354675870" sldId="344"/>
            <ac:spMk id="3" creationId="{212081E4-07F6-C689-2ACC-B6CADD634983}"/>
          </ac:spMkLst>
        </pc:spChg>
        <pc:spChg chg="mod">
          <ac:chgData name="Jefferson Passerini" userId="ec684a97d9b6a829" providerId="LiveId" clId="{7C602EA2-9F91-4277-9066-074CC36C71C3}" dt="2024-05-07T22:07:23.468" v="287" actId="1038"/>
          <ac:spMkLst>
            <pc:docMk/>
            <pc:sldMk cId="2354675870" sldId="344"/>
            <ac:spMk id="13" creationId="{D88F09DE-836E-46EF-DA40-978FDFD5F872}"/>
          </ac:spMkLst>
        </pc:spChg>
        <pc:picChg chg="add mod ord">
          <ac:chgData name="Jefferson Passerini" userId="ec684a97d9b6a829" providerId="LiveId" clId="{7C602EA2-9F91-4277-9066-074CC36C71C3}" dt="2024-05-07T22:07:09.378" v="264" actId="167"/>
          <ac:picMkLst>
            <pc:docMk/>
            <pc:sldMk cId="2354675870" sldId="344"/>
            <ac:picMk id="5" creationId="{D1CF34AB-DD77-A833-E60D-DDFA5D22827C}"/>
          </ac:picMkLst>
        </pc:picChg>
        <pc:picChg chg="del">
          <ac:chgData name="Jefferson Passerini" userId="ec684a97d9b6a829" providerId="LiveId" clId="{7C602EA2-9F91-4277-9066-074CC36C71C3}" dt="2024-05-07T22:06:47.407" v="259" actId="478"/>
          <ac:picMkLst>
            <pc:docMk/>
            <pc:sldMk cId="2354675870" sldId="344"/>
            <ac:picMk id="6" creationId="{AFE87032-A2CE-2B17-ADC7-668E93200B87}"/>
          </ac:picMkLst>
        </pc:picChg>
        <pc:picChg chg="del">
          <ac:chgData name="Jefferson Passerini" userId="ec684a97d9b6a829" providerId="LiveId" clId="{7C602EA2-9F91-4277-9066-074CC36C71C3}" dt="2024-05-07T22:06:48.053" v="260" actId="478"/>
          <ac:picMkLst>
            <pc:docMk/>
            <pc:sldMk cId="2354675870" sldId="344"/>
            <ac:picMk id="8" creationId="{0FAFE8E7-7BA1-DD37-8182-7D9D712BB3D6}"/>
          </ac:picMkLst>
        </pc:picChg>
        <pc:picChg chg="add mod">
          <ac:chgData name="Jefferson Passerini" userId="ec684a97d9b6a829" providerId="LiveId" clId="{7C602EA2-9F91-4277-9066-074CC36C71C3}" dt="2024-05-07T22:07:41.931" v="291" actId="1076"/>
          <ac:picMkLst>
            <pc:docMk/>
            <pc:sldMk cId="2354675870" sldId="344"/>
            <ac:picMk id="9" creationId="{C095797A-8C27-F09A-5358-A61B940C19CD}"/>
          </ac:picMkLst>
        </pc:picChg>
      </pc:sldChg>
      <pc:sldChg chg="addSp delSp modSp mod">
        <pc:chgData name="Jefferson Passerini" userId="ec684a97d9b6a829" providerId="LiveId" clId="{7C602EA2-9F91-4277-9066-074CC36C71C3}" dt="2024-05-07T22:09:02.382" v="319" actId="14100"/>
        <pc:sldMkLst>
          <pc:docMk/>
          <pc:sldMk cId="3433562868" sldId="345"/>
        </pc:sldMkLst>
        <pc:spChg chg="mod">
          <ac:chgData name="Jefferson Passerini" userId="ec684a97d9b6a829" providerId="LiveId" clId="{7C602EA2-9F91-4277-9066-074CC36C71C3}" dt="2024-05-07T21:40:34.936" v="104" actId="20577"/>
          <ac:spMkLst>
            <pc:docMk/>
            <pc:sldMk cId="3433562868" sldId="345"/>
            <ac:spMk id="3" creationId="{212081E4-07F6-C689-2ACC-B6CADD634983}"/>
          </ac:spMkLst>
        </pc:spChg>
        <pc:spChg chg="mod">
          <ac:chgData name="Jefferson Passerini" userId="ec684a97d9b6a829" providerId="LiveId" clId="{7C602EA2-9F91-4277-9066-074CC36C71C3}" dt="2024-05-07T22:08:18.201" v="308" actId="1036"/>
          <ac:spMkLst>
            <pc:docMk/>
            <pc:sldMk cId="3433562868" sldId="345"/>
            <ac:spMk id="13" creationId="{D88F09DE-836E-46EF-DA40-978FDFD5F872}"/>
          </ac:spMkLst>
        </pc:spChg>
        <pc:picChg chg="del">
          <ac:chgData name="Jefferson Passerini" userId="ec684a97d9b6a829" providerId="LiveId" clId="{7C602EA2-9F91-4277-9066-074CC36C71C3}" dt="2024-05-07T22:08:04.877" v="293" actId="478"/>
          <ac:picMkLst>
            <pc:docMk/>
            <pc:sldMk cId="3433562868" sldId="345"/>
            <ac:picMk id="5" creationId="{0BDDE8A5-4FDE-980C-E34D-30296DAEC3A3}"/>
          </ac:picMkLst>
        </pc:picChg>
        <pc:picChg chg="add mod ord">
          <ac:chgData name="Jefferson Passerini" userId="ec684a97d9b6a829" providerId="LiveId" clId="{7C602EA2-9F91-4277-9066-074CC36C71C3}" dt="2024-05-07T22:08:11.936" v="297" actId="167"/>
          <ac:picMkLst>
            <pc:docMk/>
            <pc:sldMk cId="3433562868" sldId="345"/>
            <ac:picMk id="6" creationId="{0373F05F-7F9C-DEB4-4CB7-6C034DFB5CFA}"/>
          </ac:picMkLst>
        </pc:picChg>
        <pc:picChg chg="add mod">
          <ac:chgData name="Jefferson Passerini" userId="ec684a97d9b6a829" providerId="LiveId" clId="{7C602EA2-9F91-4277-9066-074CC36C71C3}" dt="2024-05-07T22:08:59.918" v="318" actId="14100"/>
          <ac:picMkLst>
            <pc:docMk/>
            <pc:sldMk cId="3433562868" sldId="345"/>
            <ac:picMk id="8" creationId="{2C0ACF59-68BB-7288-27D6-ADA979E614D6}"/>
          </ac:picMkLst>
        </pc:picChg>
        <pc:picChg chg="del">
          <ac:chgData name="Jefferson Passerini" userId="ec684a97d9b6a829" providerId="LiveId" clId="{7C602EA2-9F91-4277-9066-074CC36C71C3}" dt="2024-05-07T22:07:47.031" v="292" actId="478"/>
          <ac:picMkLst>
            <pc:docMk/>
            <pc:sldMk cId="3433562868" sldId="345"/>
            <ac:picMk id="9" creationId="{BDED459A-49AF-F4FC-B2D5-7B076BFD3280}"/>
          </ac:picMkLst>
        </pc:picChg>
        <pc:picChg chg="del">
          <ac:chgData name="Jefferson Passerini" userId="ec684a97d9b6a829" providerId="LiveId" clId="{7C602EA2-9F91-4277-9066-074CC36C71C3}" dt="2024-05-07T22:08:20.761" v="309" actId="478"/>
          <ac:picMkLst>
            <pc:docMk/>
            <pc:sldMk cId="3433562868" sldId="345"/>
            <ac:picMk id="11" creationId="{2787D549-D1E7-1D2A-9F85-0D99EE51F217}"/>
          </ac:picMkLst>
        </pc:picChg>
        <pc:picChg chg="add mod">
          <ac:chgData name="Jefferson Passerini" userId="ec684a97d9b6a829" providerId="LiveId" clId="{7C602EA2-9F91-4277-9066-074CC36C71C3}" dt="2024-05-07T22:09:02.382" v="319" actId="14100"/>
          <ac:picMkLst>
            <pc:docMk/>
            <pc:sldMk cId="3433562868" sldId="345"/>
            <ac:picMk id="12" creationId="{86B909A8-A3CF-0880-C4D3-17552305D516}"/>
          </ac:picMkLst>
        </pc:picChg>
      </pc:sldChg>
      <pc:sldChg chg="addSp delSp modSp mod">
        <pc:chgData name="Jefferson Passerini" userId="ec684a97d9b6a829" providerId="LiveId" clId="{7C602EA2-9F91-4277-9066-074CC36C71C3}" dt="2024-05-07T22:09:50.259" v="337" actId="14100"/>
        <pc:sldMkLst>
          <pc:docMk/>
          <pc:sldMk cId="654068275" sldId="346"/>
        </pc:sldMkLst>
        <pc:spChg chg="mod">
          <ac:chgData name="Jefferson Passerini" userId="ec684a97d9b6a829" providerId="LiveId" clId="{7C602EA2-9F91-4277-9066-074CC36C71C3}" dt="2024-05-07T21:40:39.582" v="110" actId="20577"/>
          <ac:spMkLst>
            <pc:docMk/>
            <pc:sldMk cId="654068275" sldId="346"/>
            <ac:spMk id="3" creationId="{212081E4-07F6-C689-2ACC-B6CADD634983}"/>
          </ac:spMkLst>
        </pc:spChg>
        <pc:spChg chg="mod">
          <ac:chgData name="Jefferson Passerini" userId="ec684a97d9b6a829" providerId="LiveId" clId="{7C602EA2-9F91-4277-9066-074CC36C71C3}" dt="2024-05-07T22:09:33.835" v="333" actId="1035"/>
          <ac:spMkLst>
            <pc:docMk/>
            <pc:sldMk cId="654068275" sldId="346"/>
            <ac:spMk id="13" creationId="{D88F09DE-836E-46EF-DA40-978FDFD5F872}"/>
          </ac:spMkLst>
        </pc:spChg>
        <pc:picChg chg="del">
          <ac:chgData name="Jefferson Passerini" userId="ec684a97d9b6a829" providerId="LiveId" clId="{7C602EA2-9F91-4277-9066-074CC36C71C3}" dt="2024-05-07T22:09:19.269" v="320" actId="478"/>
          <ac:picMkLst>
            <pc:docMk/>
            <pc:sldMk cId="654068275" sldId="346"/>
            <ac:picMk id="5" creationId="{0BDDE8A5-4FDE-980C-E34D-30296DAEC3A3}"/>
          </ac:picMkLst>
        </pc:picChg>
        <pc:picChg chg="del">
          <ac:chgData name="Jefferson Passerini" userId="ec684a97d9b6a829" providerId="LiveId" clId="{7C602EA2-9F91-4277-9066-074CC36C71C3}" dt="2024-05-07T22:09:35.933" v="334" actId="478"/>
          <ac:picMkLst>
            <pc:docMk/>
            <pc:sldMk cId="654068275" sldId="346"/>
            <ac:picMk id="6" creationId="{A514B8D4-2318-331B-9787-4794D280E75F}"/>
          </ac:picMkLst>
        </pc:picChg>
        <pc:picChg chg="add mod ord">
          <ac:chgData name="Jefferson Passerini" userId="ec684a97d9b6a829" providerId="LiveId" clId="{7C602EA2-9F91-4277-9066-074CC36C71C3}" dt="2024-05-07T22:09:27.744" v="327" actId="167"/>
          <ac:picMkLst>
            <pc:docMk/>
            <pc:sldMk cId="654068275" sldId="346"/>
            <ac:picMk id="7" creationId="{E959D5DD-5409-A7D9-18FE-D46D5E02D9EE}"/>
          </ac:picMkLst>
        </pc:picChg>
        <pc:picChg chg="add mod">
          <ac:chgData name="Jefferson Passerini" userId="ec684a97d9b6a829" providerId="LiveId" clId="{7C602EA2-9F91-4277-9066-074CC36C71C3}" dt="2024-05-07T22:09:50.259" v="337" actId="14100"/>
          <ac:picMkLst>
            <pc:docMk/>
            <pc:sldMk cId="654068275" sldId="346"/>
            <ac:picMk id="9" creationId="{DB73C78F-4061-E311-7168-97198ED7A9FC}"/>
          </ac:picMkLst>
        </pc:picChg>
      </pc:sldChg>
      <pc:sldChg chg="addSp delSp modSp mod">
        <pc:chgData name="Jefferson Passerini" userId="ec684a97d9b6a829" providerId="LiveId" clId="{7C602EA2-9F91-4277-9066-074CC36C71C3}" dt="2024-05-07T22:11:07.351" v="363" actId="1076"/>
        <pc:sldMkLst>
          <pc:docMk/>
          <pc:sldMk cId="461174643" sldId="347"/>
        </pc:sldMkLst>
        <pc:spChg chg="mod">
          <ac:chgData name="Jefferson Passerini" userId="ec684a97d9b6a829" providerId="LiveId" clId="{7C602EA2-9F91-4277-9066-074CC36C71C3}" dt="2024-05-07T21:40:44.496" v="116" actId="20577"/>
          <ac:spMkLst>
            <pc:docMk/>
            <pc:sldMk cId="461174643" sldId="347"/>
            <ac:spMk id="3" creationId="{212081E4-07F6-C689-2ACC-B6CADD634983}"/>
          </ac:spMkLst>
        </pc:spChg>
        <pc:spChg chg="mod">
          <ac:chgData name="Jefferson Passerini" userId="ec684a97d9b6a829" providerId="LiveId" clId="{7C602EA2-9F91-4277-9066-074CC36C71C3}" dt="2024-05-07T22:10:48.224" v="359" actId="1076"/>
          <ac:spMkLst>
            <pc:docMk/>
            <pc:sldMk cId="461174643" sldId="347"/>
            <ac:spMk id="13" creationId="{D88F09DE-836E-46EF-DA40-978FDFD5F872}"/>
          </ac:spMkLst>
        </pc:spChg>
        <pc:picChg chg="del">
          <ac:chgData name="Jefferson Passerini" userId="ec684a97d9b6a829" providerId="LiveId" clId="{7C602EA2-9F91-4277-9066-074CC36C71C3}" dt="2024-05-07T22:10:08.378" v="338" actId="478"/>
          <ac:picMkLst>
            <pc:docMk/>
            <pc:sldMk cId="461174643" sldId="347"/>
            <ac:picMk id="5" creationId="{0BDDE8A5-4FDE-980C-E34D-30296DAEC3A3}"/>
          </ac:picMkLst>
        </pc:picChg>
        <pc:picChg chg="del">
          <ac:chgData name="Jefferson Passerini" userId="ec684a97d9b6a829" providerId="LiveId" clId="{7C602EA2-9F91-4277-9066-074CC36C71C3}" dt="2024-05-07T22:10:25.587" v="355" actId="478"/>
          <ac:picMkLst>
            <pc:docMk/>
            <pc:sldMk cId="461174643" sldId="347"/>
            <ac:picMk id="6" creationId="{DEFE2BB5-0ED0-6214-E581-7285A988EED7}"/>
          </ac:picMkLst>
        </pc:picChg>
        <pc:picChg chg="add mod ord">
          <ac:chgData name="Jefferson Passerini" userId="ec684a97d9b6a829" providerId="LiveId" clId="{7C602EA2-9F91-4277-9066-074CC36C71C3}" dt="2024-05-07T22:10:48.224" v="359" actId="1076"/>
          <ac:picMkLst>
            <pc:docMk/>
            <pc:sldMk cId="461174643" sldId="347"/>
            <ac:picMk id="7" creationId="{A763BB04-9418-1872-F4CB-075B56A253FA}"/>
          </ac:picMkLst>
        </pc:picChg>
        <pc:picChg chg="del">
          <ac:chgData name="Jefferson Passerini" userId="ec684a97d9b6a829" providerId="LiveId" clId="{7C602EA2-9F91-4277-9066-074CC36C71C3}" dt="2024-05-07T22:10:24.757" v="354" actId="478"/>
          <ac:picMkLst>
            <pc:docMk/>
            <pc:sldMk cId="461174643" sldId="347"/>
            <ac:picMk id="9" creationId="{25A1C9E4-EF6A-D937-9E30-55BA0A0CB1BC}"/>
          </ac:picMkLst>
        </pc:picChg>
        <pc:picChg chg="add mod">
          <ac:chgData name="Jefferson Passerini" userId="ec684a97d9b6a829" providerId="LiveId" clId="{7C602EA2-9F91-4277-9066-074CC36C71C3}" dt="2024-05-07T22:10:44.936" v="358" actId="14100"/>
          <ac:picMkLst>
            <pc:docMk/>
            <pc:sldMk cId="461174643" sldId="347"/>
            <ac:picMk id="10" creationId="{22169332-E8BD-007E-5AF1-07A3C818DA85}"/>
          </ac:picMkLst>
        </pc:picChg>
        <pc:picChg chg="add mod">
          <ac:chgData name="Jefferson Passerini" userId="ec684a97d9b6a829" providerId="LiveId" clId="{7C602EA2-9F91-4277-9066-074CC36C71C3}" dt="2024-05-07T22:11:07.351" v="363" actId="1076"/>
          <ac:picMkLst>
            <pc:docMk/>
            <pc:sldMk cId="461174643" sldId="347"/>
            <ac:picMk id="12" creationId="{EBAFF6F6-CA96-0706-A951-A1784F12EE45}"/>
          </ac:picMkLst>
        </pc:picChg>
      </pc:sldChg>
    </pc:docChg>
  </pc:docChgLst>
  <pc:docChgLst>
    <pc:chgData name="Jefferson Passerini" userId="ec684a97d9b6a829" providerId="LiveId" clId="{3A972654-0C96-4508-B0CA-844B87872D2D}"/>
    <pc:docChg chg="custSel addSld delSld modSld sldOrd">
      <pc:chgData name="Jefferson Passerini" userId="ec684a97d9b6a829" providerId="LiveId" clId="{3A972654-0C96-4508-B0CA-844B87872D2D}" dt="2024-05-03T00:43:29.803" v="4153" actId="15"/>
      <pc:docMkLst>
        <pc:docMk/>
      </pc:docMkLst>
      <pc:sldChg chg="addSp delSp modSp mod">
        <pc:chgData name="Jefferson Passerini" userId="ec684a97d9b6a829" providerId="LiveId" clId="{3A972654-0C96-4508-B0CA-844B87872D2D}" dt="2024-05-02T23:12:40.478" v="84" actId="26606"/>
        <pc:sldMkLst>
          <pc:docMk/>
          <pc:sldMk cId="3568309152" sldId="256"/>
        </pc:sldMkLst>
        <pc:spChg chg="mod">
          <ac:chgData name="Jefferson Passerini" userId="ec684a97d9b6a829" providerId="LiveId" clId="{3A972654-0C96-4508-B0CA-844B87872D2D}" dt="2024-05-02T23:12:40.478" v="84" actId="26606"/>
          <ac:spMkLst>
            <pc:docMk/>
            <pc:sldMk cId="3568309152" sldId="256"/>
            <ac:spMk id="2" creationId="{2E243026-E16F-9CDD-AE56-CF691B008A41}"/>
          </ac:spMkLst>
        </pc:spChg>
        <pc:spChg chg="mod">
          <ac:chgData name="Jefferson Passerini" userId="ec684a97d9b6a829" providerId="LiveId" clId="{3A972654-0C96-4508-B0CA-844B87872D2D}" dt="2024-05-02T23:12:40.478" v="84" actId="26606"/>
          <ac:spMkLst>
            <pc:docMk/>
            <pc:sldMk cId="3568309152" sldId="256"/>
            <ac:spMk id="3" creationId="{A782A01C-CDB4-BEF0-9F78-DD3F68C87023}"/>
          </ac:spMkLst>
        </pc:spChg>
        <pc:spChg chg="del">
          <ac:chgData name="Jefferson Passerini" userId="ec684a97d9b6a829" providerId="LiveId" clId="{3A972654-0C96-4508-B0CA-844B87872D2D}" dt="2024-05-02T23:12:40.478" v="84" actId="26606"/>
          <ac:spMkLst>
            <pc:docMk/>
            <pc:sldMk cId="3568309152" sldId="256"/>
            <ac:spMk id="137" creationId="{9B7AD9F6-8CE7-4299-8FC6-328F4DCD3FF9}"/>
          </ac:spMkLst>
        </pc:spChg>
        <pc:spChg chg="del">
          <ac:chgData name="Jefferson Passerini" userId="ec684a97d9b6a829" providerId="LiveId" clId="{3A972654-0C96-4508-B0CA-844B87872D2D}" dt="2024-05-02T23:12:40.478" v="84" actId="26606"/>
          <ac:spMkLst>
            <pc:docMk/>
            <pc:sldMk cId="3568309152" sldId="256"/>
            <ac:spMk id="139" creationId="{F49775AF-8896-43EE-92C6-83497D6DC56F}"/>
          </ac:spMkLst>
        </pc:spChg>
        <pc:spChg chg="add">
          <ac:chgData name="Jefferson Passerini" userId="ec684a97d9b6a829" providerId="LiveId" clId="{3A972654-0C96-4508-B0CA-844B87872D2D}" dt="2024-05-02T23:12:40.478" v="84" actId="26606"/>
          <ac:spMkLst>
            <pc:docMk/>
            <pc:sldMk cId="3568309152" sldId="256"/>
            <ac:spMk id="144" creationId="{0671A8AE-40A1-4631-A6B8-581AFF065482}"/>
          </ac:spMkLst>
        </pc:spChg>
        <pc:spChg chg="add">
          <ac:chgData name="Jefferson Passerini" userId="ec684a97d9b6a829" providerId="LiveId" clId="{3A972654-0C96-4508-B0CA-844B87872D2D}" dt="2024-05-02T23:12:40.478" v="84" actId="26606"/>
          <ac:spMkLst>
            <pc:docMk/>
            <pc:sldMk cId="3568309152" sldId="256"/>
            <ac:spMk id="146" creationId="{AB58EF07-17C2-48CF-ABB0-EEF1F17CB8F0}"/>
          </ac:spMkLst>
        </pc:spChg>
        <pc:spChg chg="add">
          <ac:chgData name="Jefferson Passerini" userId="ec684a97d9b6a829" providerId="LiveId" clId="{3A972654-0C96-4508-B0CA-844B87872D2D}" dt="2024-05-02T23:12:40.478" v="84" actId="26606"/>
          <ac:spMkLst>
            <pc:docMk/>
            <pc:sldMk cId="3568309152" sldId="256"/>
            <ac:spMk id="148" creationId="{AF2F604E-43BE-4DC3-B983-E071523364F8}"/>
          </ac:spMkLst>
        </pc:spChg>
        <pc:spChg chg="add">
          <ac:chgData name="Jefferson Passerini" userId="ec684a97d9b6a829" providerId="LiveId" clId="{3A972654-0C96-4508-B0CA-844B87872D2D}" dt="2024-05-02T23:12:40.478" v="84" actId="26606"/>
          <ac:spMkLst>
            <pc:docMk/>
            <pc:sldMk cId="3568309152" sldId="256"/>
            <ac:spMk id="150" creationId="{08C9B587-E65E-4B52-B37C-ABEBB6E87928}"/>
          </ac:spMkLst>
        </pc:spChg>
        <pc:picChg chg="del">
          <ac:chgData name="Jefferson Passerini" userId="ec684a97d9b6a829" providerId="LiveId" clId="{3A972654-0C96-4508-B0CA-844B87872D2D}" dt="2024-05-02T23:12:22.274" v="79" actId="478"/>
          <ac:picMkLst>
            <pc:docMk/>
            <pc:sldMk cId="3568309152" sldId="256"/>
            <ac:picMk id="5" creationId="{49C771DF-4AD2-C91B-743E-8837B9238812}"/>
          </ac:picMkLst>
        </pc:picChg>
        <pc:picChg chg="add mod ord">
          <ac:chgData name="Jefferson Passerini" userId="ec684a97d9b6a829" providerId="LiveId" clId="{3A972654-0C96-4508-B0CA-844B87872D2D}" dt="2024-05-02T23:12:40.478" v="84" actId="26606"/>
          <ac:picMkLst>
            <pc:docMk/>
            <pc:sldMk cId="3568309152" sldId="256"/>
            <ac:picMk id="6" creationId="{FFBC5C4F-BED7-9214-7969-68B5527A6A35}"/>
          </ac:picMkLst>
        </pc:picChg>
      </pc:sldChg>
      <pc:sldChg chg="modSp mod">
        <pc:chgData name="Jefferson Passerini" userId="ec684a97d9b6a829" providerId="LiveId" clId="{3A972654-0C96-4508-B0CA-844B87872D2D}" dt="2024-05-02T23:14:41.368" v="265" actId="20577"/>
        <pc:sldMkLst>
          <pc:docMk/>
          <pc:sldMk cId="1879529569" sldId="287"/>
        </pc:sldMkLst>
        <pc:spChg chg="mod">
          <ac:chgData name="Jefferson Passerini" userId="ec684a97d9b6a829" providerId="LiveId" clId="{3A972654-0C96-4508-B0CA-844B87872D2D}" dt="2024-05-02T23:14:41.368" v="265" actId="20577"/>
          <ac:spMkLst>
            <pc:docMk/>
            <pc:sldMk cId="1879529569" sldId="287"/>
            <ac:spMk id="3" creationId="{212081E4-07F6-C689-2ACC-B6CADD634983}"/>
          </ac:spMkLst>
        </pc:spChg>
        <pc:spChg chg="mod">
          <ac:chgData name="Jefferson Passerini" userId="ec684a97d9b6a829" providerId="LiveId" clId="{3A972654-0C96-4508-B0CA-844B87872D2D}" dt="2024-05-02T23:08:52.040" v="78" actId="20577"/>
          <ac:spMkLst>
            <pc:docMk/>
            <pc:sldMk cId="1879529569" sldId="287"/>
            <ac:spMk id="4" creationId="{5EA05B02-D80D-3624-D3E0-6EB75542A97B}"/>
          </ac:spMkLst>
        </pc:spChg>
      </pc:sldChg>
      <pc:sldChg chg="modSp add mod">
        <pc:chgData name="Jefferson Passerini" userId="ec684a97d9b6a829" providerId="LiveId" clId="{3A972654-0C96-4508-B0CA-844B87872D2D}" dt="2024-05-02T23:17:06.055" v="339" actId="27636"/>
        <pc:sldMkLst>
          <pc:docMk/>
          <pc:sldMk cId="1036373685" sldId="288"/>
        </pc:sldMkLst>
        <pc:spChg chg="mod">
          <ac:chgData name="Jefferson Passerini" userId="ec684a97d9b6a829" providerId="LiveId" clId="{3A972654-0C96-4508-B0CA-844B87872D2D}" dt="2024-05-02T23:17:06.055" v="339" actId="27636"/>
          <ac:spMkLst>
            <pc:docMk/>
            <pc:sldMk cId="1036373685" sldId="288"/>
            <ac:spMk id="3" creationId="{212081E4-07F6-C689-2ACC-B6CADD634983}"/>
          </ac:spMkLst>
        </pc:spChg>
      </pc:sldChg>
      <pc:sldChg chg="del">
        <pc:chgData name="Jefferson Passerini" userId="ec684a97d9b6a829" providerId="LiveId" clId="{3A972654-0C96-4508-B0CA-844B87872D2D}" dt="2024-05-02T23:08:30.571" v="22" actId="47"/>
        <pc:sldMkLst>
          <pc:docMk/>
          <pc:sldMk cId="2757456873" sldId="288"/>
        </pc:sldMkLst>
      </pc:sldChg>
      <pc:sldChg chg="addSp modSp add mod">
        <pc:chgData name="Jefferson Passerini" userId="ec684a97d9b6a829" providerId="LiveId" clId="{3A972654-0C96-4508-B0CA-844B87872D2D}" dt="2024-05-02T23:21:51.100" v="655" actId="1076"/>
        <pc:sldMkLst>
          <pc:docMk/>
          <pc:sldMk cId="662747611" sldId="289"/>
        </pc:sldMkLst>
        <pc:spChg chg="mod">
          <ac:chgData name="Jefferson Passerini" userId="ec684a97d9b6a829" providerId="LiveId" clId="{3A972654-0C96-4508-B0CA-844B87872D2D}" dt="2024-05-02T23:21:46.350" v="653" actId="27636"/>
          <ac:spMkLst>
            <pc:docMk/>
            <pc:sldMk cId="662747611" sldId="289"/>
            <ac:spMk id="3" creationId="{212081E4-07F6-C689-2ACC-B6CADD634983}"/>
          </ac:spMkLst>
        </pc:spChg>
        <pc:picChg chg="add mod ord">
          <ac:chgData name="Jefferson Passerini" userId="ec684a97d9b6a829" providerId="LiveId" clId="{3A972654-0C96-4508-B0CA-844B87872D2D}" dt="2024-05-02T23:21:51.100" v="655" actId="1076"/>
          <ac:picMkLst>
            <pc:docMk/>
            <pc:sldMk cId="662747611" sldId="289"/>
            <ac:picMk id="5" creationId="{CEE8815D-FDDD-E490-73A8-8855ED6772A0}"/>
          </ac:picMkLst>
        </pc:picChg>
      </pc:sldChg>
      <pc:sldChg chg="del">
        <pc:chgData name="Jefferson Passerini" userId="ec684a97d9b6a829" providerId="LiveId" clId="{3A972654-0C96-4508-B0CA-844B87872D2D}" dt="2024-05-02T23:08:30.992" v="23" actId="47"/>
        <pc:sldMkLst>
          <pc:docMk/>
          <pc:sldMk cId="3287042677" sldId="289"/>
        </pc:sldMkLst>
      </pc:sldChg>
      <pc:sldChg chg="modSp add mod">
        <pc:chgData name="Jefferson Passerini" userId="ec684a97d9b6a829" providerId="LiveId" clId="{3A972654-0C96-4508-B0CA-844B87872D2D}" dt="2024-05-02T23:23:38.258" v="911" actId="20577"/>
        <pc:sldMkLst>
          <pc:docMk/>
          <pc:sldMk cId="916417081" sldId="290"/>
        </pc:sldMkLst>
        <pc:spChg chg="mod">
          <ac:chgData name="Jefferson Passerini" userId="ec684a97d9b6a829" providerId="LiveId" clId="{3A972654-0C96-4508-B0CA-844B87872D2D}" dt="2024-05-02T23:23:38.258" v="911" actId="20577"/>
          <ac:spMkLst>
            <pc:docMk/>
            <pc:sldMk cId="916417081" sldId="290"/>
            <ac:spMk id="3" creationId="{212081E4-07F6-C689-2ACC-B6CADD634983}"/>
          </ac:spMkLst>
        </pc:spChg>
      </pc:sldChg>
      <pc:sldChg chg="del">
        <pc:chgData name="Jefferson Passerini" userId="ec684a97d9b6a829" providerId="LiveId" clId="{3A972654-0C96-4508-B0CA-844B87872D2D}" dt="2024-05-02T23:08:31.352" v="24" actId="47"/>
        <pc:sldMkLst>
          <pc:docMk/>
          <pc:sldMk cId="2963235076" sldId="290"/>
        </pc:sldMkLst>
      </pc:sldChg>
      <pc:sldChg chg="del">
        <pc:chgData name="Jefferson Passerini" userId="ec684a97d9b6a829" providerId="LiveId" clId="{3A972654-0C96-4508-B0CA-844B87872D2D}" dt="2024-05-02T23:08:42.180" v="61" actId="47"/>
        <pc:sldMkLst>
          <pc:docMk/>
          <pc:sldMk cId="366759606" sldId="291"/>
        </pc:sldMkLst>
      </pc:sldChg>
      <pc:sldChg chg="modSp add mod">
        <pc:chgData name="Jefferson Passerini" userId="ec684a97d9b6a829" providerId="LiveId" clId="{3A972654-0C96-4508-B0CA-844B87872D2D}" dt="2024-05-02T23:24:56.648" v="1087" actId="20577"/>
        <pc:sldMkLst>
          <pc:docMk/>
          <pc:sldMk cId="3145970488" sldId="291"/>
        </pc:sldMkLst>
        <pc:spChg chg="mod">
          <ac:chgData name="Jefferson Passerini" userId="ec684a97d9b6a829" providerId="LiveId" clId="{3A972654-0C96-4508-B0CA-844B87872D2D}" dt="2024-05-02T23:24:56.648" v="1087" actId="20577"/>
          <ac:spMkLst>
            <pc:docMk/>
            <pc:sldMk cId="3145970488" sldId="291"/>
            <ac:spMk id="3" creationId="{212081E4-07F6-C689-2ACC-B6CADD634983}"/>
          </ac:spMkLst>
        </pc:spChg>
      </pc:sldChg>
      <pc:sldChg chg="addSp modSp add mod">
        <pc:chgData name="Jefferson Passerini" userId="ec684a97d9b6a829" providerId="LiveId" clId="{3A972654-0C96-4508-B0CA-844B87872D2D}" dt="2024-05-02T23:28:48.790" v="1262" actId="1036"/>
        <pc:sldMkLst>
          <pc:docMk/>
          <pc:sldMk cId="1867297274" sldId="292"/>
        </pc:sldMkLst>
        <pc:spChg chg="mod ord">
          <ac:chgData name="Jefferson Passerini" userId="ec684a97d9b6a829" providerId="LiveId" clId="{3A972654-0C96-4508-B0CA-844B87872D2D}" dt="2024-05-02T23:26:12.725" v="1143" actId="1037"/>
          <ac:spMkLst>
            <pc:docMk/>
            <pc:sldMk cId="1867297274" sldId="292"/>
            <ac:spMk id="3" creationId="{212081E4-07F6-C689-2ACC-B6CADD634983}"/>
          </ac:spMkLst>
        </pc:spChg>
        <pc:spChg chg="add mod">
          <ac:chgData name="Jefferson Passerini" userId="ec684a97d9b6a829" providerId="LiveId" clId="{3A972654-0C96-4508-B0CA-844B87872D2D}" dt="2024-05-02T23:28:44.852" v="1253" actId="1036"/>
          <ac:spMkLst>
            <pc:docMk/>
            <pc:sldMk cId="1867297274" sldId="292"/>
            <ac:spMk id="6" creationId="{EF62870E-5191-E386-935A-2784428D2507}"/>
          </ac:spMkLst>
        </pc:spChg>
        <pc:spChg chg="add mod">
          <ac:chgData name="Jefferson Passerini" userId="ec684a97d9b6a829" providerId="LiveId" clId="{3A972654-0C96-4508-B0CA-844B87872D2D}" dt="2024-05-02T23:28:48.790" v="1262" actId="1036"/>
          <ac:spMkLst>
            <pc:docMk/>
            <pc:sldMk cId="1867297274" sldId="292"/>
            <ac:spMk id="7" creationId="{09913114-4052-8912-5E1A-B81ECF5316C4}"/>
          </ac:spMkLst>
        </pc:spChg>
        <pc:picChg chg="add mod">
          <ac:chgData name="Jefferson Passerini" userId="ec684a97d9b6a829" providerId="LiveId" clId="{3A972654-0C96-4508-B0CA-844B87872D2D}" dt="2024-05-02T23:27:00.070" v="1159" actId="1037"/>
          <ac:picMkLst>
            <pc:docMk/>
            <pc:sldMk cId="1867297274" sldId="292"/>
            <ac:picMk id="2" creationId="{26E39097-0A27-1F25-E660-AD2681AFD808}"/>
          </ac:picMkLst>
        </pc:picChg>
        <pc:picChg chg="mod">
          <ac:chgData name="Jefferson Passerini" userId="ec684a97d9b6a829" providerId="LiveId" clId="{3A972654-0C96-4508-B0CA-844B87872D2D}" dt="2024-05-02T23:27:17.148" v="1181" actId="1038"/>
          <ac:picMkLst>
            <pc:docMk/>
            <pc:sldMk cId="1867297274" sldId="292"/>
            <ac:picMk id="5" creationId="{CEE8815D-FDDD-E490-73A8-8855ED6772A0}"/>
          </ac:picMkLst>
        </pc:picChg>
      </pc:sldChg>
      <pc:sldChg chg="del">
        <pc:chgData name="Jefferson Passerini" userId="ec684a97d9b6a829" providerId="LiveId" clId="{3A972654-0C96-4508-B0CA-844B87872D2D}" dt="2024-05-02T23:08:43.086" v="62" actId="47"/>
        <pc:sldMkLst>
          <pc:docMk/>
          <pc:sldMk cId="2161887013" sldId="292"/>
        </pc:sldMkLst>
      </pc:sldChg>
      <pc:sldChg chg="modSp add mod ord">
        <pc:chgData name="Jefferson Passerini" userId="ec684a97d9b6a829" providerId="LiveId" clId="{3A972654-0C96-4508-B0CA-844B87872D2D}" dt="2024-05-02T23:31:16.640" v="1327" actId="27636"/>
        <pc:sldMkLst>
          <pc:docMk/>
          <pc:sldMk cId="2062718490" sldId="293"/>
        </pc:sldMkLst>
        <pc:spChg chg="mod">
          <ac:chgData name="Jefferson Passerini" userId="ec684a97d9b6a829" providerId="LiveId" clId="{3A972654-0C96-4508-B0CA-844B87872D2D}" dt="2024-05-02T23:31:16.640" v="1327" actId="27636"/>
          <ac:spMkLst>
            <pc:docMk/>
            <pc:sldMk cId="2062718490" sldId="293"/>
            <ac:spMk id="3" creationId="{212081E4-07F6-C689-2ACC-B6CADD634983}"/>
          </ac:spMkLst>
        </pc:spChg>
      </pc:sldChg>
      <pc:sldChg chg="del">
        <pc:chgData name="Jefferson Passerini" userId="ec684a97d9b6a829" providerId="LiveId" clId="{3A972654-0C96-4508-B0CA-844B87872D2D}" dt="2024-05-02T23:08:31.633" v="25" actId="47"/>
        <pc:sldMkLst>
          <pc:docMk/>
          <pc:sldMk cId="3999925641" sldId="293"/>
        </pc:sldMkLst>
      </pc:sldChg>
      <pc:sldChg chg="del">
        <pc:chgData name="Jefferson Passerini" userId="ec684a97d9b6a829" providerId="LiveId" clId="{3A972654-0C96-4508-B0CA-844B87872D2D}" dt="2024-05-02T23:08:31.868" v="26" actId="47"/>
        <pc:sldMkLst>
          <pc:docMk/>
          <pc:sldMk cId="1187389815" sldId="294"/>
        </pc:sldMkLst>
      </pc:sldChg>
      <pc:sldChg chg="modSp add mod">
        <pc:chgData name="Jefferson Passerini" userId="ec684a97d9b6a829" providerId="LiveId" clId="{3A972654-0C96-4508-B0CA-844B87872D2D}" dt="2024-05-02T23:32:03.641" v="1352" actId="20577"/>
        <pc:sldMkLst>
          <pc:docMk/>
          <pc:sldMk cId="2758690959" sldId="294"/>
        </pc:sldMkLst>
        <pc:spChg chg="mod">
          <ac:chgData name="Jefferson Passerini" userId="ec684a97d9b6a829" providerId="LiveId" clId="{3A972654-0C96-4508-B0CA-844B87872D2D}" dt="2024-05-02T23:32:03.641" v="1352" actId="20577"/>
          <ac:spMkLst>
            <pc:docMk/>
            <pc:sldMk cId="2758690959" sldId="294"/>
            <ac:spMk id="3" creationId="{212081E4-07F6-C689-2ACC-B6CADD634983}"/>
          </ac:spMkLst>
        </pc:spChg>
      </pc:sldChg>
      <pc:sldChg chg="del">
        <pc:chgData name="Jefferson Passerini" userId="ec684a97d9b6a829" providerId="LiveId" clId="{3A972654-0C96-4508-B0CA-844B87872D2D}" dt="2024-05-02T23:08:32.102" v="27" actId="47"/>
        <pc:sldMkLst>
          <pc:docMk/>
          <pc:sldMk cId="1452636119" sldId="295"/>
        </pc:sldMkLst>
      </pc:sldChg>
      <pc:sldChg chg="modSp add mod">
        <pc:chgData name="Jefferson Passerini" userId="ec684a97d9b6a829" providerId="LiveId" clId="{3A972654-0C96-4508-B0CA-844B87872D2D}" dt="2024-05-02T23:33:50.408" v="1466" actId="20577"/>
        <pc:sldMkLst>
          <pc:docMk/>
          <pc:sldMk cId="2825536117" sldId="295"/>
        </pc:sldMkLst>
        <pc:spChg chg="mod">
          <ac:chgData name="Jefferson Passerini" userId="ec684a97d9b6a829" providerId="LiveId" clId="{3A972654-0C96-4508-B0CA-844B87872D2D}" dt="2024-05-02T23:33:50.408" v="1466" actId="20577"/>
          <ac:spMkLst>
            <pc:docMk/>
            <pc:sldMk cId="2825536117" sldId="295"/>
            <ac:spMk id="3" creationId="{212081E4-07F6-C689-2ACC-B6CADD634983}"/>
          </ac:spMkLst>
        </pc:spChg>
      </pc:sldChg>
      <pc:sldChg chg="del">
        <pc:chgData name="Jefferson Passerini" userId="ec684a97d9b6a829" providerId="LiveId" clId="{3A972654-0C96-4508-B0CA-844B87872D2D}" dt="2024-05-02T23:08:32.336" v="28" actId="47"/>
        <pc:sldMkLst>
          <pc:docMk/>
          <pc:sldMk cId="2200114184" sldId="296"/>
        </pc:sldMkLst>
      </pc:sldChg>
      <pc:sldChg chg="modSp add mod">
        <pc:chgData name="Jefferson Passerini" userId="ec684a97d9b6a829" providerId="LiveId" clId="{3A972654-0C96-4508-B0CA-844B87872D2D}" dt="2024-05-02T23:35:29.297" v="1790" actId="20577"/>
        <pc:sldMkLst>
          <pc:docMk/>
          <pc:sldMk cId="2768528159" sldId="296"/>
        </pc:sldMkLst>
        <pc:spChg chg="mod">
          <ac:chgData name="Jefferson Passerini" userId="ec684a97d9b6a829" providerId="LiveId" clId="{3A972654-0C96-4508-B0CA-844B87872D2D}" dt="2024-05-02T23:35:29.297" v="1790" actId="20577"/>
          <ac:spMkLst>
            <pc:docMk/>
            <pc:sldMk cId="2768528159" sldId="296"/>
            <ac:spMk id="3" creationId="{212081E4-07F6-C689-2ACC-B6CADD634983}"/>
          </ac:spMkLst>
        </pc:spChg>
      </pc:sldChg>
      <pc:sldChg chg="modSp add mod">
        <pc:chgData name="Jefferson Passerini" userId="ec684a97d9b6a829" providerId="LiveId" clId="{3A972654-0C96-4508-B0CA-844B87872D2D}" dt="2024-05-02T23:37:12.110" v="2144" actId="20577"/>
        <pc:sldMkLst>
          <pc:docMk/>
          <pc:sldMk cId="2095956920" sldId="297"/>
        </pc:sldMkLst>
        <pc:spChg chg="mod">
          <ac:chgData name="Jefferson Passerini" userId="ec684a97d9b6a829" providerId="LiveId" clId="{3A972654-0C96-4508-B0CA-844B87872D2D}" dt="2024-05-02T23:37:12.110" v="2144" actId="20577"/>
          <ac:spMkLst>
            <pc:docMk/>
            <pc:sldMk cId="2095956920" sldId="297"/>
            <ac:spMk id="3" creationId="{212081E4-07F6-C689-2ACC-B6CADD634983}"/>
          </ac:spMkLst>
        </pc:spChg>
      </pc:sldChg>
      <pc:sldChg chg="del">
        <pc:chgData name="Jefferson Passerini" userId="ec684a97d9b6a829" providerId="LiveId" clId="{3A972654-0C96-4508-B0CA-844B87872D2D}" dt="2024-05-02T23:08:32.790" v="30" actId="47"/>
        <pc:sldMkLst>
          <pc:docMk/>
          <pc:sldMk cId="3056188954" sldId="297"/>
        </pc:sldMkLst>
      </pc:sldChg>
      <pc:sldChg chg="addSp delSp modSp add mod">
        <pc:chgData name="Jefferson Passerini" userId="ec684a97d9b6a829" providerId="LiveId" clId="{3A972654-0C96-4508-B0CA-844B87872D2D}" dt="2024-05-02T23:44:32.980" v="2517" actId="1076"/>
        <pc:sldMkLst>
          <pc:docMk/>
          <pc:sldMk cId="2469882935" sldId="298"/>
        </pc:sldMkLst>
        <pc:spChg chg="mod">
          <ac:chgData name="Jefferson Passerini" userId="ec684a97d9b6a829" providerId="LiveId" clId="{3A972654-0C96-4508-B0CA-844B87872D2D}" dt="2024-05-02T23:43:40.497" v="2506" actId="14100"/>
          <ac:spMkLst>
            <pc:docMk/>
            <pc:sldMk cId="2469882935" sldId="298"/>
            <ac:spMk id="3" creationId="{212081E4-07F6-C689-2ACC-B6CADD634983}"/>
          </ac:spMkLst>
        </pc:spChg>
        <pc:spChg chg="add del mod">
          <ac:chgData name="Jefferson Passerini" userId="ec684a97d9b6a829" providerId="LiveId" clId="{3A972654-0C96-4508-B0CA-844B87872D2D}" dt="2024-05-02T23:43:59.708" v="2512" actId="478"/>
          <ac:spMkLst>
            <pc:docMk/>
            <pc:sldMk cId="2469882935" sldId="298"/>
            <ac:spMk id="6" creationId="{95A754CF-4ADA-35E0-5450-E5BC86BA9EC2}"/>
          </ac:spMkLst>
        </pc:spChg>
        <pc:spChg chg="add mod">
          <ac:chgData name="Jefferson Passerini" userId="ec684a97d9b6a829" providerId="LiveId" clId="{3A972654-0C96-4508-B0CA-844B87872D2D}" dt="2024-05-02T23:39:29.792" v="2183" actId="1076"/>
          <ac:spMkLst>
            <pc:docMk/>
            <pc:sldMk cId="2469882935" sldId="298"/>
            <ac:spMk id="7" creationId="{D39DFC18-A147-6668-8F1E-25E13D45CB94}"/>
          </ac:spMkLst>
        </pc:spChg>
        <pc:spChg chg="add del mod">
          <ac:chgData name="Jefferson Passerini" userId="ec684a97d9b6a829" providerId="LiveId" clId="{3A972654-0C96-4508-B0CA-844B87872D2D}" dt="2024-05-02T23:44:02.740" v="2513" actId="478"/>
          <ac:spMkLst>
            <pc:docMk/>
            <pc:sldMk cId="2469882935" sldId="298"/>
            <ac:spMk id="8" creationId="{9661372F-6BBE-2397-2336-0B185DF651DF}"/>
          </ac:spMkLst>
        </pc:spChg>
        <pc:picChg chg="add mod">
          <ac:chgData name="Jefferson Passerini" userId="ec684a97d9b6a829" providerId="LiveId" clId="{3A972654-0C96-4508-B0CA-844B87872D2D}" dt="2024-05-02T23:39:38.730" v="2187" actId="1076"/>
          <ac:picMkLst>
            <pc:docMk/>
            <pc:sldMk cId="2469882935" sldId="298"/>
            <ac:picMk id="5" creationId="{64762101-F472-9989-1CC7-19D04A3C5161}"/>
          </ac:picMkLst>
        </pc:picChg>
        <pc:picChg chg="add mod">
          <ac:chgData name="Jefferson Passerini" userId="ec684a97d9b6a829" providerId="LiveId" clId="{3A972654-0C96-4508-B0CA-844B87872D2D}" dt="2024-05-02T23:43:56.615" v="2511" actId="1076"/>
          <ac:picMkLst>
            <pc:docMk/>
            <pc:sldMk cId="2469882935" sldId="298"/>
            <ac:picMk id="10" creationId="{BC3A53F0-27FC-ABAD-9071-491437525C5A}"/>
          </ac:picMkLst>
        </pc:picChg>
        <pc:picChg chg="add mod">
          <ac:chgData name="Jefferson Passerini" userId="ec684a97d9b6a829" providerId="LiveId" clId="{3A972654-0C96-4508-B0CA-844B87872D2D}" dt="2024-05-02T23:44:32.980" v="2517" actId="1076"/>
          <ac:picMkLst>
            <pc:docMk/>
            <pc:sldMk cId="2469882935" sldId="298"/>
            <ac:picMk id="12" creationId="{F6C4CD12-59C8-6651-8729-FFE58D59A538}"/>
          </ac:picMkLst>
        </pc:picChg>
      </pc:sldChg>
      <pc:sldChg chg="del">
        <pc:chgData name="Jefferson Passerini" userId="ec684a97d9b6a829" providerId="LiveId" clId="{3A972654-0C96-4508-B0CA-844B87872D2D}" dt="2024-05-02T23:08:33.368" v="32" actId="47"/>
        <pc:sldMkLst>
          <pc:docMk/>
          <pc:sldMk cId="3941556169" sldId="298"/>
        </pc:sldMkLst>
      </pc:sldChg>
      <pc:sldChg chg="modSp add mod ord">
        <pc:chgData name="Jefferson Passerini" userId="ec684a97d9b6a829" providerId="LiveId" clId="{3A972654-0C96-4508-B0CA-844B87872D2D}" dt="2024-05-02T23:40:03.761" v="2212" actId="20577"/>
        <pc:sldMkLst>
          <pc:docMk/>
          <pc:sldMk cId="1945746433" sldId="299"/>
        </pc:sldMkLst>
        <pc:spChg chg="mod">
          <ac:chgData name="Jefferson Passerini" userId="ec684a97d9b6a829" providerId="LiveId" clId="{3A972654-0C96-4508-B0CA-844B87872D2D}" dt="2024-05-02T23:40:03.761" v="2212" actId="20577"/>
          <ac:spMkLst>
            <pc:docMk/>
            <pc:sldMk cId="1945746433" sldId="299"/>
            <ac:spMk id="2" creationId="{2E243026-E16F-9CDD-AE56-CF691B008A41}"/>
          </ac:spMkLst>
        </pc:spChg>
      </pc:sldChg>
      <pc:sldChg chg="del">
        <pc:chgData name="Jefferson Passerini" userId="ec684a97d9b6a829" providerId="LiveId" clId="{3A972654-0C96-4508-B0CA-844B87872D2D}" dt="2024-05-02T23:08:32.571" v="29" actId="47"/>
        <pc:sldMkLst>
          <pc:docMk/>
          <pc:sldMk cId="3243978600" sldId="299"/>
        </pc:sldMkLst>
      </pc:sldChg>
      <pc:sldChg chg="modSp add ord">
        <pc:chgData name="Jefferson Passerini" userId="ec684a97d9b6a829" providerId="LiveId" clId="{3A972654-0C96-4508-B0CA-844B87872D2D}" dt="2024-05-02T23:40:15.667" v="2229" actId="20577"/>
        <pc:sldMkLst>
          <pc:docMk/>
          <pc:sldMk cId="36011364" sldId="300"/>
        </pc:sldMkLst>
        <pc:spChg chg="mod">
          <ac:chgData name="Jefferson Passerini" userId="ec684a97d9b6a829" providerId="LiveId" clId="{3A972654-0C96-4508-B0CA-844B87872D2D}" dt="2024-05-02T23:40:15.667" v="2229" actId="20577"/>
          <ac:spMkLst>
            <pc:docMk/>
            <pc:sldMk cId="36011364" sldId="300"/>
            <ac:spMk id="2" creationId="{2E243026-E16F-9CDD-AE56-CF691B008A41}"/>
          </ac:spMkLst>
        </pc:spChg>
      </pc:sldChg>
      <pc:sldChg chg="del">
        <pc:chgData name="Jefferson Passerini" userId="ec684a97d9b6a829" providerId="LiveId" clId="{3A972654-0C96-4508-B0CA-844B87872D2D}" dt="2024-05-02T23:08:34.243" v="35" actId="47"/>
        <pc:sldMkLst>
          <pc:docMk/>
          <pc:sldMk cId="182436320" sldId="300"/>
        </pc:sldMkLst>
      </pc:sldChg>
      <pc:sldChg chg="addSp delSp modSp add mod ord">
        <pc:chgData name="Jefferson Passerini" userId="ec684a97d9b6a829" providerId="LiveId" clId="{3A972654-0C96-4508-B0CA-844B87872D2D}" dt="2024-05-02T23:42:45.733" v="2470"/>
        <pc:sldMkLst>
          <pc:docMk/>
          <pc:sldMk cId="2107854344" sldId="301"/>
        </pc:sldMkLst>
        <pc:spChg chg="mod">
          <ac:chgData name="Jefferson Passerini" userId="ec684a97d9b6a829" providerId="LiveId" clId="{3A972654-0C96-4508-B0CA-844B87872D2D}" dt="2024-05-02T23:42:42.280" v="2468" actId="20577"/>
          <ac:spMkLst>
            <pc:docMk/>
            <pc:sldMk cId="2107854344" sldId="301"/>
            <ac:spMk id="3" creationId="{212081E4-07F6-C689-2ACC-B6CADD634983}"/>
          </ac:spMkLst>
        </pc:spChg>
        <pc:spChg chg="del">
          <ac:chgData name="Jefferson Passerini" userId="ec684a97d9b6a829" providerId="LiveId" clId="{3A972654-0C96-4508-B0CA-844B87872D2D}" dt="2024-05-02T23:42:14.826" v="2459" actId="478"/>
          <ac:spMkLst>
            <pc:docMk/>
            <pc:sldMk cId="2107854344" sldId="301"/>
            <ac:spMk id="6" creationId="{95A754CF-4ADA-35E0-5450-E5BC86BA9EC2}"/>
          </ac:spMkLst>
        </pc:spChg>
        <pc:spChg chg="mod">
          <ac:chgData name="Jefferson Passerini" userId="ec684a97d9b6a829" providerId="LiveId" clId="{3A972654-0C96-4508-B0CA-844B87872D2D}" dt="2024-05-02T23:42:33.030" v="2467" actId="14100"/>
          <ac:spMkLst>
            <pc:docMk/>
            <pc:sldMk cId="2107854344" sldId="301"/>
            <ac:spMk id="7" creationId="{D39DFC18-A147-6668-8F1E-25E13D45CB94}"/>
          </ac:spMkLst>
        </pc:spChg>
        <pc:spChg chg="del">
          <ac:chgData name="Jefferson Passerini" userId="ec684a97d9b6a829" providerId="LiveId" clId="{3A972654-0C96-4508-B0CA-844B87872D2D}" dt="2024-05-02T23:42:15.873" v="2460" actId="478"/>
          <ac:spMkLst>
            <pc:docMk/>
            <pc:sldMk cId="2107854344" sldId="301"/>
            <ac:spMk id="8" creationId="{9661372F-6BBE-2397-2336-0B185DF651DF}"/>
          </ac:spMkLst>
        </pc:spChg>
        <pc:picChg chg="del">
          <ac:chgData name="Jefferson Passerini" userId="ec684a97d9b6a829" providerId="LiveId" clId="{3A972654-0C96-4508-B0CA-844B87872D2D}" dt="2024-05-02T23:42:12.332" v="2458" actId="478"/>
          <ac:picMkLst>
            <pc:docMk/>
            <pc:sldMk cId="2107854344" sldId="301"/>
            <ac:picMk id="5" creationId="{64762101-F472-9989-1CC7-19D04A3C5161}"/>
          </ac:picMkLst>
        </pc:picChg>
        <pc:picChg chg="add mod ord">
          <ac:chgData name="Jefferson Passerini" userId="ec684a97d9b6a829" providerId="LiveId" clId="{3A972654-0C96-4508-B0CA-844B87872D2D}" dt="2024-05-02T23:42:22.779" v="2464" actId="167"/>
          <ac:picMkLst>
            <pc:docMk/>
            <pc:sldMk cId="2107854344" sldId="301"/>
            <ac:picMk id="9" creationId="{11B1A292-7221-0BE4-5B07-148F57D02F4A}"/>
          </ac:picMkLst>
        </pc:picChg>
      </pc:sldChg>
      <pc:sldChg chg="addSp delSp modSp add mod ord">
        <pc:chgData name="Jefferson Passerini" userId="ec684a97d9b6a829" providerId="LiveId" clId="{3A972654-0C96-4508-B0CA-844B87872D2D}" dt="2024-05-02T23:46:26.244" v="2533"/>
        <pc:sldMkLst>
          <pc:docMk/>
          <pc:sldMk cId="836158922" sldId="302"/>
        </pc:sldMkLst>
        <pc:spChg chg="mod">
          <ac:chgData name="Jefferson Passerini" userId="ec684a97d9b6a829" providerId="LiveId" clId="{3A972654-0C96-4508-B0CA-844B87872D2D}" dt="2024-05-02T23:45:38.399" v="2527" actId="1076"/>
          <ac:spMkLst>
            <pc:docMk/>
            <pc:sldMk cId="836158922" sldId="302"/>
            <ac:spMk id="7" creationId="{D39DFC18-A147-6668-8F1E-25E13D45CB94}"/>
          </ac:spMkLst>
        </pc:spChg>
        <pc:picChg chg="mod">
          <ac:chgData name="Jefferson Passerini" userId="ec684a97d9b6a829" providerId="LiveId" clId="{3A972654-0C96-4508-B0CA-844B87872D2D}" dt="2024-05-02T23:45:35.133" v="2526" actId="1076"/>
          <ac:picMkLst>
            <pc:docMk/>
            <pc:sldMk cId="836158922" sldId="302"/>
            <ac:picMk id="5" creationId="{64762101-F472-9989-1CC7-19D04A3C5161}"/>
          </ac:picMkLst>
        </pc:picChg>
        <pc:picChg chg="add mod">
          <ac:chgData name="Jefferson Passerini" userId="ec684a97d9b6a829" providerId="LiveId" clId="{3A972654-0C96-4508-B0CA-844B87872D2D}" dt="2024-05-02T23:45:30.586" v="2525" actId="14100"/>
          <ac:picMkLst>
            <pc:docMk/>
            <pc:sldMk cId="836158922" sldId="302"/>
            <ac:picMk id="6" creationId="{E557913D-6002-7E44-B748-87C81D1CAEFA}"/>
          </ac:picMkLst>
        </pc:picChg>
        <pc:picChg chg="add mod">
          <ac:chgData name="Jefferson Passerini" userId="ec684a97d9b6a829" providerId="LiveId" clId="{3A972654-0C96-4508-B0CA-844B87872D2D}" dt="2024-05-02T23:46:01.853" v="2531" actId="14100"/>
          <ac:picMkLst>
            <pc:docMk/>
            <pc:sldMk cId="836158922" sldId="302"/>
            <ac:picMk id="9" creationId="{411D5104-374F-AA47-5DE8-F4291C1DDFE0}"/>
          </ac:picMkLst>
        </pc:picChg>
        <pc:picChg chg="del">
          <ac:chgData name="Jefferson Passerini" userId="ec684a97d9b6a829" providerId="LiveId" clId="{3A972654-0C96-4508-B0CA-844B87872D2D}" dt="2024-05-02T23:45:23.509" v="2520" actId="478"/>
          <ac:picMkLst>
            <pc:docMk/>
            <pc:sldMk cId="836158922" sldId="302"/>
            <ac:picMk id="10" creationId="{BC3A53F0-27FC-ABAD-9071-491437525C5A}"/>
          </ac:picMkLst>
        </pc:picChg>
        <pc:picChg chg="del">
          <ac:chgData name="Jefferson Passerini" userId="ec684a97d9b6a829" providerId="LiveId" clId="{3A972654-0C96-4508-B0CA-844B87872D2D}" dt="2024-05-02T23:44:51.074" v="2519" actId="478"/>
          <ac:picMkLst>
            <pc:docMk/>
            <pc:sldMk cId="836158922" sldId="302"/>
            <ac:picMk id="12" creationId="{F6C4CD12-59C8-6651-8729-FFE58D59A538}"/>
          </ac:picMkLst>
        </pc:picChg>
      </pc:sldChg>
      <pc:sldChg chg="del">
        <pc:chgData name="Jefferson Passerini" userId="ec684a97d9b6a829" providerId="LiveId" clId="{3A972654-0C96-4508-B0CA-844B87872D2D}" dt="2024-05-02T23:08:33.602" v="33" actId="47"/>
        <pc:sldMkLst>
          <pc:docMk/>
          <pc:sldMk cId="3136303844" sldId="302"/>
        </pc:sldMkLst>
      </pc:sldChg>
      <pc:sldChg chg="del">
        <pc:chgData name="Jefferson Passerini" userId="ec684a97d9b6a829" providerId="LiveId" clId="{3A972654-0C96-4508-B0CA-844B87872D2D}" dt="2024-05-02T23:08:33.836" v="34" actId="47"/>
        <pc:sldMkLst>
          <pc:docMk/>
          <pc:sldMk cId="3625965374" sldId="303"/>
        </pc:sldMkLst>
      </pc:sldChg>
      <pc:sldChg chg="addSp delSp modSp add mod">
        <pc:chgData name="Jefferson Passerini" userId="ec684a97d9b6a829" providerId="LiveId" clId="{3A972654-0C96-4508-B0CA-844B87872D2D}" dt="2024-05-02T23:47:27.499" v="2546" actId="14100"/>
        <pc:sldMkLst>
          <pc:docMk/>
          <pc:sldMk cId="3844129428" sldId="303"/>
        </pc:sldMkLst>
        <pc:spChg chg="mod">
          <ac:chgData name="Jefferson Passerini" userId="ec684a97d9b6a829" providerId="LiveId" clId="{3A972654-0C96-4508-B0CA-844B87872D2D}" dt="2024-05-02T23:46:35.651" v="2535" actId="1076"/>
          <ac:spMkLst>
            <pc:docMk/>
            <pc:sldMk cId="3844129428" sldId="303"/>
            <ac:spMk id="7" creationId="{D39DFC18-A147-6668-8F1E-25E13D45CB94}"/>
          </ac:spMkLst>
        </pc:spChg>
        <pc:picChg chg="add mod">
          <ac:chgData name="Jefferson Passerini" userId="ec684a97d9b6a829" providerId="LiveId" clId="{3A972654-0C96-4508-B0CA-844B87872D2D}" dt="2024-05-02T23:47:27.499" v="2546" actId="14100"/>
          <ac:picMkLst>
            <pc:docMk/>
            <pc:sldMk cId="3844129428" sldId="303"/>
            <ac:picMk id="6" creationId="{C294E3B0-A840-2351-9F33-82C8C43160BF}"/>
          </ac:picMkLst>
        </pc:picChg>
        <pc:picChg chg="add mod ord">
          <ac:chgData name="Jefferson Passerini" userId="ec684a97d9b6a829" providerId="LiveId" clId="{3A972654-0C96-4508-B0CA-844B87872D2D}" dt="2024-05-02T23:47:23.812" v="2545" actId="1076"/>
          <ac:picMkLst>
            <pc:docMk/>
            <pc:sldMk cId="3844129428" sldId="303"/>
            <ac:picMk id="9" creationId="{51C94BA9-F68C-4C20-A10F-A91D17A8D798}"/>
          </ac:picMkLst>
        </pc:picChg>
        <pc:picChg chg="del">
          <ac:chgData name="Jefferson Passerini" userId="ec684a97d9b6a829" providerId="LiveId" clId="{3A972654-0C96-4508-B0CA-844B87872D2D}" dt="2024-05-02T23:46:38.291" v="2537" actId="478"/>
          <ac:picMkLst>
            <pc:docMk/>
            <pc:sldMk cId="3844129428" sldId="303"/>
            <ac:picMk id="10" creationId="{BC3A53F0-27FC-ABAD-9071-491437525C5A}"/>
          </ac:picMkLst>
        </pc:picChg>
        <pc:picChg chg="del">
          <ac:chgData name="Jefferson Passerini" userId="ec684a97d9b6a829" providerId="LiveId" clId="{3A972654-0C96-4508-B0CA-844B87872D2D}" dt="2024-05-02T23:46:37.604" v="2536" actId="478"/>
          <ac:picMkLst>
            <pc:docMk/>
            <pc:sldMk cId="3844129428" sldId="303"/>
            <ac:picMk id="12" creationId="{F6C4CD12-59C8-6651-8729-FFE58D59A538}"/>
          </ac:picMkLst>
        </pc:picChg>
      </pc:sldChg>
      <pc:sldChg chg="addSp delSp modSp add mod">
        <pc:chgData name="Jefferson Passerini" userId="ec684a97d9b6a829" providerId="LiveId" clId="{3A972654-0C96-4508-B0CA-844B87872D2D}" dt="2024-05-02T23:49:10.813" v="2638" actId="1036"/>
        <pc:sldMkLst>
          <pc:docMk/>
          <pc:sldMk cId="4041615916" sldId="304"/>
        </pc:sldMkLst>
        <pc:spChg chg="mod">
          <ac:chgData name="Jefferson Passerini" userId="ec684a97d9b6a829" providerId="LiveId" clId="{3A972654-0C96-4508-B0CA-844B87872D2D}" dt="2024-05-02T23:48:29.271" v="2621" actId="20577"/>
          <ac:spMkLst>
            <pc:docMk/>
            <pc:sldMk cId="4041615916" sldId="304"/>
            <ac:spMk id="3" creationId="{212081E4-07F6-C689-2ACC-B6CADD634983}"/>
          </ac:spMkLst>
        </pc:spChg>
        <pc:spChg chg="mod">
          <ac:chgData name="Jefferson Passerini" userId="ec684a97d9b6a829" providerId="LiveId" clId="{3A972654-0C96-4508-B0CA-844B87872D2D}" dt="2024-05-02T23:48:58" v="2628" actId="14100"/>
          <ac:spMkLst>
            <pc:docMk/>
            <pc:sldMk cId="4041615916" sldId="304"/>
            <ac:spMk id="7" creationId="{D39DFC18-A147-6668-8F1E-25E13D45CB94}"/>
          </ac:spMkLst>
        </pc:spChg>
        <pc:spChg chg="add mod">
          <ac:chgData name="Jefferson Passerini" userId="ec684a97d9b6a829" providerId="LiveId" clId="{3A972654-0C96-4508-B0CA-844B87872D2D}" dt="2024-05-02T23:49:02.656" v="2630" actId="1076"/>
          <ac:spMkLst>
            <pc:docMk/>
            <pc:sldMk cId="4041615916" sldId="304"/>
            <ac:spMk id="10" creationId="{DA017253-3F47-10A4-86FB-080792554B4B}"/>
          </ac:spMkLst>
        </pc:spChg>
        <pc:spChg chg="add mod">
          <ac:chgData name="Jefferson Passerini" userId="ec684a97d9b6a829" providerId="LiveId" clId="{3A972654-0C96-4508-B0CA-844B87872D2D}" dt="2024-05-02T23:49:10.813" v="2638" actId="1036"/>
          <ac:spMkLst>
            <pc:docMk/>
            <pc:sldMk cId="4041615916" sldId="304"/>
            <ac:spMk id="11" creationId="{BC0BDD4A-610E-D100-EC2D-45EB6EC9D4E3}"/>
          </ac:spMkLst>
        </pc:spChg>
        <pc:picChg chg="del">
          <ac:chgData name="Jefferson Passerini" userId="ec684a97d9b6a829" providerId="LiveId" clId="{3A972654-0C96-4508-B0CA-844B87872D2D}" dt="2024-05-02T23:48:12.802" v="2549" actId="478"/>
          <ac:picMkLst>
            <pc:docMk/>
            <pc:sldMk cId="4041615916" sldId="304"/>
            <ac:picMk id="6" creationId="{C294E3B0-A840-2351-9F33-82C8C43160BF}"/>
          </ac:picMkLst>
        </pc:picChg>
        <pc:picChg chg="add mod">
          <ac:chgData name="Jefferson Passerini" userId="ec684a97d9b6a829" providerId="LiveId" clId="{3A972654-0C96-4508-B0CA-844B87872D2D}" dt="2024-05-02T23:48:51.906" v="2626" actId="1076"/>
          <ac:picMkLst>
            <pc:docMk/>
            <pc:sldMk cId="4041615916" sldId="304"/>
            <ac:picMk id="8" creationId="{93224BDA-4150-907E-EDDE-DE0A84C2180C}"/>
          </ac:picMkLst>
        </pc:picChg>
        <pc:picChg chg="del">
          <ac:chgData name="Jefferson Passerini" userId="ec684a97d9b6a829" providerId="LiveId" clId="{3A972654-0C96-4508-B0CA-844B87872D2D}" dt="2024-05-02T23:48:11.786" v="2548" actId="478"/>
          <ac:picMkLst>
            <pc:docMk/>
            <pc:sldMk cId="4041615916" sldId="304"/>
            <ac:picMk id="9" creationId="{51C94BA9-F68C-4C20-A10F-A91D17A8D798}"/>
          </ac:picMkLst>
        </pc:picChg>
      </pc:sldChg>
      <pc:sldChg chg="addSp delSp modSp add mod">
        <pc:chgData name="Jefferson Passerini" userId="ec684a97d9b6a829" providerId="LiveId" clId="{3A972654-0C96-4508-B0CA-844B87872D2D}" dt="2024-05-02T23:51:23.780" v="2660" actId="1035"/>
        <pc:sldMkLst>
          <pc:docMk/>
          <pc:sldMk cId="287209402" sldId="305"/>
        </pc:sldMkLst>
        <pc:spChg chg="del">
          <ac:chgData name="Jefferson Passerini" userId="ec684a97d9b6a829" providerId="LiveId" clId="{3A972654-0C96-4508-B0CA-844B87872D2D}" dt="2024-05-02T23:49:21.344" v="2641" actId="478"/>
          <ac:spMkLst>
            <pc:docMk/>
            <pc:sldMk cId="287209402" sldId="305"/>
            <ac:spMk id="10" creationId="{DA017253-3F47-10A4-86FB-080792554B4B}"/>
          </ac:spMkLst>
        </pc:spChg>
        <pc:spChg chg="del">
          <ac:chgData name="Jefferson Passerini" userId="ec684a97d9b6a829" providerId="LiveId" clId="{3A972654-0C96-4508-B0CA-844B87872D2D}" dt="2024-05-02T23:49:20.250" v="2640" actId="478"/>
          <ac:spMkLst>
            <pc:docMk/>
            <pc:sldMk cId="287209402" sldId="305"/>
            <ac:spMk id="11" creationId="{BC0BDD4A-610E-D100-EC2D-45EB6EC9D4E3}"/>
          </ac:spMkLst>
        </pc:spChg>
        <pc:spChg chg="add mod">
          <ac:chgData name="Jefferson Passerini" userId="ec684a97d9b6a829" providerId="LiveId" clId="{3A972654-0C96-4508-B0CA-844B87872D2D}" dt="2024-05-02T23:51:23.780" v="2660" actId="1035"/>
          <ac:spMkLst>
            <pc:docMk/>
            <pc:sldMk cId="287209402" sldId="305"/>
            <ac:spMk id="13" creationId="{D88F09DE-836E-46EF-DA40-978FDFD5F872}"/>
          </ac:spMkLst>
        </pc:spChg>
        <pc:picChg chg="mod modCrop">
          <ac:chgData name="Jefferson Passerini" userId="ec684a97d9b6a829" providerId="LiveId" clId="{3A972654-0C96-4508-B0CA-844B87872D2D}" dt="2024-05-02T23:49:48.875" v="2643" actId="732"/>
          <ac:picMkLst>
            <pc:docMk/>
            <pc:sldMk cId="287209402" sldId="305"/>
            <ac:picMk id="5" creationId="{64762101-F472-9989-1CC7-19D04A3C5161}"/>
          </ac:picMkLst>
        </pc:picChg>
        <pc:picChg chg="add mod">
          <ac:chgData name="Jefferson Passerini" userId="ec684a97d9b6a829" providerId="LiveId" clId="{3A972654-0C96-4508-B0CA-844B87872D2D}" dt="2024-05-02T23:51:03.482" v="2652" actId="1076"/>
          <ac:picMkLst>
            <pc:docMk/>
            <pc:sldMk cId="287209402" sldId="305"/>
            <ac:picMk id="6" creationId="{B5A856AF-B6F4-D673-4688-4443754D6030}"/>
          </ac:picMkLst>
        </pc:picChg>
        <pc:picChg chg="del">
          <ac:chgData name="Jefferson Passerini" userId="ec684a97d9b6a829" providerId="LiveId" clId="{3A972654-0C96-4508-B0CA-844B87872D2D}" dt="2024-05-02T23:49:53.782" v="2644" actId="478"/>
          <ac:picMkLst>
            <pc:docMk/>
            <pc:sldMk cId="287209402" sldId="305"/>
            <ac:picMk id="8" creationId="{93224BDA-4150-907E-EDDE-DE0A84C2180C}"/>
          </ac:picMkLst>
        </pc:picChg>
        <pc:picChg chg="add mod">
          <ac:chgData name="Jefferson Passerini" userId="ec684a97d9b6a829" providerId="LiveId" clId="{3A972654-0C96-4508-B0CA-844B87872D2D}" dt="2024-05-02T23:51:01.597" v="2651" actId="1076"/>
          <ac:picMkLst>
            <pc:docMk/>
            <pc:sldMk cId="287209402" sldId="305"/>
            <ac:picMk id="12" creationId="{CB2B50DE-DBC6-15E7-9C47-1F5BF1D8DDD6}"/>
          </ac:picMkLst>
        </pc:picChg>
      </pc:sldChg>
      <pc:sldChg chg="del">
        <pc:chgData name="Jefferson Passerini" userId="ec684a97d9b6a829" providerId="LiveId" clId="{3A972654-0C96-4508-B0CA-844B87872D2D}" dt="2024-05-02T23:08:33.040" v="31" actId="47"/>
        <pc:sldMkLst>
          <pc:docMk/>
          <pc:sldMk cId="2821076987" sldId="305"/>
        </pc:sldMkLst>
      </pc:sldChg>
      <pc:sldChg chg="del">
        <pc:chgData name="Jefferson Passerini" userId="ec684a97d9b6a829" providerId="LiveId" clId="{3A972654-0C96-4508-B0CA-844B87872D2D}" dt="2024-05-02T23:08:35.571" v="40" actId="47"/>
        <pc:sldMkLst>
          <pc:docMk/>
          <pc:sldMk cId="616393964" sldId="306"/>
        </pc:sldMkLst>
      </pc:sldChg>
      <pc:sldChg chg="addSp delSp modSp add mod">
        <pc:chgData name="Jefferson Passerini" userId="ec684a97d9b6a829" providerId="LiveId" clId="{3A972654-0C96-4508-B0CA-844B87872D2D}" dt="2024-05-02T23:51:58.748" v="2667" actId="1076"/>
        <pc:sldMkLst>
          <pc:docMk/>
          <pc:sldMk cId="2227986478" sldId="306"/>
        </pc:sldMkLst>
        <pc:spChg chg="mod">
          <ac:chgData name="Jefferson Passerini" userId="ec684a97d9b6a829" providerId="LiveId" clId="{3A972654-0C96-4508-B0CA-844B87872D2D}" dt="2024-05-02T23:51:32.218" v="2662" actId="1076"/>
          <ac:spMkLst>
            <pc:docMk/>
            <pc:sldMk cId="2227986478" sldId="306"/>
            <ac:spMk id="13" creationId="{D88F09DE-836E-46EF-DA40-978FDFD5F872}"/>
          </ac:spMkLst>
        </pc:spChg>
        <pc:picChg chg="add mod">
          <ac:chgData name="Jefferson Passerini" userId="ec684a97d9b6a829" providerId="LiveId" clId="{3A972654-0C96-4508-B0CA-844B87872D2D}" dt="2024-05-02T23:51:58.748" v="2667" actId="1076"/>
          <ac:picMkLst>
            <pc:docMk/>
            <pc:sldMk cId="2227986478" sldId="306"/>
            <ac:picMk id="8" creationId="{F6D5A179-3452-F3C4-7BD2-52D6773FF229}"/>
          </ac:picMkLst>
        </pc:picChg>
        <pc:picChg chg="del">
          <ac:chgData name="Jefferson Passerini" userId="ec684a97d9b6a829" providerId="LiveId" clId="{3A972654-0C96-4508-B0CA-844B87872D2D}" dt="2024-05-02T23:51:34.609" v="2663" actId="478"/>
          <ac:picMkLst>
            <pc:docMk/>
            <pc:sldMk cId="2227986478" sldId="306"/>
            <ac:picMk id="12" creationId="{CB2B50DE-DBC6-15E7-9C47-1F5BF1D8DDD6}"/>
          </ac:picMkLst>
        </pc:picChg>
      </pc:sldChg>
      <pc:sldChg chg="del">
        <pc:chgData name="Jefferson Passerini" userId="ec684a97d9b6a829" providerId="LiveId" clId="{3A972654-0C96-4508-B0CA-844B87872D2D}" dt="2024-05-02T23:08:35.821" v="41" actId="47"/>
        <pc:sldMkLst>
          <pc:docMk/>
          <pc:sldMk cId="1471614725" sldId="307"/>
        </pc:sldMkLst>
      </pc:sldChg>
      <pc:sldChg chg="addSp delSp modSp add mod">
        <pc:chgData name="Jefferson Passerini" userId="ec684a97d9b6a829" providerId="LiveId" clId="{3A972654-0C96-4508-B0CA-844B87872D2D}" dt="2024-05-02T23:53:50.850" v="2685" actId="1076"/>
        <pc:sldMkLst>
          <pc:docMk/>
          <pc:sldMk cId="2326066208" sldId="307"/>
        </pc:sldMkLst>
        <pc:spChg chg="mod">
          <ac:chgData name="Jefferson Passerini" userId="ec684a97d9b6a829" providerId="LiveId" clId="{3A972654-0C96-4508-B0CA-844B87872D2D}" dt="2024-05-02T23:52:55.962" v="2677" actId="1076"/>
          <ac:spMkLst>
            <pc:docMk/>
            <pc:sldMk cId="2326066208" sldId="307"/>
            <ac:spMk id="7" creationId="{D39DFC18-A147-6668-8F1E-25E13D45CB94}"/>
          </ac:spMkLst>
        </pc:spChg>
        <pc:spChg chg="mod">
          <ac:chgData name="Jefferson Passerini" userId="ec684a97d9b6a829" providerId="LiveId" clId="{3A972654-0C96-4508-B0CA-844B87872D2D}" dt="2024-05-02T23:53:23.937" v="2681" actId="1076"/>
          <ac:spMkLst>
            <pc:docMk/>
            <pc:sldMk cId="2326066208" sldId="307"/>
            <ac:spMk id="13" creationId="{D88F09DE-836E-46EF-DA40-978FDFD5F872}"/>
          </ac:spMkLst>
        </pc:spChg>
        <pc:picChg chg="add mod ord modCrop">
          <ac:chgData name="Jefferson Passerini" userId="ec684a97d9b6a829" providerId="LiveId" clId="{3A972654-0C96-4508-B0CA-844B87872D2D}" dt="2024-05-02T23:52:53.121" v="2676" actId="167"/>
          <ac:picMkLst>
            <pc:docMk/>
            <pc:sldMk cId="2326066208" sldId="307"/>
            <ac:picMk id="2" creationId="{80D13EE6-45E1-9529-2006-8912DB455234}"/>
          </ac:picMkLst>
        </pc:picChg>
        <pc:picChg chg="del">
          <ac:chgData name="Jefferson Passerini" userId="ec684a97d9b6a829" providerId="LiveId" clId="{3A972654-0C96-4508-B0CA-844B87872D2D}" dt="2024-05-02T23:52:25.834" v="2671" actId="478"/>
          <ac:picMkLst>
            <pc:docMk/>
            <pc:sldMk cId="2326066208" sldId="307"/>
            <ac:picMk id="5" creationId="{64762101-F472-9989-1CC7-19D04A3C5161}"/>
          </ac:picMkLst>
        </pc:picChg>
        <pc:picChg chg="del">
          <ac:chgData name="Jefferson Passerini" userId="ec684a97d9b6a829" providerId="LiveId" clId="{3A972654-0C96-4508-B0CA-844B87872D2D}" dt="2024-05-02T23:52:23.492" v="2669" actId="478"/>
          <ac:picMkLst>
            <pc:docMk/>
            <pc:sldMk cId="2326066208" sldId="307"/>
            <ac:picMk id="6" creationId="{B5A856AF-B6F4-D673-4688-4443754D6030}"/>
          </ac:picMkLst>
        </pc:picChg>
        <pc:picChg chg="del">
          <ac:chgData name="Jefferson Passerini" userId="ec684a97d9b6a829" providerId="LiveId" clId="{3A972654-0C96-4508-B0CA-844B87872D2D}" dt="2024-05-02T23:52:24.630" v="2670" actId="478"/>
          <ac:picMkLst>
            <pc:docMk/>
            <pc:sldMk cId="2326066208" sldId="307"/>
            <ac:picMk id="8" creationId="{F6D5A179-3452-F3C4-7BD2-52D6773FF229}"/>
          </ac:picMkLst>
        </pc:picChg>
        <pc:picChg chg="add mod ord">
          <ac:chgData name="Jefferson Passerini" userId="ec684a97d9b6a829" providerId="LiveId" clId="{3A972654-0C96-4508-B0CA-844B87872D2D}" dt="2024-05-02T23:53:18.473" v="2680" actId="167"/>
          <ac:picMkLst>
            <pc:docMk/>
            <pc:sldMk cId="2326066208" sldId="307"/>
            <ac:picMk id="10" creationId="{0395E65D-4AC2-AD05-E3CA-409912BB75B2}"/>
          </ac:picMkLst>
        </pc:picChg>
        <pc:picChg chg="add mod">
          <ac:chgData name="Jefferson Passerini" userId="ec684a97d9b6a829" providerId="LiveId" clId="{3A972654-0C96-4508-B0CA-844B87872D2D}" dt="2024-05-02T23:53:50.850" v="2685" actId="1076"/>
          <ac:picMkLst>
            <pc:docMk/>
            <pc:sldMk cId="2326066208" sldId="307"/>
            <ac:picMk id="12" creationId="{D0C8E4EC-575A-9F27-2F66-3CCDA449DD8A}"/>
          </ac:picMkLst>
        </pc:picChg>
      </pc:sldChg>
      <pc:sldChg chg="del">
        <pc:chgData name="Jefferson Passerini" userId="ec684a97d9b6a829" providerId="LiveId" clId="{3A972654-0C96-4508-B0CA-844B87872D2D}" dt="2024-05-02T23:08:36.071" v="42" actId="47"/>
        <pc:sldMkLst>
          <pc:docMk/>
          <pc:sldMk cId="1671225971" sldId="308"/>
        </pc:sldMkLst>
      </pc:sldChg>
      <pc:sldChg chg="addSp delSp modSp add mod">
        <pc:chgData name="Jefferson Passerini" userId="ec684a97d9b6a829" providerId="LiveId" clId="{3A972654-0C96-4508-B0CA-844B87872D2D}" dt="2024-05-02T23:54:32.868" v="2692" actId="1076"/>
        <pc:sldMkLst>
          <pc:docMk/>
          <pc:sldMk cId="1805348159" sldId="308"/>
        </pc:sldMkLst>
        <pc:spChg chg="mod">
          <ac:chgData name="Jefferson Passerini" userId="ec684a97d9b6a829" providerId="LiveId" clId="{3A972654-0C96-4508-B0CA-844B87872D2D}" dt="2024-05-02T23:54:07.852" v="2687" actId="1076"/>
          <ac:spMkLst>
            <pc:docMk/>
            <pc:sldMk cId="1805348159" sldId="308"/>
            <ac:spMk id="13" creationId="{D88F09DE-836E-46EF-DA40-978FDFD5F872}"/>
          </ac:spMkLst>
        </pc:spChg>
        <pc:picChg chg="add mod">
          <ac:chgData name="Jefferson Passerini" userId="ec684a97d9b6a829" providerId="LiveId" clId="{3A972654-0C96-4508-B0CA-844B87872D2D}" dt="2024-05-02T23:54:32.868" v="2692" actId="1076"/>
          <ac:picMkLst>
            <pc:docMk/>
            <pc:sldMk cId="1805348159" sldId="308"/>
            <ac:picMk id="6" creationId="{6459D292-239B-4B90-D598-3B3169E992AB}"/>
          </ac:picMkLst>
        </pc:picChg>
        <pc:picChg chg="del">
          <ac:chgData name="Jefferson Passerini" userId="ec684a97d9b6a829" providerId="LiveId" clId="{3A972654-0C96-4508-B0CA-844B87872D2D}" dt="2024-05-02T23:54:09.804" v="2688" actId="478"/>
          <ac:picMkLst>
            <pc:docMk/>
            <pc:sldMk cId="1805348159" sldId="308"/>
            <ac:picMk id="12" creationId="{D0C8E4EC-575A-9F27-2F66-3CCDA449DD8A}"/>
          </ac:picMkLst>
        </pc:picChg>
      </pc:sldChg>
      <pc:sldChg chg="del">
        <pc:chgData name="Jefferson Passerini" userId="ec684a97d9b6a829" providerId="LiveId" clId="{3A972654-0C96-4508-B0CA-844B87872D2D}" dt="2024-05-02T23:08:35.258" v="39" actId="47"/>
        <pc:sldMkLst>
          <pc:docMk/>
          <pc:sldMk cId="3086758963" sldId="309"/>
        </pc:sldMkLst>
      </pc:sldChg>
      <pc:sldChg chg="addSp delSp modSp add mod">
        <pc:chgData name="Jefferson Passerini" userId="ec684a97d9b6a829" providerId="LiveId" clId="{3A972654-0C96-4508-B0CA-844B87872D2D}" dt="2024-05-02T23:56:12.156" v="2710" actId="1076"/>
        <pc:sldMkLst>
          <pc:docMk/>
          <pc:sldMk cId="3443813101" sldId="309"/>
        </pc:sldMkLst>
        <pc:spChg chg="mod">
          <ac:chgData name="Jefferson Passerini" userId="ec684a97d9b6a829" providerId="LiveId" clId="{3A972654-0C96-4508-B0CA-844B87872D2D}" dt="2024-05-02T23:55:48.939" v="2706" actId="1076"/>
          <ac:spMkLst>
            <pc:docMk/>
            <pc:sldMk cId="3443813101" sldId="309"/>
            <ac:spMk id="13" creationId="{D88F09DE-836E-46EF-DA40-978FDFD5F872}"/>
          </ac:spMkLst>
        </pc:spChg>
        <pc:picChg chg="del">
          <ac:chgData name="Jefferson Passerini" userId="ec684a97d9b6a829" providerId="LiveId" clId="{3A972654-0C96-4508-B0CA-844B87872D2D}" dt="2024-05-02T23:54:50.819" v="2695" actId="478"/>
          <ac:picMkLst>
            <pc:docMk/>
            <pc:sldMk cId="3443813101" sldId="309"/>
            <ac:picMk id="2" creationId="{80D13EE6-45E1-9529-2006-8912DB455234}"/>
          </ac:picMkLst>
        </pc:picChg>
        <pc:picChg chg="add mod ord modCrop">
          <ac:chgData name="Jefferson Passerini" userId="ec684a97d9b6a829" providerId="LiveId" clId="{3A972654-0C96-4508-B0CA-844B87872D2D}" dt="2024-05-02T23:55:19.363" v="2702" actId="1076"/>
          <ac:picMkLst>
            <pc:docMk/>
            <pc:sldMk cId="3443813101" sldId="309"/>
            <ac:picMk id="5" creationId="{943C8909-5656-5029-487E-727725D3ADB9}"/>
          </ac:picMkLst>
        </pc:picChg>
        <pc:picChg chg="del">
          <ac:chgData name="Jefferson Passerini" userId="ec684a97d9b6a829" providerId="LiveId" clId="{3A972654-0C96-4508-B0CA-844B87872D2D}" dt="2024-05-02T23:54:52.872" v="2696" actId="478"/>
          <ac:picMkLst>
            <pc:docMk/>
            <pc:sldMk cId="3443813101" sldId="309"/>
            <ac:picMk id="6" creationId="{6459D292-239B-4B90-D598-3B3169E992AB}"/>
          </ac:picMkLst>
        </pc:picChg>
        <pc:picChg chg="add mod ord">
          <ac:chgData name="Jefferson Passerini" userId="ec684a97d9b6a829" providerId="LiveId" clId="{3A972654-0C96-4508-B0CA-844B87872D2D}" dt="2024-05-02T23:55:44.261" v="2705" actId="167"/>
          <ac:picMkLst>
            <pc:docMk/>
            <pc:sldMk cId="3443813101" sldId="309"/>
            <ac:picMk id="9" creationId="{83B6CE88-6F03-459F-ED11-0087990A0590}"/>
          </ac:picMkLst>
        </pc:picChg>
        <pc:picChg chg="del">
          <ac:chgData name="Jefferson Passerini" userId="ec684a97d9b6a829" providerId="LiveId" clId="{3A972654-0C96-4508-B0CA-844B87872D2D}" dt="2024-05-02T23:54:49.584" v="2694" actId="478"/>
          <ac:picMkLst>
            <pc:docMk/>
            <pc:sldMk cId="3443813101" sldId="309"/>
            <ac:picMk id="10" creationId="{0395E65D-4AC2-AD05-E3CA-409912BB75B2}"/>
          </ac:picMkLst>
        </pc:picChg>
        <pc:picChg chg="add mod">
          <ac:chgData name="Jefferson Passerini" userId="ec684a97d9b6a829" providerId="LiveId" clId="{3A972654-0C96-4508-B0CA-844B87872D2D}" dt="2024-05-02T23:56:12.156" v="2710" actId="1076"/>
          <ac:picMkLst>
            <pc:docMk/>
            <pc:sldMk cId="3443813101" sldId="309"/>
            <ac:picMk id="12" creationId="{E7A5FC26-2F5D-4AAE-6B22-96616B4BC8DB}"/>
          </ac:picMkLst>
        </pc:picChg>
      </pc:sldChg>
      <pc:sldChg chg="addSp delSp modSp add mod">
        <pc:chgData name="Jefferson Passerini" userId="ec684a97d9b6a829" providerId="LiveId" clId="{3A972654-0C96-4508-B0CA-844B87872D2D}" dt="2024-05-02T23:56:46.227" v="2717" actId="1076"/>
        <pc:sldMkLst>
          <pc:docMk/>
          <pc:sldMk cId="928542577" sldId="310"/>
        </pc:sldMkLst>
        <pc:spChg chg="mod">
          <ac:chgData name="Jefferson Passerini" userId="ec684a97d9b6a829" providerId="LiveId" clId="{3A972654-0C96-4508-B0CA-844B87872D2D}" dt="2024-05-02T23:56:20.663" v="2712" actId="1076"/>
          <ac:spMkLst>
            <pc:docMk/>
            <pc:sldMk cId="928542577" sldId="310"/>
            <ac:spMk id="13" creationId="{D88F09DE-836E-46EF-DA40-978FDFD5F872}"/>
          </ac:spMkLst>
        </pc:spChg>
        <pc:picChg chg="add mod">
          <ac:chgData name="Jefferson Passerini" userId="ec684a97d9b6a829" providerId="LiveId" clId="{3A972654-0C96-4508-B0CA-844B87872D2D}" dt="2024-05-02T23:56:46.227" v="2717" actId="1076"/>
          <ac:picMkLst>
            <pc:docMk/>
            <pc:sldMk cId="928542577" sldId="310"/>
            <ac:picMk id="6" creationId="{917CA53A-24AC-F4BE-6FCD-7813C503E76F}"/>
          </ac:picMkLst>
        </pc:picChg>
        <pc:picChg chg="del">
          <ac:chgData name="Jefferson Passerini" userId="ec684a97d9b6a829" providerId="LiveId" clId="{3A972654-0C96-4508-B0CA-844B87872D2D}" dt="2024-05-02T23:56:22.027" v="2713" actId="478"/>
          <ac:picMkLst>
            <pc:docMk/>
            <pc:sldMk cId="928542577" sldId="310"/>
            <ac:picMk id="12" creationId="{E7A5FC26-2F5D-4AAE-6B22-96616B4BC8DB}"/>
          </ac:picMkLst>
        </pc:picChg>
      </pc:sldChg>
      <pc:sldChg chg="del">
        <pc:chgData name="Jefferson Passerini" userId="ec684a97d9b6a829" providerId="LiveId" clId="{3A972654-0C96-4508-B0CA-844B87872D2D}" dt="2024-05-02T23:08:36.305" v="43" actId="47"/>
        <pc:sldMkLst>
          <pc:docMk/>
          <pc:sldMk cId="2853577560" sldId="310"/>
        </pc:sldMkLst>
      </pc:sldChg>
      <pc:sldChg chg="del">
        <pc:chgData name="Jefferson Passerini" userId="ec684a97d9b6a829" providerId="LiveId" clId="{3A972654-0C96-4508-B0CA-844B87872D2D}" dt="2024-05-02T23:08:36.664" v="44" actId="47"/>
        <pc:sldMkLst>
          <pc:docMk/>
          <pc:sldMk cId="3401429911" sldId="311"/>
        </pc:sldMkLst>
      </pc:sldChg>
      <pc:sldChg chg="delSp modSp add mod ord">
        <pc:chgData name="Jefferson Passerini" userId="ec684a97d9b6a829" providerId="LiveId" clId="{3A972654-0C96-4508-B0CA-844B87872D2D}" dt="2024-05-02T23:58:14.939" v="2921"/>
        <pc:sldMkLst>
          <pc:docMk/>
          <pc:sldMk cId="4122311074" sldId="311"/>
        </pc:sldMkLst>
        <pc:spChg chg="mod">
          <ac:chgData name="Jefferson Passerini" userId="ec684a97d9b6a829" providerId="LiveId" clId="{3A972654-0C96-4508-B0CA-844B87872D2D}" dt="2024-05-02T23:58:06.109" v="2918" actId="20577"/>
          <ac:spMkLst>
            <pc:docMk/>
            <pc:sldMk cId="4122311074" sldId="311"/>
            <ac:spMk id="3" creationId="{212081E4-07F6-C689-2ACC-B6CADD634983}"/>
          </ac:spMkLst>
        </pc:spChg>
        <pc:spChg chg="mod">
          <ac:chgData name="Jefferson Passerini" userId="ec684a97d9b6a829" providerId="LiveId" clId="{3A972654-0C96-4508-B0CA-844B87872D2D}" dt="2024-05-02T23:57:08.071" v="2724" actId="14100"/>
          <ac:spMkLst>
            <pc:docMk/>
            <pc:sldMk cId="4122311074" sldId="311"/>
            <ac:spMk id="7" creationId="{D39DFC18-A147-6668-8F1E-25E13D45CB94}"/>
          </ac:spMkLst>
        </pc:spChg>
        <pc:spChg chg="del">
          <ac:chgData name="Jefferson Passerini" userId="ec684a97d9b6a829" providerId="LiveId" clId="{3A972654-0C96-4508-B0CA-844B87872D2D}" dt="2024-05-02T23:56:59.562" v="2721" actId="478"/>
          <ac:spMkLst>
            <pc:docMk/>
            <pc:sldMk cId="4122311074" sldId="311"/>
            <ac:spMk id="10" creationId="{DA017253-3F47-10A4-86FB-080792554B4B}"/>
          </ac:spMkLst>
        </pc:spChg>
        <pc:spChg chg="del">
          <ac:chgData name="Jefferson Passerini" userId="ec684a97d9b6a829" providerId="LiveId" clId="{3A972654-0C96-4508-B0CA-844B87872D2D}" dt="2024-05-02T23:57:01.025" v="2722" actId="478"/>
          <ac:spMkLst>
            <pc:docMk/>
            <pc:sldMk cId="4122311074" sldId="311"/>
            <ac:spMk id="11" creationId="{BC0BDD4A-610E-D100-EC2D-45EB6EC9D4E3}"/>
          </ac:spMkLst>
        </pc:spChg>
        <pc:picChg chg="mod">
          <ac:chgData name="Jefferson Passerini" userId="ec684a97d9b6a829" providerId="LiveId" clId="{3A972654-0C96-4508-B0CA-844B87872D2D}" dt="2024-05-02T23:57:11.986" v="2725" actId="1076"/>
          <ac:picMkLst>
            <pc:docMk/>
            <pc:sldMk cId="4122311074" sldId="311"/>
            <ac:picMk id="8" creationId="{93224BDA-4150-907E-EDDE-DE0A84C2180C}"/>
          </ac:picMkLst>
        </pc:picChg>
      </pc:sldChg>
      <pc:sldChg chg="addSp delSp modSp add mod">
        <pc:chgData name="Jefferson Passerini" userId="ec684a97d9b6a829" providerId="LiveId" clId="{3A972654-0C96-4508-B0CA-844B87872D2D}" dt="2024-05-03T00:00:28.555" v="2993" actId="1076"/>
        <pc:sldMkLst>
          <pc:docMk/>
          <pc:sldMk cId="1185081769" sldId="312"/>
        </pc:sldMkLst>
        <pc:spChg chg="mod">
          <ac:chgData name="Jefferson Passerini" userId="ec684a97d9b6a829" providerId="LiveId" clId="{3A972654-0C96-4508-B0CA-844B87872D2D}" dt="2024-05-02T23:59:56.324" v="2988" actId="20577"/>
          <ac:spMkLst>
            <pc:docMk/>
            <pc:sldMk cId="1185081769" sldId="312"/>
            <ac:spMk id="3" creationId="{212081E4-07F6-C689-2ACC-B6CADD634983}"/>
          </ac:spMkLst>
        </pc:spChg>
        <pc:spChg chg="del">
          <ac:chgData name="Jefferson Passerini" userId="ec684a97d9b6a829" providerId="LiveId" clId="{3A972654-0C96-4508-B0CA-844B87872D2D}" dt="2024-05-02T23:59:48.189" v="2964" actId="478"/>
          <ac:spMkLst>
            <pc:docMk/>
            <pc:sldMk cId="1185081769" sldId="312"/>
            <ac:spMk id="7" creationId="{D39DFC18-A147-6668-8F1E-25E13D45CB94}"/>
          </ac:spMkLst>
        </pc:spChg>
        <pc:spChg chg="mod">
          <ac:chgData name="Jefferson Passerini" userId="ec684a97d9b6a829" providerId="LiveId" clId="{3A972654-0C96-4508-B0CA-844B87872D2D}" dt="2024-05-03T00:00:08.385" v="2991" actId="1076"/>
          <ac:spMkLst>
            <pc:docMk/>
            <pc:sldMk cId="1185081769" sldId="312"/>
            <ac:spMk id="13" creationId="{D88F09DE-836E-46EF-DA40-978FDFD5F872}"/>
          </ac:spMkLst>
        </pc:spChg>
        <pc:picChg chg="del">
          <ac:chgData name="Jefferson Passerini" userId="ec684a97d9b6a829" providerId="LiveId" clId="{3A972654-0C96-4508-B0CA-844B87872D2D}" dt="2024-05-02T23:58:26.299" v="2923" actId="478"/>
          <ac:picMkLst>
            <pc:docMk/>
            <pc:sldMk cId="1185081769" sldId="312"/>
            <ac:picMk id="5" creationId="{943C8909-5656-5029-487E-727725D3ADB9}"/>
          </ac:picMkLst>
        </pc:picChg>
        <pc:picChg chg="del">
          <ac:chgData name="Jefferson Passerini" userId="ec684a97d9b6a829" providerId="LiveId" clId="{3A972654-0C96-4508-B0CA-844B87872D2D}" dt="2024-05-02T23:58:28.890" v="2924" actId="478"/>
          <ac:picMkLst>
            <pc:docMk/>
            <pc:sldMk cId="1185081769" sldId="312"/>
            <ac:picMk id="6" creationId="{917CA53A-24AC-F4BE-6FCD-7813C503E76F}"/>
          </ac:picMkLst>
        </pc:picChg>
        <pc:picChg chg="add mod ord">
          <ac:chgData name="Jefferson Passerini" userId="ec684a97d9b6a829" providerId="LiveId" clId="{3A972654-0C96-4508-B0CA-844B87872D2D}" dt="2024-05-03T00:00:02.918" v="2990" actId="167"/>
          <ac:picMkLst>
            <pc:docMk/>
            <pc:sldMk cId="1185081769" sldId="312"/>
            <ac:picMk id="8" creationId="{0FAFE8E7-7BA1-DD37-8182-7D9D712BB3D6}"/>
          </ac:picMkLst>
        </pc:picChg>
        <pc:picChg chg="del">
          <ac:chgData name="Jefferson Passerini" userId="ec684a97d9b6a829" providerId="LiveId" clId="{3A972654-0C96-4508-B0CA-844B87872D2D}" dt="2024-05-02T23:58:21.155" v="2922" actId="478"/>
          <ac:picMkLst>
            <pc:docMk/>
            <pc:sldMk cId="1185081769" sldId="312"/>
            <ac:picMk id="9" creationId="{83B6CE88-6F03-459F-ED11-0087990A0590}"/>
          </ac:picMkLst>
        </pc:picChg>
        <pc:picChg chg="add mod">
          <ac:chgData name="Jefferson Passerini" userId="ec684a97d9b6a829" providerId="LiveId" clId="{3A972654-0C96-4508-B0CA-844B87872D2D}" dt="2024-05-03T00:00:28.555" v="2993" actId="1076"/>
          <ac:picMkLst>
            <pc:docMk/>
            <pc:sldMk cId="1185081769" sldId="312"/>
            <ac:picMk id="11" creationId="{A9E1346C-A906-770B-5A44-C56D81868EAD}"/>
          </ac:picMkLst>
        </pc:picChg>
      </pc:sldChg>
      <pc:sldChg chg="del">
        <pc:chgData name="Jefferson Passerini" userId="ec684a97d9b6a829" providerId="LiveId" clId="{3A972654-0C96-4508-B0CA-844B87872D2D}" dt="2024-05-02T23:08:36.946" v="45" actId="47"/>
        <pc:sldMkLst>
          <pc:docMk/>
          <pc:sldMk cId="3903340967" sldId="312"/>
        </pc:sldMkLst>
      </pc:sldChg>
      <pc:sldChg chg="del">
        <pc:chgData name="Jefferson Passerini" userId="ec684a97d9b6a829" providerId="LiveId" clId="{3A972654-0C96-4508-B0CA-844B87872D2D}" dt="2024-05-02T23:08:37.196" v="46" actId="47"/>
        <pc:sldMkLst>
          <pc:docMk/>
          <pc:sldMk cId="398008838" sldId="313"/>
        </pc:sldMkLst>
      </pc:sldChg>
      <pc:sldChg chg="addSp delSp modSp add mod">
        <pc:chgData name="Jefferson Passerini" userId="ec684a97d9b6a829" providerId="LiveId" clId="{3A972654-0C96-4508-B0CA-844B87872D2D}" dt="2024-05-03T00:02:06.697" v="3059" actId="27636"/>
        <pc:sldMkLst>
          <pc:docMk/>
          <pc:sldMk cId="2045351542" sldId="313"/>
        </pc:sldMkLst>
        <pc:spChg chg="mod">
          <ac:chgData name="Jefferson Passerini" userId="ec684a97d9b6a829" providerId="LiveId" clId="{3A972654-0C96-4508-B0CA-844B87872D2D}" dt="2024-05-03T00:02:06.697" v="3059" actId="27636"/>
          <ac:spMkLst>
            <pc:docMk/>
            <pc:sldMk cId="2045351542" sldId="313"/>
            <ac:spMk id="3" creationId="{212081E4-07F6-C689-2ACC-B6CADD634983}"/>
          </ac:spMkLst>
        </pc:spChg>
        <pc:spChg chg="mod">
          <ac:chgData name="Jefferson Passerini" userId="ec684a97d9b6a829" providerId="LiveId" clId="{3A972654-0C96-4508-B0CA-844B87872D2D}" dt="2024-05-03T00:02:04.603" v="3057" actId="1076"/>
          <ac:spMkLst>
            <pc:docMk/>
            <pc:sldMk cId="2045351542" sldId="313"/>
            <ac:spMk id="13" creationId="{D88F09DE-836E-46EF-DA40-978FDFD5F872}"/>
          </ac:spMkLst>
        </pc:spChg>
        <pc:picChg chg="add mod">
          <ac:chgData name="Jefferson Passerini" userId="ec684a97d9b6a829" providerId="LiveId" clId="{3A972654-0C96-4508-B0CA-844B87872D2D}" dt="2024-05-03T00:01:50.914" v="3052" actId="1076"/>
          <ac:picMkLst>
            <pc:docMk/>
            <pc:sldMk cId="2045351542" sldId="313"/>
            <ac:picMk id="5" creationId="{486397FA-E604-8A2C-C7B5-B69DAF606E80}"/>
          </ac:picMkLst>
        </pc:picChg>
        <pc:picChg chg="mod">
          <ac:chgData name="Jefferson Passerini" userId="ec684a97d9b6a829" providerId="LiveId" clId="{3A972654-0C96-4508-B0CA-844B87872D2D}" dt="2024-05-03T00:02:04.603" v="3057" actId="1076"/>
          <ac:picMkLst>
            <pc:docMk/>
            <pc:sldMk cId="2045351542" sldId="313"/>
            <ac:picMk id="8" creationId="{0FAFE8E7-7BA1-DD37-8182-7D9D712BB3D6}"/>
          </ac:picMkLst>
        </pc:picChg>
        <pc:picChg chg="del">
          <ac:chgData name="Jefferson Passerini" userId="ec684a97d9b6a829" providerId="LiveId" clId="{3A972654-0C96-4508-B0CA-844B87872D2D}" dt="2024-05-03T00:00:43.503" v="2996" actId="478"/>
          <ac:picMkLst>
            <pc:docMk/>
            <pc:sldMk cId="2045351542" sldId="313"/>
            <ac:picMk id="11" creationId="{A9E1346C-A906-770B-5A44-C56D81868EAD}"/>
          </ac:picMkLst>
        </pc:picChg>
      </pc:sldChg>
      <pc:sldChg chg="addSp delSp modSp add mod">
        <pc:chgData name="Jefferson Passerini" userId="ec684a97d9b6a829" providerId="LiveId" clId="{3A972654-0C96-4508-B0CA-844B87872D2D}" dt="2024-05-03T00:02:48.519" v="3076" actId="1036"/>
        <pc:sldMkLst>
          <pc:docMk/>
          <pc:sldMk cId="2034854883" sldId="314"/>
        </pc:sldMkLst>
        <pc:spChg chg="mod">
          <ac:chgData name="Jefferson Passerini" userId="ec684a97d9b6a829" providerId="LiveId" clId="{3A972654-0C96-4508-B0CA-844B87872D2D}" dt="2024-05-03T00:02:18.514" v="3068" actId="20577"/>
          <ac:spMkLst>
            <pc:docMk/>
            <pc:sldMk cId="2034854883" sldId="314"/>
            <ac:spMk id="3" creationId="{212081E4-07F6-C689-2ACC-B6CADD634983}"/>
          </ac:spMkLst>
        </pc:spChg>
        <pc:spChg chg="mod">
          <ac:chgData name="Jefferson Passerini" userId="ec684a97d9b6a829" providerId="LiveId" clId="{3A972654-0C96-4508-B0CA-844B87872D2D}" dt="2024-05-03T00:02:23.858" v="3069" actId="1076"/>
          <ac:spMkLst>
            <pc:docMk/>
            <pc:sldMk cId="2034854883" sldId="314"/>
            <ac:spMk id="13" creationId="{D88F09DE-836E-46EF-DA40-978FDFD5F872}"/>
          </ac:spMkLst>
        </pc:spChg>
        <pc:picChg chg="del">
          <ac:chgData name="Jefferson Passerini" userId="ec684a97d9b6a829" providerId="LiveId" clId="{3A972654-0C96-4508-B0CA-844B87872D2D}" dt="2024-05-03T00:02:14.608" v="3061" actId="478"/>
          <ac:picMkLst>
            <pc:docMk/>
            <pc:sldMk cId="2034854883" sldId="314"/>
            <ac:picMk id="5" creationId="{486397FA-E604-8A2C-C7B5-B69DAF606E80}"/>
          </ac:picMkLst>
        </pc:picChg>
        <pc:picChg chg="add mod">
          <ac:chgData name="Jefferson Passerini" userId="ec684a97d9b6a829" providerId="LiveId" clId="{3A972654-0C96-4508-B0CA-844B87872D2D}" dt="2024-05-03T00:02:48.519" v="3076" actId="1036"/>
          <ac:picMkLst>
            <pc:docMk/>
            <pc:sldMk cId="2034854883" sldId="314"/>
            <ac:picMk id="6" creationId="{AFE87032-A2CE-2B17-ADC7-668E93200B87}"/>
          </ac:picMkLst>
        </pc:picChg>
      </pc:sldChg>
      <pc:sldChg chg="del">
        <pc:chgData name="Jefferson Passerini" userId="ec684a97d9b6a829" providerId="LiveId" clId="{3A972654-0C96-4508-B0CA-844B87872D2D}" dt="2024-05-02T23:08:37.461" v="47" actId="47"/>
        <pc:sldMkLst>
          <pc:docMk/>
          <pc:sldMk cId="3469377431" sldId="314"/>
        </pc:sldMkLst>
      </pc:sldChg>
      <pc:sldChg chg="addSp delSp modSp add mod">
        <pc:chgData name="Jefferson Passerini" userId="ec684a97d9b6a829" providerId="LiveId" clId="{3A972654-0C96-4508-B0CA-844B87872D2D}" dt="2024-05-03T00:05:03.206" v="3107" actId="1076"/>
        <pc:sldMkLst>
          <pc:docMk/>
          <pc:sldMk cId="1664281043" sldId="315"/>
        </pc:sldMkLst>
        <pc:spChg chg="mod">
          <ac:chgData name="Jefferson Passerini" userId="ec684a97d9b6a829" providerId="LiveId" clId="{3A972654-0C96-4508-B0CA-844B87872D2D}" dt="2024-05-03T00:03:23.208" v="3095" actId="20577"/>
          <ac:spMkLst>
            <pc:docMk/>
            <pc:sldMk cId="1664281043" sldId="315"/>
            <ac:spMk id="3" creationId="{212081E4-07F6-C689-2ACC-B6CADD634983}"/>
          </ac:spMkLst>
        </pc:spChg>
        <pc:spChg chg="mod ord">
          <ac:chgData name="Jefferson Passerini" userId="ec684a97d9b6a829" providerId="LiveId" clId="{3A972654-0C96-4508-B0CA-844B87872D2D}" dt="2024-05-03T00:04:54.171" v="3105" actId="166"/>
          <ac:spMkLst>
            <pc:docMk/>
            <pc:sldMk cId="1664281043" sldId="315"/>
            <ac:spMk id="13" creationId="{D88F09DE-836E-46EF-DA40-978FDFD5F872}"/>
          </ac:spMkLst>
        </pc:spChg>
        <pc:picChg chg="add mod ord">
          <ac:chgData name="Jefferson Passerini" userId="ec684a97d9b6a829" providerId="LiveId" clId="{3A972654-0C96-4508-B0CA-844B87872D2D}" dt="2024-05-03T00:04:54.171" v="3105" actId="166"/>
          <ac:picMkLst>
            <pc:docMk/>
            <pc:sldMk cId="1664281043" sldId="315"/>
            <ac:picMk id="5" creationId="{0BDDE8A5-4FDE-980C-E34D-30296DAEC3A3}"/>
          </ac:picMkLst>
        </pc:picChg>
        <pc:picChg chg="del">
          <ac:chgData name="Jefferson Passerini" userId="ec684a97d9b6a829" providerId="LiveId" clId="{3A972654-0C96-4508-B0CA-844B87872D2D}" dt="2024-05-03T00:03:15.663" v="3080" actId="478"/>
          <ac:picMkLst>
            <pc:docMk/>
            <pc:sldMk cId="1664281043" sldId="315"/>
            <ac:picMk id="6" creationId="{AFE87032-A2CE-2B17-ADC7-668E93200B87}"/>
          </ac:picMkLst>
        </pc:picChg>
        <pc:picChg chg="del">
          <ac:chgData name="Jefferson Passerini" userId="ec684a97d9b6a829" providerId="LiveId" clId="{3A972654-0C96-4508-B0CA-844B87872D2D}" dt="2024-05-03T00:03:13.822" v="3079" actId="478"/>
          <ac:picMkLst>
            <pc:docMk/>
            <pc:sldMk cId="1664281043" sldId="315"/>
            <ac:picMk id="8" creationId="{0FAFE8E7-7BA1-DD37-8182-7D9D712BB3D6}"/>
          </ac:picMkLst>
        </pc:picChg>
        <pc:picChg chg="add mod">
          <ac:chgData name="Jefferson Passerini" userId="ec684a97d9b6a829" providerId="LiveId" clId="{3A972654-0C96-4508-B0CA-844B87872D2D}" dt="2024-05-03T00:04:23.285" v="3101" actId="1076"/>
          <ac:picMkLst>
            <pc:docMk/>
            <pc:sldMk cId="1664281043" sldId="315"/>
            <ac:picMk id="9" creationId="{BDED459A-49AF-F4FC-B2D5-7B076BFD3280}"/>
          </ac:picMkLst>
        </pc:picChg>
        <pc:picChg chg="add mod">
          <ac:chgData name="Jefferson Passerini" userId="ec684a97d9b6a829" providerId="LiveId" clId="{3A972654-0C96-4508-B0CA-844B87872D2D}" dt="2024-05-03T00:05:03.206" v="3107" actId="1076"/>
          <ac:picMkLst>
            <pc:docMk/>
            <pc:sldMk cId="1664281043" sldId="315"/>
            <ac:picMk id="11" creationId="{2787D549-D1E7-1D2A-9F85-0D99EE51F217}"/>
          </ac:picMkLst>
        </pc:picChg>
      </pc:sldChg>
      <pc:sldChg chg="del">
        <pc:chgData name="Jefferson Passerini" userId="ec684a97d9b6a829" providerId="LiveId" clId="{3A972654-0C96-4508-B0CA-844B87872D2D}" dt="2024-05-02T23:08:37.743" v="48" actId="47"/>
        <pc:sldMkLst>
          <pc:docMk/>
          <pc:sldMk cId="3733765800" sldId="315"/>
        </pc:sldMkLst>
      </pc:sldChg>
      <pc:sldChg chg="del">
        <pc:chgData name="Jefferson Passerini" userId="ec684a97d9b6a829" providerId="LiveId" clId="{3A972654-0C96-4508-B0CA-844B87872D2D}" dt="2024-05-02T23:08:37.977" v="49" actId="47"/>
        <pc:sldMkLst>
          <pc:docMk/>
          <pc:sldMk cId="1356027348" sldId="316"/>
        </pc:sldMkLst>
      </pc:sldChg>
      <pc:sldChg chg="addSp delSp modSp add mod">
        <pc:chgData name="Jefferson Passerini" userId="ec684a97d9b6a829" providerId="LiveId" clId="{3A972654-0C96-4508-B0CA-844B87872D2D}" dt="2024-05-03T00:05:45.309" v="3119" actId="1076"/>
        <pc:sldMkLst>
          <pc:docMk/>
          <pc:sldMk cId="3234764948" sldId="316"/>
        </pc:sldMkLst>
        <pc:spChg chg="mod">
          <ac:chgData name="Jefferson Passerini" userId="ec684a97d9b6a829" providerId="LiveId" clId="{3A972654-0C96-4508-B0CA-844B87872D2D}" dt="2024-05-03T00:05:11.865" v="3113" actId="20577"/>
          <ac:spMkLst>
            <pc:docMk/>
            <pc:sldMk cId="3234764948" sldId="316"/>
            <ac:spMk id="3" creationId="{212081E4-07F6-C689-2ACC-B6CADD634983}"/>
          </ac:spMkLst>
        </pc:spChg>
        <pc:spChg chg="mod">
          <ac:chgData name="Jefferson Passerini" userId="ec684a97d9b6a829" providerId="LiveId" clId="{3A972654-0C96-4508-B0CA-844B87872D2D}" dt="2024-05-03T00:05:16.734" v="3114" actId="1076"/>
          <ac:spMkLst>
            <pc:docMk/>
            <pc:sldMk cId="3234764948" sldId="316"/>
            <ac:spMk id="13" creationId="{D88F09DE-836E-46EF-DA40-978FDFD5F872}"/>
          </ac:spMkLst>
        </pc:spChg>
        <pc:picChg chg="add mod">
          <ac:chgData name="Jefferson Passerini" userId="ec684a97d9b6a829" providerId="LiveId" clId="{3A972654-0C96-4508-B0CA-844B87872D2D}" dt="2024-05-03T00:05:45.309" v="3119" actId="1076"/>
          <ac:picMkLst>
            <pc:docMk/>
            <pc:sldMk cId="3234764948" sldId="316"/>
            <ac:picMk id="6" creationId="{A514B8D4-2318-331B-9787-4794D280E75F}"/>
          </ac:picMkLst>
        </pc:picChg>
        <pc:picChg chg="del">
          <ac:chgData name="Jefferson Passerini" userId="ec684a97d9b6a829" providerId="LiveId" clId="{3A972654-0C96-4508-B0CA-844B87872D2D}" dt="2024-05-03T00:05:19.239" v="3116" actId="478"/>
          <ac:picMkLst>
            <pc:docMk/>
            <pc:sldMk cId="3234764948" sldId="316"/>
            <ac:picMk id="9" creationId="{BDED459A-49AF-F4FC-B2D5-7B076BFD3280}"/>
          </ac:picMkLst>
        </pc:picChg>
        <pc:picChg chg="del">
          <ac:chgData name="Jefferson Passerini" userId="ec684a97d9b6a829" providerId="LiveId" clId="{3A972654-0C96-4508-B0CA-844B87872D2D}" dt="2024-05-03T00:05:18.270" v="3115" actId="478"/>
          <ac:picMkLst>
            <pc:docMk/>
            <pc:sldMk cId="3234764948" sldId="316"/>
            <ac:picMk id="11" creationId="{2787D549-D1E7-1D2A-9F85-0D99EE51F217}"/>
          </ac:picMkLst>
        </pc:picChg>
      </pc:sldChg>
      <pc:sldChg chg="addSp delSp modSp add mod">
        <pc:chgData name="Jefferson Passerini" userId="ec684a97d9b6a829" providerId="LiveId" clId="{3A972654-0C96-4508-B0CA-844B87872D2D}" dt="2024-05-03T00:06:47.250" v="3142" actId="1076"/>
        <pc:sldMkLst>
          <pc:docMk/>
          <pc:sldMk cId="1930277007" sldId="317"/>
        </pc:sldMkLst>
        <pc:spChg chg="mod">
          <ac:chgData name="Jefferson Passerini" userId="ec684a97d9b6a829" providerId="LiveId" clId="{3A972654-0C96-4508-B0CA-844B87872D2D}" dt="2024-05-03T00:06:00.367" v="3134" actId="20577"/>
          <ac:spMkLst>
            <pc:docMk/>
            <pc:sldMk cId="1930277007" sldId="317"/>
            <ac:spMk id="3" creationId="{212081E4-07F6-C689-2ACC-B6CADD634983}"/>
          </ac:spMkLst>
        </pc:spChg>
        <pc:picChg chg="mod">
          <ac:chgData name="Jefferson Passerini" userId="ec684a97d9b6a829" providerId="LiveId" clId="{3A972654-0C96-4508-B0CA-844B87872D2D}" dt="2024-05-03T00:06:06.907" v="3135" actId="1076"/>
          <ac:picMkLst>
            <pc:docMk/>
            <pc:sldMk cId="1930277007" sldId="317"/>
            <ac:picMk id="5" creationId="{0BDDE8A5-4FDE-980C-E34D-30296DAEC3A3}"/>
          </ac:picMkLst>
        </pc:picChg>
        <pc:picChg chg="del">
          <ac:chgData name="Jefferson Passerini" userId="ec684a97d9b6a829" providerId="LiveId" clId="{3A972654-0C96-4508-B0CA-844B87872D2D}" dt="2024-05-03T00:06:08.352" v="3136" actId="478"/>
          <ac:picMkLst>
            <pc:docMk/>
            <pc:sldMk cId="1930277007" sldId="317"/>
            <ac:picMk id="6" creationId="{A514B8D4-2318-331B-9787-4794D280E75F}"/>
          </ac:picMkLst>
        </pc:picChg>
        <pc:picChg chg="add mod">
          <ac:chgData name="Jefferson Passerini" userId="ec684a97d9b6a829" providerId="LiveId" clId="{3A972654-0C96-4508-B0CA-844B87872D2D}" dt="2024-05-03T00:06:28.537" v="3138" actId="1076"/>
          <ac:picMkLst>
            <pc:docMk/>
            <pc:sldMk cId="1930277007" sldId="317"/>
            <ac:picMk id="7" creationId="{B8CDB89B-BB5F-9103-F8D1-540C6EF8A901}"/>
          </ac:picMkLst>
        </pc:picChg>
        <pc:picChg chg="add mod">
          <ac:chgData name="Jefferson Passerini" userId="ec684a97d9b6a829" providerId="LiveId" clId="{3A972654-0C96-4508-B0CA-844B87872D2D}" dt="2024-05-03T00:06:47.250" v="3142" actId="1076"/>
          <ac:picMkLst>
            <pc:docMk/>
            <pc:sldMk cId="1930277007" sldId="317"/>
            <ac:picMk id="9" creationId="{25A1C9E4-EF6A-D937-9E30-55BA0A0CB1BC}"/>
          </ac:picMkLst>
        </pc:picChg>
      </pc:sldChg>
      <pc:sldChg chg="del">
        <pc:chgData name="Jefferson Passerini" userId="ec684a97d9b6a829" providerId="LiveId" clId="{3A972654-0C96-4508-B0CA-844B87872D2D}" dt="2024-05-02T23:08:38.227" v="50" actId="47"/>
        <pc:sldMkLst>
          <pc:docMk/>
          <pc:sldMk cId="3463743536" sldId="317"/>
        </pc:sldMkLst>
      </pc:sldChg>
      <pc:sldChg chg="modSp add mod">
        <pc:chgData name="Jefferson Passerini" userId="ec684a97d9b6a829" providerId="LiveId" clId="{3A972654-0C96-4508-B0CA-844B87872D2D}" dt="2024-05-03T00:24:50.121" v="3157" actId="20577"/>
        <pc:sldMkLst>
          <pc:docMk/>
          <pc:sldMk cId="364954851" sldId="318"/>
        </pc:sldMkLst>
        <pc:spChg chg="mod">
          <ac:chgData name="Jefferson Passerini" userId="ec684a97d9b6a829" providerId="LiveId" clId="{3A972654-0C96-4508-B0CA-844B87872D2D}" dt="2024-05-03T00:24:50.121" v="3157" actId="20577"/>
          <ac:spMkLst>
            <pc:docMk/>
            <pc:sldMk cId="364954851" sldId="318"/>
            <ac:spMk id="2" creationId="{2E243026-E16F-9CDD-AE56-CF691B008A41}"/>
          </ac:spMkLst>
        </pc:spChg>
      </pc:sldChg>
      <pc:sldChg chg="del">
        <pc:chgData name="Jefferson Passerini" userId="ec684a97d9b6a829" providerId="LiveId" clId="{3A972654-0C96-4508-B0CA-844B87872D2D}" dt="2024-05-02T23:08:41.774" v="60" actId="47"/>
        <pc:sldMkLst>
          <pc:docMk/>
          <pc:sldMk cId="3596911068" sldId="318"/>
        </pc:sldMkLst>
      </pc:sldChg>
      <pc:sldChg chg="del">
        <pc:chgData name="Jefferson Passerini" userId="ec684a97d9b6a829" providerId="LiveId" clId="{3A972654-0C96-4508-B0CA-844B87872D2D}" dt="2024-05-02T23:08:41.383" v="59" actId="47"/>
        <pc:sldMkLst>
          <pc:docMk/>
          <pc:sldMk cId="1113525720" sldId="319"/>
        </pc:sldMkLst>
      </pc:sldChg>
      <pc:sldChg chg="modSp add mod ord">
        <pc:chgData name="Jefferson Passerini" userId="ec684a97d9b6a829" providerId="LiveId" clId="{3A972654-0C96-4508-B0CA-844B87872D2D}" dt="2024-05-03T00:43:13.646" v="4147" actId="15"/>
        <pc:sldMkLst>
          <pc:docMk/>
          <pc:sldMk cId="3649811958" sldId="319"/>
        </pc:sldMkLst>
        <pc:spChg chg="mod">
          <ac:chgData name="Jefferson Passerini" userId="ec684a97d9b6a829" providerId="LiveId" clId="{3A972654-0C96-4508-B0CA-844B87872D2D}" dt="2024-05-03T00:43:13.646" v="4147" actId="15"/>
          <ac:spMkLst>
            <pc:docMk/>
            <pc:sldMk cId="3649811958" sldId="319"/>
            <ac:spMk id="3" creationId="{212081E4-07F6-C689-2ACC-B6CADD634983}"/>
          </ac:spMkLst>
        </pc:spChg>
      </pc:sldChg>
      <pc:sldChg chg="del">
        <pc:chgData name="Jefferson Passerini" userId="ec684a97d9b6a829" providerId="LiveId" clId="{3A972654-0C96-4508-B0CA-844B87872D2D}" dt="2024-05-02T23:08:34.618" v="36" actId="47"/>
        <pc:sldMkLst>
          <pc:docMk/>
          <pc:sldMk cId="1582111537" sldId="320"/>
        </pc:sldMkLst>
      </pc:sldChg>
      <pc:sldChg chg="modSp add mod">
        <pc:chgData name="Jefferson Passerini" userId="ec684a97d9b6a829" providerId="LiveId" clId="{3A972654-0C96-4508-B0CA-844B87872D2D}" dt="2024-05-03T00:28:28.028" v="3512" actId="20577"/>
        <pc:sldMkLst>
          <pc:docMk/>
          <pc:sldMk cId="3171236572" sldId="320"/>
        </pc:sldMkLst>
        <pc:spChg chg="mod">
          <ac:chgData name="Jefferson Passerini" userId="ec684a97d9b6a829" providerId="LiveId" clId="{3A972654-0C96-4508-B0CA-844B87872D2D}" dt="2024-05-03T00:28:28.028" v="3512" actId="20577"/>
          <ac:spMkLst>
            <pc:docMk/>
            <pc:sldMk cId="3171236572" sldId="320"/>
            <ac:spMk id="3" creationId="{212081E4-07F6-C689-2ACC-B6CADD634983}"/>
          </ac:spMkLst>
        </pc:spChg>
      </pc:sldChg>
      <pc:sldChg chg="del">
        <pc:chgData name="Jefferson Passerini" userId="ec684a97d9b6a829" providerId="LiveId" clId="{3A972654-0C96-4508-B0CA-844B87872D2D}" dt="2024-05-02T23:08:34.836" v="37" actId="47"/>
        <pc:sldMkLst>
          <pc:docMk/>
          <pc:sldMk cId="584452062" sldId="321"/>
        </pc:sldMkLst>
      </pc:sldChg>
      <pc:sldChg chg="modSp add mod">
        <pc:chgData name="Jefferson Passerini" userId="ec684a97d9b6a829" providerId="LiveId" clId="{3A972654-0C96-4508-B0CA-844B87872D2D}" dt="2024-05-03T00:31:36.833" v="3852" actId="20577"/>
        <pc:sldMkLst>
          <pc:docMk/>
          <pc:sldMk cId="1908966349" sldId="321"/>
        </pc:sldMkLst>
        <pc:spChg chg="mod">
          <ac:chgData name="Jefferson Passerini" userId="ec684a97d9b6a829" providerId="LiveId" clId="{3A972654-0C96-4508-B0CA-844B87872D2D}" dt="2024-05-03T00:31:36.833" v="3852" actId="20577"/>
          <ac:spMkLst>
            <pc:docMk/>
            <pc:sldMk cId="1908966349" sldId="321"/>
            <ac:spMk id="3" creationId="{212081E4-07F6-C689-2ACC-B6CADD634983}"/>
          </ac:spMkLst>
        </pc:spChg>
      </pc:sldChg>
      <pc:sldChg chg="del">
        <pc:chgData name="Jefferson Passerini" userId="ec684a97d9b6a829" providerId="LiveId" clId="{3A972654-0C96-4508-B0CA-844B87872D2D}" dt="2024-05-02T23:08:35.008" v="38" actId="47"/>
        <pc:sldMkLst>
          <pc:docMk/>
          <pc:sldMk cId="1217285140" sldId="322"/>
        </pc:sldMkLst>
      </pc:sldChg>
      <pc:sldChg chg="modSp add mod">
        <pc:chgData name="Jefferson Passerini" userId="ec684a97d9b6a829" providerId="LiveId" clId="{3A972654-0C96-4508-B0CA-844B87872D2D}" dt="2024-05-03T00:32:57.336" v="4064" actId="20577"/>
        <pc:sldMkLst>
          <pc:docMk/>
          <pc:sldMk cId="1244849322" sldId="322"/>
        </pc:sldMkLst>
        <pc:spChg chg="mod">
          <ac:chgData name="Jefferson Passerini" userId="ec684a97d9b6a829" providerId="LiveId" clId="{3A972654-0C96-4508-B0CA-844B87872D2D}" dt="2024-05-03T00:32:57.336" v="4064" actId="20577"/>
          <ac:spMkLst>
            <pc:docMk/>
            <pc:sldMk cId="1244849322" sldId="322"/>
            <ac:spMk id="3" creationId="{212081E4-07F6-C689-2ACC-B6CADD634983}"/>
          </ac:spMkLst>
        </pc:spChg>
      </pc:sldChg>
      <pc:sldChg chg="add del ord">
        <pc:chgData name="Jefferson Passerini" userId="ec684a97d9b6a829" providerId="LiveId" clId="{3A972654-0C96-4508-B0CA-844B87872D2D}" dt="2024-05-03T00:34:21.906" v="4070" actId="47"/>
        <pc:sldMkLst>
          <pc:docMk/>
          <pc:sldMk cId="924573683" sldId="323"/>
        </pc:sldMkLst>
      </pc:sldChg>
      <pc:sldChg chg="del">
        <pc:chgData name="Jefferson Passerini" userId="ec684a97d9b6a829" providerId="LiveId" clId="{3A972654-0C96-4508-B0CA-844B87872D2D}" dt="2024-05-02T23:08:38.602" v="51" actId="47"/>
        <pc:sldMkLst>
          <pc:docMk/>
          <pc:sldMk cId="1011654986" sldId="323"/>
        </pc:sldMkLst>
      </pc:sldChg>
      <pc:sldChg chg="modSp add mod">
        <pc:chgData name="Jefferson Passerini" userId="ec684a97d9b6a829" providerId="LiveId" clId="{3A972654-0C96-4508-B0CA-844B87872D2D}" dt="2024-05-03T00:43:18.895" v="4149" actId="15"/>
        <pc:sldMkLst>
          <pc:docMk/>
          <pc:sldMk cId="1608746992" sldId="323"/>
        </pc:sldMkLst>
        <pc:spChg chg="mod">
          <ac:chgData name="Jefferson Passerini" userId="ec684a97d9b6a829" providerId="LiveId" clId="{3A972654-0C96-4508-B0CA-844B87872D2D}" dt="2024-05-03T00:43:18.895" v="4149" actId="15"/>
          <ac:spMkLst>
            <pc:docMk/>
            <pc:sldMk cId="1608746992" sldId="323"/>
            <ac:spMk id="3" creationId="{212081E4-07F6-C689-2ACC-B6CADD634983}"/>
          </ac:spMkLst>
        </pc:spChg>
      </pc:sldChg>
      <pc:sldChg chg="del">
        <pc:chgData name="Jefferson Passerini" userId="ec684a97d9b6a829" providerId="LiveId" clId="{3A972654-0C96-4508-B0CA-844B87872D2D}" dt="2024-05-02T23:08:39.071" v="52" actId="47"/>
        <pc:sldMkLst>
          <pc:docMk/>
          <pc:sldMk cId="1411374539" sldId="324"/>
        </pc:sldMkLst>
      </pc:sldChg>
      <pc:sldChg chg="modSp add mod">
        <pc:chgData name="Jefferson Passerini" userId="ec684a97d9b6a829" providerId="LiveId" clId="{3A972654-0C96-4508-B0CA-844B87872D2D}" dt="2024-05-03T00:43:24.071" v="4151" actId="15"/>
        <pc:sldMkLst>
          <pc:docMk/>
          <pc:sldMk cId="4097210194" sldId="324"/>
        </pc:sldMkLst>
        <pc:spChg chg="mod">
          <ac:chgData name="Jefferson Passerini" userId="ec684a97d9b6a829" providerId="LiveId" clId="{3A972654-0C96-4508-B0CA-844B87872D2D}" dt="2024-05-03T00:43:24.071" v="4151" actId="15"/>
          <ac:spMkLst>
            <pc:docMk/>
            <pc:sldMk cId="4097210194" sldId="324"/>
            <ac:spMk id="3" creationId="{212081E4-07F6-C689-2ACC-B6CADD634983}"/>
          </ac:spMkLst>
        </pc:spChg>
      </pc:sldChg>
      <pc:sldChg chg="del">
        <pc:chgData name="Jefferson Passerini" userId="ec684a97d9b6a829" providerId="LiveId" clId="{3A972654-0C96-4508-B0CA-844B87872D2D}" dt="2024-05-02T23:08:39.336" v="53" actId="47"/>
        <pc:sldMkLst>
          <pc:docMk/>
          <pc:sldMk cId="2255778699" sldId="325"/>
        </pc:sldMkLst>
      </pc:sldChg>
      <pc:sldChg chg="modSp add mod">
        <pc:chgData name="Jefferson Passerini" userId="ec684a97d9b6a829" providerId="LiveId" clId="{3A972654-0C96-4508-B0CA-844B87872D2D}" dt="2024-05-03T00:43:29.803" v="4153" actId="15"/>
        <pc:sldMkLst>
          <pc:docMk/>
          <pc:sldMk cId="3517223976" sldId="325"/>
        </pc:sldMkLst>
        <pc:spChg chg="mod">
          <ac:chgData name="Jefferson Passerini" userId="ec684a97d9b6a829" providerId="LiveId" clId="{3A972654-0C96-4508-B0CA-844B87872D2D}" dt="2024-05-03T00:43:29.803" v="4153" actId="15"/>
          <ac:spMkLst>
            <pc:docMk/>
            <pc:sldMk cId="3517223976" sldId="325"/>
            <ac:spMk id="3" creationId="{212081E4-07F6-C689-2ACC-B6CADD634983}"/>
          </ac:spMkLst>
        </pc:spChg>
      </pc:sldChg>
      <pc:sldChg chg="modSp add mod">
        <pc:chgData name="Jefferson Passerini" userId="ec684a97d9b6a829" providerId="LiveId" clId="{3A972654-0C96-4508-B0CA-844B87872D2D}" dt="2024-05-03T00:39:38.315" v="4144" actId="20577"/>
        <pc:sldMkLst>
          <pc:docMk/>
          <pc:sldMk cId="2240899696" sldId="326"/>
        </pc:sldMkLst>
        <pc:spChg chg="mod">
          <ac:chgData name="Jefferson Passerini" userId="ec684a97d9b6a829" providerId="LiveId" clId="{3A972654-0C96-4508-B0CA-844B87872D2D}" dt="2024-05-03T00:39:38.315" v="4144" actId="20577"/>
          <ac:spMkLst>
            <pc:docMk/>
            <pc:sldMk cId="2240899696" sldId="326"/>
            <ac:spMk id="3" creationId="{212081E4-07F6-C689-2ACC-B6CADD634983}"/>
          </ac:spMkLst>
        </pc:spChg>
      </pc:sldChg>
      <pc:sldChg chg="del">
        <pc:chgData name="Jefferson Passerini" userId="ec684a97d9b6a829" providerId="LiveId" clId="{3A972654-0C96-4508-B0CA-844B87872D2D}" dt="2024-05-02T23:08:39.571" v="54" actId="47"/>
        <pc:sldMkLst>
          <pc:docMk/>
          <pc:sldMk cId="3607872033" sldId="326"/>
        </pc:sldMkLst>
      </pc:sldChg>
      <pc:sldChg chg="del">
        <pc:chgData name="Jefferson Passerini" userId="ec684a97d9b6a829" providerId="LiveId" clId="{3A972654-0C96-4508-B0CA-844B87872D2D}" dt="2024-05-02T23:08:39.930" v="55" actId="47"/>
        <pc:sldMkLst>
          <pc:docMk/>
          <pc:sldMk cId="2301864585" sldId="327"/>
        </pc:sldMkLst>
      </pc:sldChg>
      <pc:sldChg chg="del">
        <pc:chgData name="Jefferson Passerini" userId="ec684a97d9b6a829" providerId="LiveId" clId="{3A972654-0C96-4508-B0CA-844B87872D2D}" dt="2024-05-02T23:08:40.305" v="56" actId="47"/>
        <pc:sldMkLst>
          <pc:docMk/>
          <pc:sldMk cId="1857515156" sldId="328"/>
        </pc:sldMkLst>
      </pc:sldChg>
      <pc:sldChg chg="del">
        <pc:chgData name="Jefferson Passerini" userId="ec684a97d9b6a829" providerId="LiveId" clId="{3A972654-0C96-4508-B0CA-844B87872D2D}" dt="2024-05-02T23:08:40.555" v="57" actId="47"/>
        <pc:sldMkLst>
          <pc:docMk/>
          <pc:sldMk cId="3880428863" sldId="329"/>
        </pc:sldMkLst>
      </pc:sldChg>
      <pc:sldChg chg="del">
        <pc:chgData name="Jefferson Passerini" userId="ec684a97d9b6a829" providerId="LiveId" clId="{3A972654-0C96-4508-B0CA-844B87872D2D}" dt="2024-05-02T23:08:40.883" v="58" actId="47"/>
        <pc:sldMkLst>
          <pc:docMk/>
          <pc:sldMk cId="4260683160" sldId="330"/>
        </pc:sldMkLst>
      </pc:sldChg>
    </pc:docChg>
  </pc:docChgLst>
  <pc:docChgLst>
    <pc:chgData name="Jefferson Passerini" userId="ec684a97d9b6a829" providerId="LiveId" clId="{0D3EC812-DF3E-44FC-AEC5-A86A05F03D8F}"/>
    <pc:docChg chg="undo custSel addSld delSld modSld sldOrd">
      <pc:chgData name="Jefferson Passerini" userId="ec684a97d9b6a829" providerId="LiveId" clId="{0D3EC812-DF3E-44FC-AEC5-A86A05F03D8F}" dt="2024-04-09T20:24:16.050" v="9484" actId="167"/>
      <pc:docMkLst>
        <pc:docMk/>
      </pc:docMkLst>
      <pc:sldChg chg="addSp delSp modSp mod modAnim">
        <pc:chgData name="Jefferson Passerini" userId="ec684a97d9b6a829" providerId="LiveId" clId="{0D3EC812-DF3E-44FC-AEC5-A86A05F03D8F}" dt="2024-04-09T12:36:28.564" v="327" actId="20577"/>
        <pc:sldMkLst>
          <pc:docMk/>
          <pc:sldMk cId="3568309152" sldId="256"/>
        </pc:sldMkLst>
        <pc:spChg chg="mod">
          <ac:chgData name="Jefferson Passerini" userId="ec684a97d9b6a829" providerId="LiveId" clId="{0D3EC812-DF3E-44FC-AEC5-A86A05F03D8F}" dt="2024-04-09T12:32:07.290" v="16" actId="20577"/>
          <ac:spMkLst>
            <pc:docMk/>
            <pc:sldMk cId="3568309152" sldId="256"/>
            <ac:spMk id="2" creationId="{2E243026-E16F-9CDD-AE56-CF691B008A41}"/>
          </ac:spMkLst>
        </pc:spChg>
        <pc:spChg chg="mod">
          <ac:chgData name="Jefferson Passerini" userId="ec684a97d9b6a829" providerId="LiveId" clId="{0D3EC812-DF3E-44FC-AEC5-A86A05F03D8F}" dt="2024-04-09T12:36:28.564" v="327" actId="20577"/>
          <ac:spMkLst>
            <pc:docMk/>
            <pc:sldMk cId="3568309152" sldId="256"/>
            <ac:spMk id="3" creationId="{A782A01C-CDB4-BEF0-9F78-DD3F68C87023}"/>
          </ac:spMkLst>
        </pc:spChg>
        <pc:spChg chg="del">
          <ac:chgData name="Jefferson Passerini" userId="ec684a97d9b6a829" providerId="LiveId" clId="{0D3EC812-DF3E-44FC-AEC5-A86A05F03D8F}" dt="2024-04-09T12:31:36.493" v="4" actId="26606"/>
          <ac:spMkLst>
            <pc:docMk/>
            <pc:sldMk cId="3568309152" sldId="256"/>
            <ac:spMk id="96" creationId="{6CCA5F87-1D1E-45CB-8D83-FC7EEFAD9935}"/>
          </ac:spMkLst>
        </pc:spChg>
        <pc:spChg chg="del">
          <ac:chgData name="Jefferson Passerini" userId="ec684a97d9b6a829" providerId="LiveId" clId="{0D3EC812-DF3E-44FC-AEC5-A86A05F03D8F}" dt="2024-04-09T12:31:36.493" v="4" actId="26606"/>
          <ac:spMkLst>
            <pc:docMk/>
            <pc:sldMk cId="3568309152" sldId="256"/>
            <ac:spMk id="97" creationId="{7CCFC2C6-6238-4A2F-93DE-2ADF74AF635E}"/>
          </ac:spMkLst>
        </pc:spChg>
        <pc:spChg chg="del">
          <ac:chgData name="Jefferson Passerini" userId="ec684a97d9b6a829" providerId="LiveId" clId="{0D3EC812-DF3E-44FC-AEC5-A86A05F03D8F}" dt="2024-04-09T12:31:36.493" v="4" actId="26606"/>
          <ac:spMkLst>
            <pc:docMk/>
            <pc:sldMk cId="3568309152" sldId="256"/>
            <ac:spMk id="98" creationId="{AF2F604E-43BE-4DC3-B983-E071523364F8}"/>
          </ac:spMkLst>
        </pc:spChg>
        <pc:spChg chg="del">
          <ac:chgData name="Jefferson Passerini" userId="ec684a97d9b6a829" providerId="LiveId" clId="{0D3EC812-DF3E-44FC-AEC5-A86A05F03D8F}" dt="2024-04-09T12:31:36.493" v="4" actId="26606"/>
          <ac:spMkLst>
            <pc:docMk/>
            <pc:sldMk cId="3568309152" sldId="256"/>
            <ac:spMk id="99" creationId="{08C9B587-E65E-4B52-B37C-ABEBB6E87928}"/>
          </ac:spMkLst>
        </pc:spChg>
        <pc:spChg chg="add">
          <ac:chgData name="Jefferson Passerini" userId="ec684a97d9b6a829" providerId="LiveId" clId="{0D3EC812-DF3E-44FC-AEC5-A86A05F03D8F}" dt="2024-04-09T12:31:36.493" v="4" actId="26606"/>
          <ac:spMkLst>
            <pc:docMk/>
            <pc:sldMk cId="3568309152" sldId="256"/>
            <ac:spMk id="104" creationId="{E91DC736-0EF8-4F87-9146-EBF1D2EE4D3D}"/>
          </ac:spMkLst>
        </pc:spChg>
        <pc:spChg chg="add">
          <ac:chgData name="Jefferson Passerini" userId="ec684a97d9b6a829" providerId="LiveId" clId="{0D3EC812-DF3E-44FC-AEC5-A86A05F03D8F}" dt="2024-04-09T12:31:36.493" v="4" actId="26606"/>
          <ac:spMkLst>
            <pc:docMk/>
            <pc:sldMk cId="3568309152" sldId="256"/>
            <ac:spMk id="106" creationId="{097CD68E-23E3-4007-8847-CD0944C4F7BE}"/>
          </ac:spMkLst>
        </pc:spChg>
        <pc:spChg chg="add">
          <ac:chgData name="Jefferson Passerini" userId="ec684a97d9b6a829" providerId="LiveId" clId="{0D3EC812-DF3E-44FC-AEC5-A86A05F03D8F}" dt="2024-04-09T12:31:36.493" v="4" actId="26606"/>
          <ac:spMkLst>
            <pc:docMk/>
            <pc:sldMk cId="3568309152" sldId="256"/>
            <ac:spMk id="108" creationId="{AF2F604E-43BE-4DC3-B983-E071523364F8}"/>
          </ac:spMkLst>
        </pc:spChg>
        <pc:spChg chg="add">
          <ac:chgData name="Jefferson Passerini" userId="ec684a97d9b6a829" providerId="LiveId" clId="{0D3EC812-DF3E-44FC-AEC5-A86A05F03D8F}" dt="2024-04-09T12:31:36.493" v="4" actId="26606"/>
          <ac:spMkLst>
            <pc:docMk/>
            <pc:sldMk cId="3568309152" sldId="256"/>
            <ac:spMk id="110" creationId="{08C9B587-E65E-4B52-B37C-ABEBB6E87928}"/>
          </ac:spMkLst>
        </pc:spChg>
        <pc:picChg chg="del">
          <ac:chgData name="Jefferson Passerini" userId="ec684a97d9b6a829" providerId="LiveId" clId="{0D3EC812-DF3E-44FC-AEC5-A86A05F03D8F}" dt="2024-04-09T12:31:12.833" v="0" actId="478"/>
          <ac:picMkLst>
            <pc:docMk/>
            <pc:sldMk cId="3568309152" sldId="256"/>
            <ac:picMk id="5" creationId="{EBE3FC52-5A76-24EA-1193-423900A04683}"/>
          </ac:picMkLst>
        </pc:picChg>
        <pc:picChg chg="add mod ord">
          <ac:chgData name="Jefferson Passerini" userId="ec684a97d9b6a829" providerId="LiveId" clId="{0D3EC812-DF3E-44FC-AEC5-A86A05F03D8F}" dt="2024-04-09T12:31:36.493" v="4" actId="26606"/>
          <ac:picMkLst>
            <pc:docMk/>
            <pc:sldMk cId="3568309152" sldId="256"/>
            <ac:picMk id="6" creationId="{69DA8472-7E3F-2254-D8D7-742CBD470254}"/>
          </ac:picMkLst>
        </pc:picChg>
      </pc:sldChg>
      <pc:sldChg chg="del">
        <pc:chgData name="Jefferson Passerini" userId="ec684a97d9b6a829" providerId="LiveId" clId="{0D3EC812-DF3E-44FC-AEC5-A86A05F03D8F}" dt="2024-04-09T12:33:02.174" v="57" actId="47"/>
        <pc:sldMkLst>
          <pc:docMk/>
          <pc:sldMk cId="0" sldId="281"/>
        </pc:sldMkLst>
      </pc:sldChg>
      <pc:sldChg chg="del">
        <pc:chgData name="Jefferson Passerini" userId="ec684a97d9b6a829" providerId="LiveId" clId="{0D3EC812-DF3E-44FC-AEC5-A86A05F03D8F}" dt="2024-04-09T12:33:02.596" v="58" actId="47"/>
        <pc:sldMkLst>
          <pc:docMk/>
          <pc:sldMk cId="0" sldId="282"/>
        </pc:sldMkLst>
      </pc:sldChg>
      <pc:sldChg chg="modSp mod">
        <pc:chgData name="Jefferson Passerini" userId="ec684a97d9b6a829" providerId="LiveId" clId="{0D3EC812-DF3E-44FC-AEC5-A86A05F03D8F}" dt="2024-04-09T12:34:50.462" v="315" actId="20577"/>
        <pc:sldMkLst>
          <pc:docMk/>
          <pc:sldMk cId="1879529569" sldId="287"/>
        </pc:sldMkLst>
        <pc:spChg chg="mod">
          <ac:chgData name="Jefferson Passerini" userId="ec684a97d9b6a829" providerId="LiveId" clId="{0D3EC812-DF3E-44FC-AEC5-A86A05F03D8F}" dt="2024-04-09T12:34:50.462" v="315" actId="20577"/>
          <ac:spMkLst>
            <pc:docMk/>
            <pc:sldMk cId="1879529569" sldId="287"/>
            <ac:spMk id="3" creationId="{212081E4-07F6-C689-2ACC-B6CADD634983}"/>
          </ac:spMkLst>
        </pc:spChg>
        <pc:spChg chg="mod">
          <ac:chgData name="Jefferson Passerini" userId="ec684a97d9b6a829" providerId="LiveId" clId="{0D3EC812-DF3E-44FC-AEC5-A86A05F03D8F}" dt="2024-04-09T12:32:37.951" v="42" actId="20577"/>
          <ac:spMkLst>
            <pc:docMk/>
            <pc:sldMk cId="1879529569" sldId="287"/>
            <ac:spMk id="4" creationId="{5EA05B02-D80D-3624-D3E0-6EB75542A97B}"/>
          </ac:spMkLst>
        </pc:spChg>
      </pc:sldChg>
      <pc:sldChg chg="modSp add mod">
        <pc:chgData name="Jefferson Passerini" userId="ec684a97d9b6a829" providerId="LiveId" clId="{0D3EC812-DF3E-44FC-AEC5-A86A05F03D8F}" dt="2024-04-09T12:38:54.916" v="752" actId="20577"/>
        <pc:sldMkLst>
          <pc:docMk/>
          <pc:sldMk cId="1674745473" sldId="288"/>
        </pc:sldMkLst>
        <pc:spChg chg="mod">
          <ac:chgData name="Jefferson Passerini" userId="ec684a97d9b6a829" providerId="LiveId" clId="{0D3EC812-DF3E-44FC-AEC5-A86A05F03D8F}" dt="2024-04-09T12:38:54.916" v="752" actId="20577"/>
          <ac:spMkLst>
            <pc:docMk/>
            <pc:sldMk cId="1674745473" sldId="288"/>
            <ac:spMk id="3" creationId="{212081E4-07F6-C689-2ACC-B6CADD634983}"/>
          </ac:spMkLst>
        </pc:spChg>
      </pc:sldChg>
      <pc:sldChg chg="del">
        <pc:chgData name="Jefferson Passerini" userId="ec684a97d9b6a829" providerId="LiveId" clId="{0D3EC812-DF3E-44FC-AEC5-A86A05F03D8F}" dt="2024-04-09T12:32:55.126" v="43" actId="47"/>
        <pc:sldMkLst>
          <pc:docMk/>
          <pc:sldMk cId="3340361584" sldId="288"/>
        </pc:sldMkLst>
      </pc:sldChg>
      <pc:sldChg chg="del">
        <pc:chgData name="Jefferson Passerini" userId="ec684a97d9b6a829" providerId="LiveId" clId="{0D3EC812-DF3E-44FC-AEC5-A86A05F03D8F}" dt="2024-04-09T12:32:55.642" v="44" actId="47"/>
        <pc:sldMkLst>
          <pc:docMk/>
          <pc:sldMk cId="3299808390" sldId="289"/>
        </pc:sldMkLst>
      </pc:sldChg>
      <pc:sldChg chg="modSp add mod">
        <pc:chgData name="Jefferson Passerini" userId="ec684a97d9b6a829" providerId="LiveId" clId="{0D3EC812-DF3E-44FC-AEC5-A86A05F03D8F}" dt="2024-04-09T12:49:02.087" v="1956" actId="20577"/>
        <pc:sldMkLst>
          <pc:docMk/>
          <pc:sldMk cId="4203491517" sldId="289"/>
        </pc:sldMkLst>
        <pc:spChg chg="mod">
          <ac:chgData name="Jefferson Passerini" userId="ec684a97d9b6a829" providerId="LiveId" clId="{0D3EC812-DF3E-44FC-AEC5-A86A05F03D8F}" dt="2024-04-09T12:49:02.087" v="1956" actId="20577"/>
          <ac:spMkLst>
            <pc:docMk/>
            <pc:sldMk cId="4203491517" sldId="289"/>
            <ac:spMk id="3" creationId="{212081E4-07F6-C689-2ACC-B6CADD634983}"/>
          </ac:spMkLst>
        </pc:spChg>
      </pc:sldChg>
      <pc:sldChg chg="addSp modSp add mod">
        <pc:chgData name="Jefferson Passerini" userId="ec684a97d9b6a829" providerId="LiveId" clId="{0D3EC812-DF3E-44FC-AEC5-A86A05F03D8F}" dt="2024-04-09T12:49:08.478" v="1965" actId="20577"/>
        <pc:sldMkLst>
          <pc:docMk/>
          <pc:sldMk cId="609538053" sldId="290"/>
        </pc:sldMkLst>
        <pc:spChg chg="mod">
          <ac:chgData name="Jefferson Passerini" userId="ec684a97d9b6a829" providerId="LiveId" clId="{0D3EC812-DF3E-44FC-AEC5-A86A05F03D8F}" dt="2024-04-09T12:49:08.478" v="1965" actId="20577"/>
          <ac:spMkLst>
            <pc:docMk/>
            <pc:sldMk cId="609538053" sldId="290"/>
            <ac:spMk id="3" creationId="{212081E4-07F6-C689-2ACC-B6CADD634983}"/>
          </ac:spMkLst>
        </pc:spChg>
        <pc:picChg chg="add mod">
          <ac:chgData name="Jefferson Passerini" userId="ec684a97d9b6a829" providerId="LiveId" clId="{0D3EC812-DF3E-44FC-AEC5-A86A05F03D8F}" dt="2024-04-09T12:42:46.514" v="1330" actId="1076"/>
          <ac:picMkLst>
            <pc:docMk/>
            <pc:sldMk cId="609538053" sldId="290"/>
            <ac:picMk id="5" creationId="{72766D69-5BF6-FE60-A6BC-81CAFE24F938}"/>
          </ac:picMkLst>
        </pc:picChg>
      </pc:sldChg>
      <pc:sldChg chg="del">
        <pc:chgData name="Jefferson Passerini" userId="ec684a97d9b6a829" providerId="LiveId" clId="{0D3EC812-DF3E-44FC-AEC5-A86A05F03D8F}" dt="2024-04-09T12:32:56.142" v="45" actId="47"/>
        <pc:sldMkLst>
          <pc:docMk/>
          <pc:sldMk cId="3147987833" sldId="290"/>
        </pc:sldMkLst>
      </pc:sldChg>
      <pc:sldChg chg="modSp add mod ord">
        <pc:chgData name="Jefferson Passerini" userId="ec684a97d9b6a829" providerId="LiveId" clId="{0D3EC812-DF3E-44FC-AEC5-A86A05F03D8F}" dt="2024-04-09T12:49:14.136" v="1974" actId="20577"/>
        <pc:sldMkLst>
          <pc:docMk/>
          <pc:sldMk cId="1617562970" sldId="291"/>
        </pc:sldMkLst>
        <pc:spChg chg="mod">
          <ac:chgData name="Jefferson Passerini" userId="ec684a97d9b6a829" providerId="LiveId" clId="{0D3EC812-DF3E-44FC-AEC5-A86A05F03D8F}" dt="2024-04-09T12:49:14.136" v="1974" actId="20577"/>
          <ac:spMkLst>
            <pc:docMk/>
            <pc:sldMk cId="1617562970" sldId="291"/>
            <ac:spMk id="3" creationId="{212081E4-07F6-C689-2ACC-B6CADD634983}"/>
          </ac:spMkLst>
        </pc:spChg>
      </pc:sldChg>
      <pc:sldChg chg="del">
        <pc:chgData name="Jefferson Passerini" userId="ec684a97d9b6a829" providerId="LiveId" clId="{0D3EC812-DF3E-44FC-AEC5-A86A05F03D8F}" dt="2024-04-09T12:32:58.782" v="50" actId="47"/>
        <pc:sldMkLst>
          <pc:docMk/>
          <pc:sldMk cId="1814237130" sldId="291"/>
        </pc:sldMkLst>
      </pc:sldChg>
      <pc:sldChg chg="del">
        <pc:chgData name="Jefferson Passerini" userId="ec684a97d9b6a829" providerId="LiveId" clId="{0D3EC812-DF3E-44FC-AEC5-A86A05F03D8F}" dt="2024-04-09T12:32:56.673" v="46" actId="47"/>
        <pc:sldMkLst>
          <pc:docMk/>
          <pc:sldMk cId="3227021232" sldId="292"/>
        </pc:sldMkLst>
      </pc:sldChg>
      <pc:sldChg chg="addSp modSp add mod">
        <pc:chgData name="Jefferson Passerini" userId="ec684a97d9b6a829" providerId="LiveId" clId="{0D3EC812-DF3E-44FC-AEC5-A86A05F03D8F}" dt="2024-04-09T12:51:13.184" v="2136" actId="20577"/>
        <pc:sldMkLst>
          <pc:docMk/>
          <pc:sldMk cId="3615857752" sldId="292"/>
        </pc:sldMkLst>
        <pc:spChg chg="mod">
          <ac:chgData name="Jefferson Passerini" userId="ec684a97d9b6a829" providerId="LiveId" clId="{0D3EC812-DF3E-44FC-AEC5-A86A05F03D8F}" dt="2024-04-09T12:51:13.184" v="2136" actId="20577"/>
          <ac:spMkLst>
            <pc:docMk/>
            <pc:sldMk cId="3615857752" sldId="292"/>
            <ac:spMk id="3" creationId="{212081E4-07F6-C689-2ACC-B6CADD634983}"/>
          </ac:spMkLst>
        </pc:spChg>
        <pc:picChg chg="add mod">
          <ac:chgData name="Jefferson Passerini" userId="ec684a97d9b6a829" providerId="LiveId" clId="{0D3EC812-DF3E-44FC-AEC5-A86A05F03D8F}" dt="2024-04-09T12:50:48.936" v="2093" actId="1076"/>
          <ac:picMkLst>
            <pc:docMk/>
            <pc:sldMk cId="3615857752" sldId="292"/>
            <ac:picMk id="5" creationId="{B5D59B9C-A662-40B2-3EF4-B913FA7D95E3}"/>
          </ac:picMkLst>
        </pc:picChg>
      </pc:sldChg>
      <pc:sldChg chg="del">
        <pc:chgData name="Jefferson Passerini" userId="ec684a97d9b6a829" providerId="LiveId" clId="{0D3EC812-DF3E-44FC-AEC5-A86A05F03D8F}" dt="2024-04-09T12:32:57.267" v="47" actId="47"/>
        <pc:sldMkLst>
          <pc:docMk/>
          <pc:sldMk cId="2577409923" sldId="293"/>
        </pc:sldMkLst>
      </pc:sldChg>
      <pc:sldChg chg="addSp delSp modSp add mod">
        <pc:chgData name="Jefferson Passerini" userId="ec684a97d9b6a829" providerId="LiveId" clId="{0D3EC812-DF3E-44FC-AEC5-A86A05F03D8F}" dt="2024-04-09T12:52:30.548" v="2308" actId="14100"/>
        <pc:sldMkLst>
          <pc:docMk/>
          <pc:sldMk cId="4170263780" sldId="293"/>
        </pc:sldMkLst>
        <pc:spChg chg="mod">
          <ac:chgData name="Jefferson Passerini" userId="ec684a97d9b6a829" providerId="LiveId" clId="{0D3EC812-DF3E-44FC-AEC5-A86A05F03D8F}" dt="2024-04-09T12:52:08.768" v="2304" actId="20577"/>
          <ac:spMkLst>
            <pc:docMk/>
            <pc:sldMk cId="4170263780" sldId="293"/>
            <ac:spMk id="3" creationId="{212081E4-07F6-C689-2ACC-B6CADD634983}"/>
          </ac:spMkLst>
        </pc:spChg>
        <pc:picChg chg="del">
          <ac:chgData name="Jefferson Passerini" userId="ec684a97d9b6a829" providerId="LiveId" clId="{0D3EC812-DF3E-44FC-AEC5-A86A05F03D8F}" dt="2024-04-09T12:52:11.675" v="2305" actId="478"/>
          <ac:picMkLst>
            <pc:docMk/>
            <pc:sldMk cId="4170263780" sldId="293"/>
            <ac:picMk id="5" creationId="{B5D59B9C-A662-40B2-3EF4-B913FA7D95E3}"/>
          </ac:picMkLst>
        </pc:picChg>
        <pc:picChg chg="add mod">
          <ac:chgData name="Jefferson Passerini" userId="ec684a97d9b6a829" providerId="LiveId" clId="{0D3EC812-DF3E-44FC-AEC5-A86A05F03D8F}" dt="2024-04-09T12:52:30.548" v="2308" actId="14100"/>
          <ac:picMkLst>
            <pc:docMk/>
            <pc:sldMk cId="4170263780" sldId="293"/>
            <ac:picMk id="6" creationId="{DDD42937-1067-2766-6211-8382AAB5DABB}"/>
          </ac:picMkLst>
        </pc:picChg>
      </pc:sldChg>
      <pc:sldChg chg="del">
        <pc:chgData name="Jefferson Passerini" userId="ec684a97d9b6a829" providerId="LiveId" clId="{0D3EC812-DF3E-44FC-AEC5-A86A05F03D8F}" dt="2024-04-09T12:32:58.235" v="49" actId="47"/>
        <pc:sldMkLst>
          <pc:docMk/>
          <pc:sldMk cId="131478967" sldId="294"/>
        </pc:sldMkLst>
      </pc:sldChg>
      <pc:sldChg chg="modSp add mod">
        <pc:chgData name="Jefferson Passerini" userId="ec684a97d9b6a829" providerId="LiveId" clId="{0D3EC812-DF3E-44FC-AEC5-A86A05F03D8F}" dt="2024-04-09T12:54:01.889" v="2584" actId="20577"/>
        <pc:sldMkLst>
          <pc:docMk/>
          <pc:sldMk cId="1714572267" sldId="294"/>
        </pc:sldMkLst>
        <pc:spChg chg="mod">
          <ac:chgData name="Jefferson Passerini" userId="ec684a97d9b6a829" providerId="LiveId" clId="{0D3EC812-DF3E-44FC-AEC5-A86A05F03D8F}" dt="2024-04-09T12:54:01.889" v="2584" actId="20577"/>
          <ac:spMkLst>
            <pc:docMk/>
            <pc:sldMk cId="1714572267" sldId="294"/>
            <ac:spMk id="3" creationId="{212081E4-07F6-C689-2ACC-B6CADD634983}"/>
          </ac:spMkLst>
        </pc:spChg>
        <pc:picChg chg="mod">
          <ac:chgData name="Jefferson Passerini" userId="ec684a97d9b6a829" providerId="LiveId" clId="{0D3EC812-DF3E-44FC-AEC5-A86A05F03D8F}" dt="2024-04-09T12:52:44.739" v="2311" actId="1076"/>
          <ac:picMkLst>
            <pc:docMk/>
            <pc:sldMk cId="1714572267" sldId="294"/>
            <ac:picMk id="6" creationId="{DDD42937-1067-2766-6211-8382AAB5DABB}"/>
          </ac:picMkLst>
        </pc:picChg>
      </pc:sldChg>
      <pc:sldChg chg="modSp add mod">
        <pc:chgData name="Jefferson Passerini" userId="ec684a97d9b6a829" providerId="LiveId" clId="{0D3EC812-DF3E-44FC-AEC5-A86A05F03D8F}" dt="2024-04-09T12:56:21.796" v="2944" actId="20577"/>
        <pc:sldMkLst>
          <pc:docMk/>
          <pc:sldMk cId="1899058648" sldId="295"/>
        </pc:sldMkLst>
        <pc:spChg chg="mod">
          <ac:chgData name="Jefferson Passerini" userId="ec684a97d9b6a829" providerId="LiveId" clId="{0D3EC812-DF3E-44FC-AEC5-A86A05F03D8F}" dt="2024-04-09T12:56:21.796" v="2944" actId="20577"/>
          <ac:spMkLst>
            <pc:docMk/>
            <pc:sldMk cId="1899058648" sldId="295"/>
            <ac:spMk id="3" creationId="{212081E4-07F6-C689-2ACC-B6CADD634983}"/>
          </ac:spMkLst>
        </pc:spChg>
      </pc:sldChg>
      <pc:sldChg chg="del">
        <pc:chgData name="Jefferson Passerini" userId="ec684a97d9b6a829" providerId="LiveId" clId="{0D3EC812-DF3E-44FC-AEC5-A86A05F03D8F}" dt="2024-04-09T12:32:57.751" v="48" actId="47"/>
        <pc:sldMkLst>
          <pc:docMk/>
          <pc:sldMk cId="2372568176" sldId="295"/>
        </pc:sldMkLst>
      </pc:sldChg>
      <pc:sldChg chg="del">
        <pc:chgData name="Jefferson Passerini" userId="ec684a97d9b6a829" providerId="LiveId" clId="{0D3EC812-DF3E-44FC-AEC5-A86A05F03D8F}" dt="2024-04-09T12:32:59.314" v="51" actId="47"/>
        <pc:sldMkLst>
          <pc:docMk/>
          <pc:sldMk cId="1899868702" sldId="296"/>
        </pc:sldMkLst>
      </pc:sldChg>
      <pc:sldChg chg="modSp add mod ord">
        <pc:chgData name="Jefferson Passerini" userId="ec684a97d9b6a829" providerId="LiveId" clId="{0D3EC812-DF3E-44FC-AEC5-A86A05F03D8F}" dt="2024-04-09T13:52:10.299" v="6706" actId="1076"/>
        <pc:sldMkLst>
          <pc:docMk/>
          <pc:sldMk cId="2389028106" sldId="296"/>
        </pc:sldMkLst>
        <pc:spChg chg="mod">
          <ac:chgData name="Jefferson Passerini" userId="ec684a97d9b6a829" providerId="LiveId" clId="{0D3EC812-DF3E-44FC-AEC5-A86A05F03D8F}" dt="2024-04-09T13:52:01.891" v="6703" actId="27636"/>
          <ac:spMkLst>
            <pc:docMk/>
            <pc:sldMk cId="2389028106" sldId="296"/>
            <ac:spMk id="3" creationId="{212081E4-07F6-C689-2ACC-B6CADD634983}"/>
          </ac:spMkLst>
        </pc:spChg>
        <pc:picChg chg="mod">
          <ac:chgData name="Jefferson Passerini" userId="ec684a97d9b6a829" providerId="LiveId" clId="{0D3EC812-DF3E-44FC-AEC5-A86A05F03D8F}" dt="2024-04-09T13:52:10.299" v="6706" actId="1076"/>
          <ac:picMkLst>
            <pc:docMk/>
            <pc:sldMk cId="2389028106" sldId="296"/>
            <ac:picMk id="6" creationId="{DDD42937-1067-2766-6211-8382AAB5DABB}"/>
          </ac:picMkLst>
        </pc:picChg>
      </pc:sldChg>
      <pc:sldChg chg="modSp add mod ord">
        <pc:chgData name="Jefferson Passerini" userId="ec684a97d9b6a829" providerId="LiveId" clId="{0D3EC812-DF3E-44FC-AEC5-A86A05F03D8F}" dt="2024-04-09T13:01:18.823" v="3584" actId="20577"/>
        <pc:sldMkLst>
          <pc:docMk/>
          <pc:sldMk cId="1074358083" sldId="297"/>
        </pc:sldMkLst>
        <pc:spChg chg="mod">
          <ac:chgData name="Jefferson Passerini" userId="ec684a97d9b6a829" providerId="LiveId" clId="{0D3EC812-DF3E-44FC-AEC5-A86A05F03D8F}" dt="2024-04-09T13:01:18.823" v="3584" actId="20577"/>
          <ac:spMkLst>
            <pc:docMk/>
            <pc:sldMk cId="1074358083" sldId="297"/>
            <ac:spMk id="3" creationId="{212081E4-07F6-C689-2ACC-B6CADD634983}"/>
          </ac:spMkLst>
        </pc:spChg>
      </pc:sldChg>
      <pc:sldChg chg="del">
        <pc:chgData name="Jefferson Passerini" userId="ec684a97d9b6a829" providerId="LiveId" clId="{0D3EC812-DF3E-44FC-AEC5-A86A05F03D8F}" dt="2024-04-09T12:33:12.784" v="77" actId="47"/>
        <pc:sldMkLst>
          <pc:docMk/>
          <pc:sldMk cId="1572291123" sldId="297"/>
        </pc:sldMkLst>
      </pc:sldChg>
      <pc:sldChg chg="addSp modSp add mod ord">
        <pc:chgData name="Jefferson Passerini" userId="ec684a97d9b6a829" providerId="LiveId" clId="{0D3EC812-DF3E-44FC-AEC5-A86A05F03D8F}" dt="2024-04-09T13:29:41.136" v="4104"/>
        <pc:sldMkLst>
          <pc:docMk/>
          <pc:sldMk cId="1909983174" sldId="298"/>
        </pc:sldMkLst>
        <pc:spChg chg="mod">
          <ac:chgData name="Jefferson Passerini" userId="ec684a97d9b6a829" providerId="LiveId" clId="{0D3EC812-DF3E-44FC-AEC5-A86A05F03D8F}" dt="2024-04-09T13:04:39.956" v="3997" actId="113"/>
          <ac:spMkLst>
            <pc:docMk/>
            <pc:sldMk cId="1909983174" sldId="298"/>
            <ac:spMk id="3" creationId="{212081E4-07F6-C689-2ACC-B6CADD634983}"/>
          </ac:spMkLst>
        </pc:spChg>
        <pc:picChg chg="add mod ord">
          <ac:chgData name="Jefferson Passerini" userId="ec684a97d9b6a829" providerId="LiveId" clId="{0D3EC812-DF3E-44FC-AEC5-A86A05F03D8F}" dt="2024-04-09T13:04:25.500" v="3993" actId="1076"/>
          <ac:picMkLst>
            <pc:docMk/>
            <pc:sldMk cId="1909983174" sldId="298"/>
            <ac:picMk id="5" creationId="{E305F1FF-FC1E-E84D-2D94-6CBB440CBB2B}"/>
          </ac:picMkLst>
        </pc:picChg>
      </pc:sldChg>
      <pc:sldChg chg="del">
        <pc:chgData name="Jefferson Passerini" userId="ec684a97d9b6a829" providerId="LiveId" clId="{0D3EC812-DF3E-44FC-AEC5-A86A05F03D8F}" dt="2024-04-09T12:33:00.642" v="54" actId="47"/>
        <pc:sldMkLst>
          <pc:docMk/>
          <pc:sldMk cId="2360396059" sldId="298"/>
        </pc:sldMkLst>
      </pc:sldChg>
      <pc:sldChg chg="del">
        <pc:chgData name="Jefferson Passerini" userId="ec684a97d9b6a829" providerId="LiveId" clId="{0D3EC812-DF3E-44FC-AEC5-A86A05F03D8F}" dt="2024-04-09T12:32:59.751" v="52" actId="47"/>
        <pc:sldMkLst>
          <pc:docMk/>
          <pc:sldMk cId="3438409202" sldId="299"/>
        </pc:sldMkLst>
      </pc:sldChg>
      <pc:sldChg chg="modSp add mod">
        <pc:chgData name="Jefferson Passerini" userId="ec684a97d9b6a829" providerId="LiveId" clId="{0D3EC812-DF3E-44FC-AEC5-A86A05F03D8F}" dt="2024-04-09T13:25:20.821" v="4007" actId="113"/>
        <pc:sldMkLst>
          <pc:docMk/>
          <pc:sldMk cId="4138135758" sldId="299"/>
        </pc:sldMkLst>
        <pc:spChg chg="mod">
          <ac:chgData name="Jefferson Passerini" userId="ec684a97d9b6a829" providerId="LiveId" clId="{0D3EC812-DF3E-44FC-AEC5-A86A05F03D8F}" dt="2024-04-09T13:25:20.821" v="4007" actId="113"/>
          <ac:spMkLst>
            <pc:docMk/>
            <pc:sldMk cId="4138135758" sldId="299"/>
            <ac:spMk id="3" creationId="{212081E4-07F6-C689-2ACC-B6CADD634983}"/>
          </ac:spMkLst>
        </pc:spChg>
      </pc:sldChg>
      <pc:sldChg chg="del">
        <pc:chgData name="Jefferson Passerini" userId="ec684a97d9b6a829" providerId="LiveId" clId="{0D3EC812-DF3E-44FC-AEC5-A86A05F03D8F}" dt="2024-04-09T12:33:00.189" v="53" actId="47"/>
        <pc:sldMkLst>
          <pc:docMk/>
          <pc:sldMk cId="2921745109" sldId="300"/>
        </pc:sldMkLst>
      </pc:sldChg>
      <pc:sldChg chg="modSp add mod ord">
        <pc:chgData name="Jefferson Passerini" userId="ec684a97d9b6a829" providerId="LiveId" clId="{0D3EC812-DF3E-44FC-AEC5-A86A05F03D8F}" dt="2024-04-09T13:29:43.983" v="4106"/>
        <pc:sldMkLst>
          <pc:docMk/>
          <pc:sldMk cId="3282531565" sldId="300"/>
        </pc:sldMkLst>
        <pc:spChg chg="mod">
          <ac:chgData name="Jefferson Passerini" userId="ec684a97d9b6a829" providerId="LiveId" clId="{0D3EC812-DF3E-44FC-AEC5-A86A05F03D8F}" dt="2024-04-09T13:26:37.676" v="4065" actId="113"/>
          <ac:spMkLst>
            <pc:docMk/>
            <pc:sldMk cId="3282531565" sldId="300"/>
            <ac:spMk id="3" creationId="{212081E4-07F6-C689-2ACC-B6CADD634983}"/>
          </ac:spMkLst>
        </pc:spChg>
      </pc:sldChg>
      <pc:sldChg chg="del">
        <pc:chgData name="Jefferson Passerini" userId="ec684a97d9b6a829" providerId="LiveId" clId="{0D3EC812-DF3E-44FC-AEC5-A86A05F03D8F}" dt="2024-04-09T12:33:01.080" v="55" actId="47"/>
        <pc:sldMkLst>
          <pc:docMk/>
          <pc:sldMk cId="41142650" sldId="301"/>
        </pc:sldMkLst>
      </pc:sldChg>
      <pc:sldChg chg="modSp add mod ord">
        <pc:chgData name="Jefferson Passerini" userId="ec684a97d9b6a829" providerId="LiveId" clId="{0D3EC812-DF3E-44FC-AEC5-A86A05F03D8F}" dt="2024-04-09T13:29:16.275" v="4102" actId="27636"/>
        <pc:sldMkLst>
          <pc:docMk/>
          <pc:sldMk cId="4243477760" sldId="301"/>
        </pc:sldMkLst>
        <pc:spChg chg="mod">
          <ac:chgData name="Jefferson Passerini" userId="ec684a97d9b6a829" providerId="LiveId" clId="{0D3EC812-DF3E-44FC-AEC5-A86A05F03D8F}" dt="2024-04-09T13:29:16.275" v="4102" actId="27636"/>
          <ac:spMkLst>
            <pc:docMk/>
            <pc:sldMk cId="4243477760" sldId="301"/>
            <ac:spMk id="3" creationId="{212081E4-07F6-C689-2ACC-B6CADD634983}"/>
          </ac:spMkLst>
        </pc:spChg>
      </pc:sldChg>
      <pc:sldChg chg="del">
        <pc:chgData name="Jefferson Passerini" userId="ec684a97d9b6a829" providerId="LiveId" clId="{0D3EC812-DF3E-44FC-AEC5-A86A05F03D8F}" dt="2024-04-09T12:33:01.689" v="56" actId="47"/>
        <pc:sldMkLst>
          <pc:docMk/>
          <pc:sldMk cId="784248606" sldId="302"/>
        </pc:sldMkLst>
      </pc:sldChg>
      <pc:sldChg chg="modSp add mod">
        <pc:chgData name="Jefferson Passerini" userId="ec684a97d9b6a829" providerId="LiveId" clId="{0D3EC812-DF3E-44FC-AEC5-A86A05F03D8F}" dt="2024-04-09T13:31:42.243" v="4144" actId="27636"/>
        <pc:sldMkLst>
          <pc:docMk/>
          <pc:sldMk cId="4282933791" sldId="302"/>
        </pc:sldMkLst>
        <pc:spChg chg="mod">
          <ac:chgData name="Jefferson Passerini" userId="ec684a97d9b6a829" providerId="LiveId" clId="{0D3EC812-DF3E-44FC-AEC5-A86A05F03D8F}" dt="2024-04-09T13:31:42.243" v="4144" actId="27636"/>
          <ac:spMkLst>
            <pc:docMk/>
            <pc:sldMk cId="4282933791" sldId="302"/>
            <ac:spMk id="3" creationId="{212081E4-07F6-C689-2ACC-B6CADD634983}"/>
          </ac:spMkLst>
        </pc:spChg>
      </pc:sldChg>
      <pc:sldChg chg="addSp delSp modSp add mod ord">
        <pc:chgData name="Jefferson Passerini" userId="ec684a97d9b6a829" providerId="LiveId" clId="{0D3EC812-DF3E-44FC-AEC5-A86A05F03D8F}" dt="2024-04-09T13:33:49.861" v="4159" actId="1036"/>
        <pc:sldMkLst>
          <pc:docMk/>
          <pc:sldMk cId="2084743815" sldId="303"/>
        </pc:sldMkLst>
        <pc:picChg chg="del">
          <ac:chgData name="Jefferson Passerini" userId="ec684a97d9b6a829" providerId="LiveId" clId="{0D3EC812-DF3E-44FC-AEC5-A86A05F03D8F}" dt="2024-04-09T13:32:51.221" v="4148" actId="478"/>
          <ac:picMkLst>
            <pc:docMk/>
            <pc:sldMk cId="2084743815" sldId="303"/>
            <ac:picMk id="5" creationId="{E305F1FF-FC1E-E84D-2D94-6CBB440CBB2B}"/>
          </ac:picMkLst>
        </pc:picChg>
        <pc:picChg chg="add mod ord">
          <ac:chgData name="Jefferson Passerini" userId="ec684a97d9b6a829" providerId="LiveId" clId="{0D3EC812-DF3E-44FC-AEC5-A86A05F03D8F}" dt="2024-04-09T13:33:49.861" v="4159" actId="1036"/>
          <ac:picMkLst>
            <pc:docMk/>
            <pc:sldMk cId="2084743815" sldId="303"/>
            <ac:picMk id="6" creationId="{D900F2EC-9DAF-86DE-4397-F4CA3DF736C7}"/>
          </ac:picMkLst>
        </pc:picChg>
      </pc:sldChg>
      <pc:sldChg chg="del">
        <pc:chgData name="Jefferson Passerini" userId="ec684a97d9b6a829" providerId="LiveId" clId="{0D3EC812-DF3E-44FC-AEC5-A86A05F03D8F}" dt="2024-04-09T12:33:04.205" v="59" actId="47"/>
        <pc:sldMkLst>
          <pc:docMk/>
          <pc:sldMk cId="2777239028" sldId="303"/>
        </pc:sldMkLst>
      </pc:sldChg>
      <pc:sldChg chg="modSp add mod">
        <pc:chgData name="Jefferson Passerini" userId="ec684a97d9b6a829" providerId="LiveId" clId="{0D3EC812-DF3E-44FC-AEC5-A86A05F03D8F}" dt="2024-04-09T13:36:43.582" v="4655" actId="20577"/>
        <pc:sldMkLst>
          <pc:docMk/>
          <pc:sldMk cId="2781354095" sldId="304"/>
        </pc:sldMkLst>
        <pc:spChg chg="mod">
          <ac:chgData name="Jefferson Passerini" userId="ec684a97d9b6a829" providerId="LiveId" clId="{0D3EC812-DF3E-44FC-AEC5-A86A05F03D8F}" dt="2024-04-09T13:36:43.582" v="4655" actId="20577"/>
          <ac:spMkLst>
            <pc:docMk/>
            <pc:sldMk cId="2781354095" sldId="304"/>
            <ac:spMk id="3" creationId="{212081E4-07F6-C689-2ACC-B6CADD634983}"/>
          </ac:spMkLst>
        </pc:spChg>
      </pc:sldChg>
      <pc:sldChg chg="del">
        <pc:chgData name="Jefferson Passerini" userId="ec684a97d9b6a829" providerId="LiveId" clId="{0D3EC812-DF3E-44FC-AEC5-A86A05F03D8F}" dt="2024-04-09T12:33:08.909" v="68" actId="47"/>
        <pc:sldMkLst>
          <pc:docMk/>
          <pc:sldMk cId="3214453046" sldId="304"/>
        </pc:sldMkLst>
      </pc:sldChg>
      <pc:sldChg chg="modSp add mod">
        <pc:chgData name="Jefferson Passerini" userId="ec684a97d9b6a829" providerId="LiveId" clId="{0D3EC812-DF3E-44FC-AEC5-A86A05F03D8F}" dt="2024-04-09T13:41:37.790" v="5173" actId="20577"/>
        <pc:sldMkLst>
          <pc:docMk/>
          <pc:sldMk cId="2920996491" sldId="305"/>
        </pc:sldMkLst>
        <pc:spChg chg="mod">
          <ac:chgData name="Jefferson Passerini" userId="ec684a97d9b6a829" providerId="LiveId" clId="{0D3EC812-DF3E-44FC-AEC5-A86A05F03D8F}" dt="2024-04-09T13:41:37.790" v="5173" actId="20577"/>
          <ac:spMkLst>
            <pc:docMk/>
            <pc:sldMk cId="2920996491" sldId="305"/>
            <ac:spMk id="3" creationId="{212081E4-07F6-C689-2ACC-B6CADD634983}"/>
          </ac:spMkLst>
        </pc:spChg>
      </pc:sldChg>
      <pc:sldChg chg="del">
        <pc:chgData name="Jefferson Passerini" userId="ec684a97d9b6a829" providerId="LiveId" clId="{0D3EC812-DF3E-44FC-AEC5-A86A05F03D8F}" dt="2024-04-09T12:33:04.689" v="60" actId="47"/>
        <pc:sldMkLst>
          <pc:docMk/>
          <pc:sldMk cId="3877001045" sldId="305"/>
        </pc:sldMkLst>
      </pc:sldChg>
      <pc:sldChg chg="modSp add mod">
        <pc:chgData name="Jefferson Passerini" userId="ec684a97d9b6a829" providerId="LiveId" clId="{0D3EC812-DF3E-44FC-AEC5-A86A05F03D8F}" dt="2024-04-09T13:45:23.311" v="5983" actId="20577"/>
        <pc:sldMkLst>
          <pc:docMk/>
          <pc:sldMk cId="815073194" sldId="306"/>
        </pc:sldMkLst>
        <pc:spChg chg="mod">
          <ac:chgData name="Jefferson Passerini" userId="ec684a97d9b6a829" providerId="LiveId" clId="{0D3EC812-DF3E-44FC-AEC5-A86A05F03D8F}" dt="2024-04-09T13:45:23.311" v="5983" actId="20577"/>
          <ac:spMkLst>
            <pc:docMk/>
            <pc:sldMk cId="815073194" sldId="306"/>
            <ac:spMk id="3" creationId="{212081E4-07F6-C689-2ACC-B6CADD634983}"/>
          </ac:spMkLst>
        </pc:spChg>
      </pc:sldChg>
      <pc:sldChg chg="del">
        <pc:chgData name="Jefferson Passerini" userId="ec684a97d9b6a829" providerId="LiveId" clId="{0D3EC812-DF3E-44FC-AEC5-A86A05F03D8F}" dt="2024-04-09T12:33:09.362" v="69" actId="47"/>
        <pc:sldMkLst>
          <pc:docMk/>
          <pc:sldMk cId="4036473807" sldId="306"/>
        </pc:sldMkLst>
      </pc:sldChg>
      <pc:sldChg chg="del">
        <pc:chgData name="Jefferson Passerini" userId="ec684a97d9b6a829" providerId="LiveId" clId="{0D3EC812-DF3E-44FC-AEC5-A86A05F03D8F}" dt="2024-04-09T12:33:05.127" v="61" actId="47"/>
        <pc:sldMkLst>
          <pc:docMk/>
          <pc:sldMk cId="2365482107" sldId="307"/>
        </pc:sldMkLst>
      </pc:sldChg>
      <pc:sldChg chg="modSp add mod">
        <pc:chgData name="Jefferson Passerini" userId="ec684a97d9b6a829" providerId="LiveId" clId="{0D3EC812-DF3E-44FC-AEC5-A86A05F03D8F}" dt="2024-04-09T13:45:16.387" v="5981" actId="20577"/>
        <pc:sldMkLst>
          <pc:docMk/>
          <pc:sldMk cId="3218803249" sldId="307"/>
        </pc:sldMkLst>
        <pc:spChg chg="mod">
          <ac:chgData name="Jefferson Passerini" userId="ec684a97d9b6a829" providerId="LiveId" clId="{0D3EC812-DF3E-44FC-AEC5-A86A05F03D8F}" dt="2024-04-09T13:45:16.387" v="5981" actId="20577"/>
          <ac:spMkLst>
            <pc:docMk/>
            <pc:sldMk cId="3218803249" sldId="307"/>
            <ac:spMk id="3" creationId="{212081E4-07F6-C689-2ACC-B6CADD634983}"/>
          </ac:spMkLst>
        </pc:spChg>
      </pc:sldChg>
      <pc:sldChg chg="modSp add mod">
        <pc:chgData name="Jefferson Passerini" userId="ec684a97d9b6a829" providerId="LiveId" clId="{0D3EC812-DF3E-44FC-AEC5-A86A05F03D8F}" dt="2024-04-09T13:48:58.049" v="6680" actId="27636"/>
        <pc:sldMkLst>
          <pc:docMk/>
          <pc:sldMk cId="3891694540" sldId="308"/>
        </pc:sldMkLst>
        <pc:spChg chg="mod">
          <ac:chgData name="Jefferson Passerini" userId="ec684a97d9b6a829" providerId="LiveId" clId="{0D3EC812-DF3E-44FC-AEC5-A86A05F03D8F}" dt="2024-04-09T13:48:58.049" v="6680" actId="27636"/>
          <ac:spMkLst>
            <pc:docMk/>
            <pc:sldMk cId="3891694540" sldId="308"/>
            <ac:spMk id="3" creationId="{212081E4-07F6-C689-2ACC-B6CADD634983}"/>
          </ac:spMkLst>
        </pc:spChg>
      </pc:sldChg>
      <pc:sldChg chg="del">
        <pc:chgData name="Jefferson Passerini" userId="ec684a97d9b6a829" providerId="LiveId" clId="{0D3EC812-DF3E-44FC-AEC5-A86A05F03D8F}" dt="2024-04-09T12:33:05.549" v="62" actId="47"/>
        <pc:sldMkLst>
          <pc:docMk/>
          <pc:sldMk cId="3969855783" sldId="308"/>
        </pc:sldMkLst>
      </pc:sldChg>
      <pc:sldChg chg="del">
        <pc:chgData name="Jefferson Passerini" userId="ec684a97d9b6a829" providerId="LiveId" clId="{0D3EC812-DF3E-44FC-AEC5-A86A05F03D8F}" dt="2024-04-09T12:33:05.971" v="63" actId="47"/>
        <pc:sldMkLst>
          <pc:docMk/>
          <pc:sldMk cId="184367122" sldId="309"/>
        </pc:sldMkLst>
      </pc:sldChg>
      <pc:sldChg chg="add">
        <pc:chgData name="Jefferson Passerini" userId="ec684a97d9b6a829" providerId="LiveId" clId="{0D3EC812-DF3E-44FC-AEC5-A86A05F03D8F}" dt="2024-04-09T13:49:04.097" v="6681" actId="2890"/>
        <pc:sldMkLst>
          <pc:docMk/>
          <pc:sldMk cId="1047556284" sldId="309"/>
        </pc:sldMkLst>
      </pc:sldChg>
      <pc:sldChg chg="modSp add ord">
        <pc:chgData name="Jefferson Passerini" userId="ec684a97d9b6a829" providerId="LiveId" clId="{0D3EC812-DF3E-44FC-AEC5-A86A05F03D8F}" dt="2024-04-09T13:50:05.795" v="6694" actId="20577"/>
        <pc:sldMkLst>
          <pc:docMk/>
          <pc:sldMk cId="1142396243" sldId="310"/>
        </pc:sldMkLst>
        <pc:spChg chg="mod">
          <ac:chgData name="Jefferson Passerini" userId="ec684a97d9b6a829" providerId="LiveId" clId="{0D3EC812-DF3E-44FC-AEC5-A86A05F03D8F}" dt="2024-04-09T13:50:05.795" v="6694" actId="20577"/>
          <ac:spMkLst>
            <pc:docMk/>
            <pc:sldMk cId="1142396243" sldId="310"/>
            <ac:spMk id="2" creationId="{2E243026-E16F-9CDD-AE56-CF691B008A41}"/>
          </ac:spMkLst>
        </pc:spChg>
      </pc:sldChg>
      <pc:sldChg chg="del">
        <pc:chgData name="Jefferson Passerini" userId="ec684a97d9b6a829" providerId="LiveId" clId="{0D3EC812-DF3E-44FC-AEC5-A86A05F03D8F}" dt="2024-04-09T12:33:06.393" v="64" actId="47"/>
        <pc:sldMkLst>
          <pc:docMk/>
          <pc:sldMk cId="3423178199" sldId="310"/>
        </pc:sldMkLst>
      </pc:sldChg>
      <pc:sldChg chg="addSp delSp modSp add mod ord">
        <pc:chgData name="Jefferson Passerini" userId="ec684a97d9b6a829" providerId="LiveId" clId="{0D3EC812-DF3E-44FC-AEC5-A86A05F03D8F}" dt="2024-04-09T15:22:25.095" v="8004" actId="20577"/>
        <pc:sldMkLst>
          <pc:docMk/>
          <pc:sldMk cId="1429668923" sldId="311"/>
        </pc:sldMkLst>
        <pc:spChg chg="mod">
          <ac:chgData name="Jefferson Passerini" userId="ec684a97d9b6a829" providerId="LiveId" clId="{0D3EC812-DF3E-44FC-AEC5-A86A05F03D8F}" dt="2024-04-09T15:22:25.095" v="8004" actId="20577"/>
          <ac:spMkLst>
            <pc:docMk/>
            <pc:sldMk cId="1429668923" sldId="311"/>
            <ac:spMk id="3" creationId="{212081E4-07F6-C689-2ACC-B6CADD634983}"/>
          </ac:spMkLst>
        </pc:spChg>
        <pc:spChg chg="add mod">
          <ac:chgData name="Jefferson Passerini" userId="ec684a97d9b6a829" providerId="LiveId" clId="{0D3EC812-DF3E-44FC-AEC5-A86A05F03D8F}" dt="2024-04-09T15:18:39.258" v="7674" actId="20577"/>
          <ac:spMkLst>
            <pc:docMk/>
            <pc:sldMk cId="1429668923" sldId="311"/>
            <ac:spMk id="6" creationId="{B8075746-B0C3-344D-7C35-A73D11D11F2B}"/>
          </ac:spMkLst>
        </pc:spChg>
        <pc:spChg chg="add mod">
          <ac:chgData name="Jefferson Passerini" userId="ec684a97d9b6a829" providerId="LiveId" clId="{0D3EC812-DF3E-44FC-AEC5-A86A05F03D8F}" dt="2024-04-09T15:18:55.933" v="7679" actId="1076"/>
          <ac:spMkLst>
            <pc:docMk/>
            <pc:sldMk cId="1429668923" sldId="311"/>
            <ac:spMk id="7" creationId="{5294E239-9B7C-D008-D338-A991DFEBB2F0}"/>
          </ac:spMkLst>
        </pc:spChg>
        <pc:picChg chg="add del mod">
          <ac:chgData name="Jefferson Passerini" userId="ec684a97d9b6a829" providerId="LiveId" clId="{0D3EC812-DF3E-44FC-AEC5-A86A05F03D8F}" dt="2024-04-09T15:19:39.376" v="7838" actId="478"/>
          <ac:picMkLst>
            <pc:docMk/>
            <pc:sldMk cId="1429668923" sldId="311"/>
            <ac:picMk id="5" creationId="{A2ABDE05-8936-A553-9490-3775C43C7BB0}"/>
          </ac:picMkLst>
        </pc:picChg>
        <pc:picChg chg="add mod">
          <ac:chgData name="Jefferson Passerini" userId="ec684a97d9b6a829" providerId="LiveId" clId="{0D3EC812-DF3E-44FC-AEC5-A86A05F03D8F}" dt="2024-04-09T15:22:07.828" v="7971" actId="1076"/>
          <ac:picMkLst>
            <pc:docMk/>
            <pc:sldMk cId="1429668923" sldId="311"/>
            <ac:picMk id="9" creationId="{FDE501D7-EB13-FBEE-3640-26C629540F39}"/>
          </ac:picMkLst>
        </pc:picChg>
        <pc:picChg chg="add mod">
          <ac:chgData name="Jefferson Passerini" userId="ec684a97d9b6a829" providerId="LiveId" clId="{0D3EC812-DF3E-44FC-AEC5-A86A05F03D8F}" dt="2024-04-09T15:22:15.126" v="7975" actId="1038"/>
          <ac:picMkLst>
            <pc:docMk/>
            <pc:sldMk cId="1429668923" sldId="311"/>
            <ac:picMk id="11" creationId="{914B9602-E36A-248D-462C-96CA3B8B9586}"/>
          </ac:picMkLst>
        </pc:picChg>
      </pc:sldChg>
      <pc:sldChg chg="del">
        <pc:chgData name="Jefferson Passerini" userId="ec684a97d9b6a829" providerId="LiveId" clId="{0D3EC812-DF3E-44FC-AEC5-A86A05F03D8F}" dt="2024-04-09T12:33:07.330" v="65" actId="47"/>
        <pc:sldMkLst>
          <pc:docMk/>
          <pc:sldMk cId="3976152965" sldId="311"/>
        </pc:sldMkLst>
      </pc:sldChg>
      <pc:sldChg chg="addSp delSp modSp add mod">
        <pc:chgData name="Jefferson Passerini" userId="ec684a97d9b6a829" providerId="LiveId" clId="{0D3EC812-DF3E-44FC-AEC5-A86A05F03D8F}" dt="2024-04-09T13:53:53.696" v="6746" actId="1076"/>
        <pc:sldMkLst>
          <pc:docMk/>
          <pc:sldMk cId="530681167" sldId="312"/>
        </pc:sldMkLst>
        <pc:spChg chg="mod">
          <ac:chgData name="Jefferson Passerini" userId="ec684a97d9b6a829" providerId="LiveId" clId="{0D3EC812-DF3E-44FC-AEC5-A86A05F03D8F}" dt="2024-04-09T13:53:28.765" v="6739" actId="1076"/>
          <ac:spMkLst>
            <pc:docMk/>
            <pc:sldMk cId="530681167" sldId="312"/>
            <ac:spMk id="3" creationId="{212081E4-07F6-C689-2ACC-B6CADD634983}"/>
          </ac:spMkLst>
        </pc:spChg>
        <pc:picChg chg="add mod">
          <ac:chgData name="Jefferson Passerini" userId="ec684a97d9b6a829" providerId="LiveId" clId="{0D3EC812-DF3E-44FC-AEC5-A86A05F03D8F}" dt="2024-04-09T13:53:53.696" v="6746" actId="1076"/>
          <ac:picMkLst>
            <pc:docMk/>
            <pc:sldMk cId="530681167" sldId="312"/>
            <ac:picMk id="5" creationId="{E8CF226D-0A1C-5FEB-124F-F544837312EC}"/>
          </ac:picMkLst>
        </pc:picChg>
        <pc:picChg chg="del">
          <ac:chgData name="Jefferson Passerini" userId="ec684a97d9b6a829" providerId="LiveId" clId="{0D3EC812-DF3E-44FC-AEC5-A86A05F03D8F}" dt="2024-04-09T13:53:31.078" v="6740" actId="478"/>
          <ac:picMkLst>
            <pc:docMk/>
            <pc:sldMk cId="530681167" sldId="312"/>
            <ac:picMk id="6" creationId="{DDD42937-1067-2766-6211-8382AAB5DABB}"/>
          </ac:picMkLst>
        </pc:picChg>
      </pc:sldChg>
      <pc:sldChg chg="del">
        <pc:chgData name="Jefferson Passerini" userId="ec684a97d9b6a829" providerId="LiveId" clId="{0D3EC812-DF3E-44FC-AEC5-A86A05F03D8F}" dt="2024-04-09T12:33:07.830" v="66" actId="47"/>
        <pc:sldMkLst>
          <pc:docMk/>
          <pc:sldMk cId="1059700921" sldId="312"/>
        </pc:sldMkLst>
      </pc:sldChg>
      <pc:sldChg chg="addSp delSp modSp add mod">
        <pc:chgData name="Jefferson Passerini" userId="ec684a97d9b6a829" providerId="LiveId" clId="{0D3EC812-DF3E-44FC-AEC5-A86A05F03D8F}" dt="2024-04-09T14:00:51.082" v="7274" actId="1076"/>
        <pc:sldMkLst>
          <pc:docMk/>
          <pc:sldMk cId="22609872" sldId="313"/>
        </pc:sldMkLst>
        <pc:spChg chg="mod">
          <ac:chgData name="Jefferson Passerini" userId="ec684a97d9b6a829" providerId="LiveId" clId="{0D3EC812-DF3E-44FC-AEC5-A86A05F03D8F}" dt="2024-04-09T13:56:13.349" v="6872" actId="27636"/>
          <ac:spMkLst>
            <pc:docMk/>
            <pc:sldMk cId="22609872" sldId="313"/>
            <ac:spMk id="3" creationId="{212081E4-07F6-C689-2ACC-B6CADD634983}"/>
          </ac:spMkLst>
        </pc:spChg>
        <pc:graphicFrameChg chg="add mod modGraphic">
          <ac:chgData name="Jefferson Passerini" userId="ec684a97d9b6a829" providerId="LiveId" clId="{0D3EC812-DF3E-44FC-AEC5-A86A05F03D8F}" dt="2024-04-09T14:00:51.082" v="7274" actId="1076"/>
          <ac:graphicFrameMkLst>
            <pc:docMk/>
            <pc:sldMk cId="22609872" sldId="313"/>
            <ac:graphicFrameMk id="2" creationId="{45D555C9-4BFC-82A8-9645-A002DBA5DB6F}"/>
          </ac:graphicFrameMkLst>
        </pc:graphicFrameChg>
        <pc:picChg chg="del">
          <ac:chgData name="Jefferson Passerini" userId="ec684a97d9b6a829" providerId="LiveId" clId="{0D3EC812-DF3E-44FC-AEC5-A86A05F03D8F}" dt="2024-04-09T13:56:40.949" v="6873" actId="478"/>
          <ac:picMkLst>
            <pc:docMk/>
            <pc:sldMk cId="22609872" sldId="313"/>
            <ac:picMk id="5" creationId="{E8CF226D-0A1C-5FEB-124F-F544837312EC}"/>
          </ac:picMkLst>
        </pc:picChg>
      </pc:sldChg>
      <pc:sldChg chg="del">
        <pc:chgData name="Jefferson Passerini" userId="ec684a97d9b6a829" providerId="LiveId" clId="{0D3EC812-DF3E-44FC-AEC5-A86A05F03D8F}" dt="2024-04-09T12:33:08.284" v="67" actId="47"/>
        <pc:sldMkLst>
          <pc:docMk/>
          <pc:sldMk cId="1164132330" sldId="313"/>
        </pc:sldMkLst>
      </pc:sldChg>
      <pc:sldChg chg="delSp add del setBg delDesignElem">
        <pc:chgData name="Jefferson Passerini" userId="ec684a97d9b6a829" providerId="LiveId" clId="{0D3EC812-DF3E-44FC-AEC5-A86A05F03D8F}" dt="2024-04-09T14:03:46.737" v="7586" actId="47"/>
        <pc:sldMkLst>
          <pc:docMk/>
          <pc:sldMk cId="169602089" sldId="314"/>
        </pc:sldMkLst>
        <pc:spChg chg="del">
          <ac:chgData name="Jefferson Passerini" userId="ec684a97d9b6a829" providerId="LiveId" clId="{0D3EC812-DF3E-44FC-AEC5-A86A05F03D8F}" dt="2024-04-09T14:03:44.423" v="7585"/>
          <ac:spMkLst>
            <pc:docMk/>
            <pc:sldMk cId="169602089" sldId="314"/>
            <ac:spMk id="104" creationId="{E91DC736-0EF8-4F87-9146-EBF1D2EE4D3D}"/>
          </ac:spMkLst>
        </pc:spChg>
        <pc:spChg chg="del">
          <ac:chgData name="Jefferson Passerini" userId="ec684a97d9b6a829" providerId="LiveId" clId="{0D3EC812-DF3E-44FC-AEC5-A86A05F03D8F}" dt="2024-04-09T14:03:44.423" v="7585"/>
          <ac:spMkLst>
            <pc:docMk/>
            <pc:sldMk cId="169602089" sldId="314"/>
            <ac:spMk id="106" creationId="{097CD68E-23E3-4007-8847-CD0944C4F7BE}"/>
          </ac:spMkLst>
        </pc:spChg>
        <pc:spChg chg="del">
          <ac:chgData name="Jefferson Passerini" userId="ec684a97d9b6a829" providerId="LiveId" clId="{0D3EC812-DF3E-44FC-AEC5-A86A05F03D8F}" dt="2024-04-09T14:03:44.423" v="7585"/>
          <ac:spMkLst>
            <pc:docMk/>
            <pc:sldMk cId="169602089" sldId="314"/>
            <ac:spMk id="108" creationId="{AF2F604E-43BE-4DC3-B983-E071523364F8}"/>
          </ac:spMkLst>
        </pc:spChg>
        <pc:spChg chg="del">
          <ac:chgData name="Jefferson Passerini" userId="ec684a97d9b6a829" providerId="LiveId" clId="{0D3EC812-DF3E-44FC-AEC5-A86A05F03D8F}" dt="2024-04-09T14:03:44.423" v="7585"/>
          <ac:spMkLst>
            <pc:docMk/>
            <pc:sldMk cId="169602089" sldId="314"/>
            <ac:spMk id="110" creationId="{08C9B587-E65E-4B52-B37C-ABEBB6E87928}"/>
          </ac:spMkLst>
        </pc:spChg>
      </pc:sldChg>
      <pc:sldChg chg="del">
        <pc:chgData name="Jefferson Passerini" userId="ec684a97d9b6a829" providerId="LiveId" clId="{0D3EC812-DF3E-44FC-AEC5-A86A05F03D8F}" dt="2024-04-09T12:33:13.253" v="78" actId="47"/>
        <pc:sldMkLst>
          <pc:docMk/>
          <pc:sldMk cId="742354239" sldId="314"/>
        </pc:sldMkLst>
      </pc:sldChg>
      <pc:sldChg chg="modSp add ord">
        <pc:chgData name="Jefferson Passerini" userId="ec684a97d9b6a829" providerId="LiveId" clId="{0D3EC812-DF3E-44FC-AEC5-A86A05F03D8F}" dt="2024-04-09T14:03:58.847" v="7596" actId="5793"/>
        <pc:sldMkLst>
          <pc:docMk/>
          <pc:sldMk cId="3959958002" sldId="314"/>
        </pc:sldMkLst>
        <pc:spChg chg="mod">
          <ac:chgData name="Jefferson Passerini" userId="ec684a97d9b6a829" providerId="LiveId" clId="{0D3EC812-DF3E-44FC-AEC5-A86A05F03D8F}" dt="2024-04-09T14:03:58.847" v="7596" actId="5793"/>
          <ac:spMkLst>
            <pc:docMk/>
            <pc:sldMk cId="3959958002" sldId="314"/>
            <ac:spMk id="2" creationId="{2E243026-E16F-9CDD-AE56-CF691B008A41}"/>
          </ac:spMkLst>
        </pc:spChg>
      </pc:sldChg>
      <pc:sldChg chg="del">
        <pc:chgData name="Jefferson Passerini" userId="ec684a97d9b6a829" providerId="LiveId" clId="{0D3EC812-DF3E-44FC-AEC5-A86A05F03D8F}" dt="2024-04-09T12:33:14.175" v="80" actId="47"/>
        <pc:sldMkLst>
          <pc:docMk/>
          <pc:sldMk cId="1146416026" sldId="315"/>
        </pc:sldMkLst>
      </pc:sldChg>
      <pc:sldChg chg="addSp delSp modSp add mod">
        <pc:chgData name="Jefferson Passerini" userId="ec684a97d9b6a829" providerId="LiveId" clId="{0D3EC812-DF3E-44FC-AEC5-A86A05F03D8F}" dt="2024-04-09T15:17:37.438" v="7665" actId="20577"/>
        <pc:sldMkLst>
          <pc:docMk/>
          <pc:sldMk cId="3364087648" sldId="315"/>
        </pc:sldMkLst>
        <pc:spChg chg="del">
          <ac:chgData name="Jefferson Passerini" userId="ec684a97d9b6a829" providerId="LiveId" clId="{0D3EC812-DF3E-44FC-AEC5-A86A05F03D8F}" dt="2024-04-09T15:10:11.732" v="7599" actId="478"/>
          <ac:spMkLst>
            <pc:docMk/>
            <pc:sldMk cId="3364087648" sldId="315"/>
            <ac:spMk id="3" creationId="{212081E4-07F6-C689-2ACC-B6CADD634983}"/>
          </ac:spMkLst>
        </pc:spChg>
        <pc:spChg chg="add del mod">
          <ac:chgData name="Jefferson Passerini" userId="ec684a97d9b6a829" providerId="LiveId" clId="{0D3EC812-DF3E-44FC-AEC5-A86A05F03D8F}" dt="2024-04-09T15:10:13.544" v="7600" actId="478"/>
          <ac:spMkLst>
            <pc:docMk/>
            <pc:sldMk cId="3364087648" sldId="315"/>
            <ac:spMk id="6" creationId="{929443BC-020D-9D5F-9E88-DFFB2F368928}"/>
          </ac:spMkLst>
        </pc:spChg>
        <pc:spChg chg="add mod">
          <ac:chgData name="Jefferson Passerini" userId="ec684a97d9b6a829" providerId="LiveId" clId="{0D3EC812-DF3E-44FC-AEC5-A86A05F03D8F}" dt="2024-04-09T15:16:09.413" v="7613" actId="1582"/>
          <ac:spMkLst>
            <pc:docMk/>
            <pc:sldMk cId="3364087648" sldId="315"/>
            <ac:spMk id="9" creationId="{1E68704B-1BBB-922F-A101-ACC33BADEA96}"/>
          </ac:spMkLst>
        </pc:spChg>
        <pc:spChg chg="add mod">
          <ac:chgData name="Jefferson Passerini" userId="ec684a97d9b6a829" providerId="LiveId" clId="{0D3EC812-DF3E-44FC-AEC5-A86A05F03D8F}" dt="2024-04-09T15:16:56.071" v="7617" actId="208"/>
          <ac:spMkLst>
            <pc:docMk/>
            <pc:sldMk cId="3364087648" sldId="315"/>
            <ac:spMk id="10" creationId="{7915A296-0C56-1EFB-44FA-E653A4824C51}"/>
          </ac:spMkLst>
        </pc:spChg>
        <pc:spChg chg="add mod">
          <ac:chgData name="Jefferson Passerini" userId="ec684a97d9b6a829" providerId="LiveId" clId="{0D3EC812-DF3E-44FC-AEC5-A86A05F03D8F}" dt="2024-04-09T15:17:22.528" v="7649" actId="14100"/>
          <ac:spMkLst>
            <pc:docMk/>
            <pc:sldMk cId="3364087648" sldId="315"/>
            <ac:spMk id="11" creationId="{8D4969B5-52E4-90BC-74BD-B35F5B908441}"/>
          </ac:spMkLst>
        </pc:spChg>
        <pc:spChg chg="add mod">
          <ac:chgData name="Jefferson Passerini" userId="ec684a97d9b6a829" providerId="LiveId" clId="{0D3EC812-DF3E-44FC-AEC5-A86A05F03D8F}" dt="2024-04-09T15:17:37.438" v="7665" actId="20577"/>
          <ac:spMkLst>
            <pc:docMk/>
            <pc:sldMk cId="3364087648" sldId="315"/>
            <ac:spMk id="12" creationId="{B4997C3C-7763-7A8B-EDF5-6105D93E06A6}"/>
          </ac:spMkLst>
        </pc:spChg>
        <pc:graphicFrameChg chg="del">
          <ac:chgData name="Jefferson Passerini" userId="ec684a97d9b6a829" providerId="LiveId" clId="{0D3EC812-DF3E-44FC-AEC5-A86A05F03D8F}" dt="2024-04-09T15:10:06.434" v="7598" actId="478"/>
          <ac:graphicFrameMkLst>
            <pc:docMk/>
            <pc:sldMk cId="3364087648" sldId="315"/>
            <ac:graphicFrameMk id="2" creationId="{45D555C9-4BFC-82A8-9645-A002DBA5DB6F}"/>
          </ac:graphicFrameMkLst>
        </pc:graphicFrameChg>
        <pc:picChg chg="add mod">
          <ac:chgData name="Jefferson Passerini" userId="ec684a97d9b6a829" providerId="LiveId" clId="{0D3EC812-DF3E-44FC-AEC5-A86A05F03D8F}" dt="2024-04-09T15:10:54.780" v="7610" actId="1076"/>
          <ac:picMkLst>
            <pc:docMk/>
            <pc:sldMk cId="3364087648" sldId="315"/>
            <ac:picMk id="8" creationId="{F6548410-1518-93E1-E626-171D471291A3}"/>
          </ac:picMkLst>
        </pc:picChg>
      </pc:sldChg>
      <pc:sldChg chg="addSp modSp add mod">
        <pc:chgData name="Jefferson Passerini" userId="ec684a97d9b6a829" providerId="LiveId" clId="{0D3EC812-DF3E-44FC-AEC5-A86A05F03D8F}" dt="2024-04-09T18:56:58.511" v="8133" actId="27636"/>
        <pc:sldMkLst>
          <pc:docMk/>
          <pc:sldMk cId="1317984918" sldId="316"/>
        </pc:sldMkLst>
        <pc:spChg chg="mod">
          <ac:chgData name="Jefferson Passerini" userId="ec684a97d9b6a829" providerId="LiveId" clId="{0D3EC812-DF3E-44FC-AEC5-A86A05F03D8F}" dt="2024-04-09T18:56:58.511" v="8133" actId="27636"/>
          <ac:spMkLst>
            <pc:docMk/>
            <pc:sldMk cId="1317984918" sldId="316"/>
            <ac:spMk id="3" creationId="{212081E4-07F6-C689-2ACC-B6CADD634983}"/>
          </ac:spMkLst>
        </pc:spChg>
        <pc:spChg chg="add mod">
          <ac:chgData name="Jefferson Passerini" userId="ec684a97d9b6a829" providerId="LiveId" clId="{0D3EC812-DF3E-44FC-AEC5-A86A05F03D8F}" dt="2024-04-09T18:56:26.430" v="8012" actId="14100"/>
          <ac:spMkLst>
            <pc:docMk/>
            <pc:sldMk cId="1317984918" sldId="316"/>
            <ac:spMk id="5" creationId="{551D1CD2-BEF4-8ADD-2E8E-C994C53A724F}"/>
          </ac:spMkLst>
        </pc:spChg>
        <pc:picChg chg="add mod">
          <ac:chgData name="Jefferson Passerini" userId="ec684a97d9b6a829" providerId="LiveId" clId="{0D3EC812-DF3E-44FC-AEC5-A86A05F03D8F}" dt="2024-04-09T18:56:02.164" v="8008" actId="1076"/>
          <ac:picMkLst>
            <pc:docMk/>
            <pc:sldMk cId="1317984918" sldId="316"/>
            <ac:picMk id="2" creationId="{E371FE25-6685-6BF7-AF94-5C075F019117}"/>
          </ac:picMkLst>
        </pc:picChg>
      </pc:sldChg>
      <pc:sldChg chg="del">
        <pc:chgData name="Jefferson Passerini" userId="ec684a97d9b6a829" providerId="LiveId" clId="{0D3EC812-DF3E-44FC-AEC5-A86A05F03D8F}" dt="2024-04-09T12:33:18.456" v="89" actId="47"/>
        <pc:sldMkLst>
          <pc:docMk/>
          <pc:sldMk cId="3138280479" sldId="316"/>
        </pc:sldMkLst>
      </pc:sldChg>
      <pc:sldChg chg="addSp delSp modSp add mod">
        <pc:chgData name="Jefferson Passerini" userId="ec684a97d9b6a829" providerId="LiveId" clId="{0D3EC812-DF3E-44FC-AEC5-A86A05F03D8F}" dt="2024-04-09T18:59:14.133" v="8252" actId="1076"/>
        <pc:sldMkLst>
          <pc:docMk/>
          <pc:sldMk cId="2989884605" sldId="317"/>
        </pc:sldMkLst>
        <pc:spChg chg="mod">
          <ac:chgData name="Jefferson Passerini" userId="ec684a97d9b6a829" providerId="LiveId" clId="{0D3EC812-DF3E-44FC-AEC5-A86A05F03D8F}" dt="2024-04-09T18:57:44.848" v="8242" actId="14100"/>
          <ac:spMkLst>
            <pc:docMk/>
            <pc:sldMk cId="2989884605" sldId="317"/>
            <ac:spMk id="3" creationId="{212081E4-07F6-C689-2ACC-B6CADD634983}"/>
          </ac:spMkLst>
        </pc:spChg>
        <pc:spChg chg="mod ord">
          <ac:chgData name="Jefferson Passerini" userId="ec684a97d9b6a829" providerId="LiveId" clId="{0D3EC812-DF3E-44FC-AEC5-A86A05F03D8F}" dt="2024-04-09T18:58:44.280" v="8249" actId="14100"/>
          <ac:spMkLst>
            <pc:docMk/>
            <pc:sldMk cId="2989884605" sldId="317"/>
            <ac:spMk id="5" creationId="{551D1CD2-BEF4-8ADD-2E8E-C994C53A724F}"/>
          </ac:spMkLst>
        </pc:spChg>
        <pc:picChg chg="del">
          <ac:chgData name="Jefferson Passerini" userId="ec684a97d9b6a829" providerId="LiveId" clId="{0D3EC812-DF3E-44FC-AEC5-A86A05F03D8F}" dt="2024-04-09T18:58:47.879" v="8250" actId="478"/>
          <ac:picMkLst>
            <pc:docMk/>
            <pc:sldMk cId="2989884605" sldId="317"/>
            <ac:picMk id="2" creationId="{E371FE25-6685-6BF7-AF94-5C075F019117}"/>
          </ac:picMkLst>
        </pc:picChg>
        <pc:picChg chg="add mod">
          <ac:chgData name="Jefferson Passerini" userId="ec684a97d9b6a829" providerId="LiveId" clId="{0D3EC812-DF3E-44FC-AEC5-A86A05F03D8F}" dt="2024-04-09T18:58:22.764" v="8244" actId="1076"/>
          <ac:picMkLst>
            <pc:docMk/>
            <pc:sldMk cId="2989884605" sldId="317"/>
            <ac:picMk id="7" creationId="{84837E50-6C60-99D4-9DB2-48091E8D508D}"/>
          </ac:picMkLst>
        </pc:picChg>
        <pc:picChg chg="add mod">
          <ac:chgData name="Jefferson Passerini" userId="ec684a97d9b6a829" providerId="LiveId" clId="{0D3EC812-DF3E-44FC-AEC5-A86A05F03D8F}" dt="2024-04-09T18:59:14.133" v="8252" actId="1076"/>
          <ac:picMkLst>
            <pc:docMk/>
            <pc:sldMk cId="2989884605" sldId="317"/>
            <ac:picMk id="9" creationId="{5FB8A6D0-5081-2F32-9C09-D5892E629558}"/>
          </ac:picMkLst>
        </pc:picChg>
      </pc:sldChg>
      <pc:sldChg chg="del">
        <pc:chgData name="Jefferson Passerini" userId="ec684a97d9b6a829" providerId="LiveId" clId="{0D3EC812-DF3E-44FC-AEC5-A86A05F03D8F}" dt="2024-04-09T12:33:14.659" v="81" actId="47"/>
        <pc:sldMkLst>
          <pc:docMk/>
          <pc:sldMk cId="3223805706" sldId="317"/>
        </pc:sldMkLst>
      </pc:sldChg>
      <pc:sldChg chg="addSp delSp modSp add mod">
        <pc:chgData name="Jefferson Passerini" userId="ec684a97d9b6a829" providerId="LiveId" clId="{0D3EC812-DF3E-44FC-AEC5-A86A05F03D8F}" dt="2024-04-09T19:01:56.085" v="8510" actId="113"/>
        <pc:sldMkLst>
          <pc:docMk/>
          <pc:sldMk cId="1064546200" sldId="318"/>
        </pc:sldMkLst>
        <pc:spChg chg="mod">
          <ac:chgData name="Jefferson Passerini" userId="ec684a97d9b6a829" providerId="LiveId" clId="{0D3EC812-DF3E-44FC-AEC5-A86A05F03D8F}" dt="2024-04-09T19:00:52.870" v="8368" actId="20577"/>
          <ac:spMkLst>
            <pc:docMk/>
            <pc:sldMk cId="1064546200" sldId="318"/>
            <ac:spMk id="3" creationId="{212081E4-07F6-C689-2ACC-B6CADD634983}"/>
          </ac:spMkLst>
        </pc:spChg>
        <pc:spChg chg="mod">
          <ac:chgData name="Jefferson Passerini" userId="ec684a97d9b6a829" providerId="LiveId" clId="{0D3EC812-DF3E-44FC-AEC5-A86A05F03D8F}" dt="2024-04-09T18:59:48.840" v="8297" actId="1036"/>
          <ac:spMkLst>
            <pc:docMk/>
            <pc:sldMk cId="1064546200" sldId="318"/>
            <ac:spMk id="5" creationId="{551D1CD2-BEF4-8ADD-2E8E-C994C53A724F}"/>
          </ac:spMkLst>
        </pc:spChg>
        <pc:spChg chg="add mod">
          <ac:chgData name="Jefferson Passerini" userId="ec684a97d9b6a829" providerId="LiveId" clId="{0D3EC812-DF3E-44FC-AEC5-A86A05F03D8F}" dt="2024-04-09T19:01:56.085" v="8510" actId="113"/>
          <ac:spMkLst>
            <pc:docMk/>
            <pc:sldMk cId="1064546200" sldId="318"/>
            <ac:spMk id="8" creationId="{69520C15-45DF-42D2-1F6A-680AE67281F2}"/>
          </ac:spMkLst>
        </pc:spChg>
        <pc:picChg chg="add mod">
          <ac:chgData name="Jefferson Passerini" userId="ec684a97d9b6a829" providerId="LiveId" clId="{0D3EC812-DF3E-44FC-AEC5-A86A05F03D8F}" dt="2024-04-09T19:00:17.405" v="8300" actId="1076"/>
          <ac:picMkLst>
            <pc:docMk/>
            <pc:sldMk cId="1064546200" sldId="318"/>
            <ac:picMk id="6" creationId="{C4C8937F-C56E-5F87-B2A0-0DE98C5F7F73}"/>
          </ac:picMkLst>
        </pc:picChg>
        <pc:picChg chg="del">
          <ac:chgData name="Jefferson Passerini" userId="ec684a97d9b6a829" providerId="LiveId" clId="{0D3EC812-DF3E-44FC-AEC5-A86A05F03D8F}" dt="2024-04-09T18:59:54.273" v="8298" actId="478"/>
          <ac:picMkLst>
            <pc:docMk/>
            <pc:sldMk cId="1064546200" sldId="318"/>
            <ac:picMk id="9" creationId="{5FB8A6D0-5081-2F32-9C09-D5892E629558}"/>
          </ac:picMkLst>
        </pc:picChg>
      </pc:sldChg>
      <pc:sldChg chg="del">
        <pc:chgData name="Jefferson Passerini" userId="ec684a97d9b6a829" providerId="LiveId" clId="{0D3EC812-DF3E-44FC-AEC5-A86A05F03D8F}" dt="2024-04-09T12:33:15.128" v="82" actId="47"/>
        <pc:sldMkLst>
          <pc:docMk/>
          <pc:sldMk cId="1252704191" sldId="318"/>
        </pc:sldMkLst>
      </pc:sldChg>
      <pc:sldChg chg="addSp delSp modSp add mod">
        <pc:chgData name="Jefferson Passerini" userId="ec684a97d9b6a829" providerId="LiveId" clId="{0D3EC812-DF3E-44FC-AEC5-A86A05F03D8F}" dt="2024-04-09T20:10:14.340" v="9306" actId="1076"/>
        <pc:sldMkLst>
          <pc:docMk/>
          <pc:sldMk cId="3204853332" sldId="319"/>
        </pc:sldMkLst>
        <pc:spChg chg="mod">
          <ac:chgData name="Jefferson Passerini" userId="ec684a97d9b6a829" providerId="LiveId" clId="{0D3EC812-DF3E-44FC-AEC5-A86A05F03D8F}" dt="2024-04-09T19:07:11.364" v="8644" actId="20577"/>
          <ac:spMkLst>
            <pc:docMk/>
            <pc:sldMk cId="3204853332" sldId="319"/>
            <ac:spMk id="3" creationId="{212081E4-07F6-C689-2ACC-B6CADD634983}"/>
          </ac:spMkLst>
        </pc:spChg>
        <pc:spChg chg="mod">
          <ac:chgData name="Jefferson Passerini" userId="ec684a97d9b6a829" providerId="LiveId" clId="{0D3EC812-DF3E-44FC-AEC5-A86A05F03D8F}" dt="2024-04-09T19:07:16.774" v="8645" actId="1076"/>
          <ac:spMkLst>
            <pc:docMk/>
            <pc:sldMk cId="3204853332" sldId="319"/>
            <ac:spMk id="5" creationId="{551D1CD2-BEF4-8ADD-2E8E-C994C53A724F}"/>
          </ac:spMkLst>
        </pc:spChg>
        <pc:spChg chg="del">
          <ac:chgData name="Jefferson Passerini" userId="ec684a97d9b6a829" providerId="LiveId" clId="{0D3EC812-DF3E-44FC-AEC5-A86A05F03D8F}" dt="2024-04-09T19:06:32.859" v="8512" actId="478"/>
          <ac:spMkLst>
            <pc:docMk/>
            <pc:sldMk cId="3204853332" sldId="319"/>
            <ac:spMk id="8" creationId="{69520C15-45DF-42D2-1F6A-680AE67281F2}"/>
          </ac:spMkLst>
        </pc:spChg>
        <pc:spChg chg="add mod">
          <ac:chgData name="Jefferson Passerini" userId="ec684a97d9b6a829" providerId="LiveId" clId="{0D3EC812-DF3E-44FC-AEC5-A86A05F03D8F}" dt="2024-04-09T19:07:34.573" v="8649" actId="208"/>
          <ac:spMkLst>
            <pc:docMk/>
            <pc:sldMk cId="3204853332" sldId="319"/>
            <ac:spMk id="10" creationId="{B29D806D-D432-6BB7-57A4-4C036E73BB18}"/>
          </ac:spMkLst>
        </pc:spChg>
        <pc:spChg chg="add mod">
          <ac:chgData name="Jefferson Passerini" userId="ec684a97d9b6a829" providerId="LiveId" clId="{0D3EC812-DF3E-44FC-AEC5-A86A05F03D8F}" dt="2024-04-09T19:07:47.901" v="8652" actId="14100"/>
          <ac:spMkLst>
            <pc:docMk/>
            <pc:sldMk cId="3204853332" sldId="319"/>
            <ac:spMk id="11" creationId="{F858D8FB-06FC-1278-63B6-0ED158DF3767}"/>
          </ac:spMkLst>
        </pc:spChg>
        <pc:spChg chg="add mod">
          <ac:chgData name="Jefferson Passerini" userId="ec684a97d9b6a829" providerId="LiveId" clId="{0D3EC812-DF3E-44FC-AEC5-A86A05F03D8F}" dt="2024-04-09T20:10:01.295" v="9304" actId="1076"/>
          <ac:spMkLst>
            <pc:docMk/>
            <pc:sldMk cId="3204853332" sldId="319"/>
            <ac:spMk id="12" creationId="{F31C5F0F-29CC-71C8-21A6-4D0D2DE86223}"/>
          </ac:spMkLst>
        </pc:spChg>
        <pc:spChg chg="add mod">
          <ac:chgData name="Jefferson Passerini" userId="ec684a97d9b6a829" providerId="LiveId" clId="{0D3EC812-DF3E-44FC-AEC5-A86A05F03D8F}" dt="2024-04-09T20:10:14.340" v="9306" actId="1076"/>
          <ac:spMkLst>
            <pc:docMk/>
            <pc:sldMk cId="3204853332" sldId="319"/>
            <ac:spMk id="13" creationId="{FBA5A7B9-BD79-08F5-AD4B-95631027903D}"/>
          </ac:spMkLst>
        </pc:spChg>
        <pc:picChg chg="del">
          <ac:chgData name="Jefferson Passerini" userId="ec684a97d9b6a829" providerId="LiveId" clId="{0D3EC812-DF3E-44FC-AEC5-A86A05F03D8F}" dt="2024-04-09T19:06:34.165" v="8513" actId="478"/>
          <ac:picMkLst>
            <pc:docMk/>
            <pc:sldMk cId="3204853332" sldId="319"/>
            <ac:picMk id="6" creationId="{C4C8937F-C56E-5F87-B2A0-0DE98C5F7F73}"/>
          </ac:picMkLst>
        </pc:picChg>
        <pc:picChg chg="add mod">
          <ac:chgData name="Jefferson Passerini" userId="ec684a97d9b6a829" providerId="LiveId" clId="{0D3EC812-DF3E-44FC-AEC5-A86A05F03D8F}" dt="2024-04-09T19:06:38.199" v="8515" actId="1076"/>
          <ac:picMkLst>
            <pc:docMk/>
            <pc:sldMk cId="3204853332" sldId="319"/>
            <ac:picMk id="9" creationId="{A89ADFBC-A2FC-353A-F09C-E049FEA22974}"/>
          </ac:picMkLst>
        </pc:picChg>
      </pc:sldChg>
      <pc:sldChg chg="del">
        <pc:chgData name="Jefferson Passerini" userId="ec684a97d9b6a829" providerId="LiveId" clId="{0D3EC812-DF3E-44FC-AEC5-A86A05F03D8F}" dt="2024-04-09T12:33:15.581" v="83" actId="47"/>
        <pc:sldMkLst>
          <pc:docMk/>
          <pc:sldMk cId="3762498758" sldId="319"/>
        </pc:sldMkLst>
      </pc:sldChg>
      <pc:sldChg chg="addSp delSp modSp add mod">
        <pc:chgData name="Jefferson Passerini" userId="ec684a97d9b6a829" providerId="LiveId" clId="{0D3EC812-DF3E-44FC-AEC5-A86A05F03D8F}" dt="2024-04-09T19:44:43.201" v="9160" actId="1035"/>
        <pc:sldMkLst>
          <pc:docMk/>
          <pc:sldMk cId="3403162065" sldId="320"/>
        </pc:sldMkLst>
        <pc:spChg chg="mod">
          <ac:chgData name="Jefferson Passerini" userId="ec684a97d9b6a829" providerId="LiveId" clId="{0D3EC812-DF3E-44FC-AEC5-A86A05F03D8F}" dt="2024-04-09T19:10:47.508" v="8746" actId="20577"/>
          <ac:spMkLst>
            <pc:docMk/>
            <pc:sldMk cId="3403162065" sldId="320"/>
            <ac:spMk id="3" creationId="{212081E4-07F6-C689-2ACC-B6CADD634983}"/>
          </ac:spMkLst>
        </pc:spChg>
        <pc:spChg chg="mod">
          <ac:chgData name="Jefferson Passerini" userId="ec684a97d9b6a829" providerId="LiveId" clId="{0D3EC812-DF3E-44FC-AEC5-A86A05F03D8F}" dt="2024-04-09T19:09:05.223" v="8710" actId="1076"/>
          <ac:spMkLst>
            <pc:docMk/>
            <pc:sldMk cId="3403162065" sldId="320"/>
            <ac:spMk id="5" creationId="{551D1CD2-BEF4-8ADD-2E8E-C994C53A724F}"/>
          </ac:spMkLst>
        </pc:spChg>
        <pc:spChg chg="mod">
          <ac:chgData name="Jefferson Passerini" userId="ec684a97d9b6a829" providerId="LiveId" clId="{0D3EC812-DF3E-44FC-AEC5-A86A05F03D8F}" dt="2024-04-09T19:44:43.201" v="9160" actId="1035"/>
          <ac:spMkLst>
            <pc:docMk/>
            <pc:sldMk cId="3403162065" sldId="320"/>
            <ac:spMk id="10" creationId="{B29D806D-D432-6BB7-57A4-4C036E73BB18}"/>
          </ac:spMkLst>
        </pc:spChg>
        <pc:spChg chg="del">
          <ac:chgData name="Jefferson Passerini" userId="ec684a97d9b6a829" providerId="LiveId" clId="{0D3EC812-DF3E-44FC-AEC5-A86A05F03D8F}" dt="2024-04-09T19:10:51.627" v="8747" actId="478"/>
          <ac:spMkLst>
            <pc:docMk/>
            <pc:sldMk cId="3403162065" sldId="320"/>
            <ac:spMk id="11" creationId="{F858D8FB-06FC-1278-63B6-0ED158DF3767}"/>
          </ac:spMkLst>
        </pc:spChg>
        <pc:spChg chg="add mod">
          <ac:chgData name="Jefferson Passerini" userId="ec684a97d9b6a829" providerId="LiveId" clId="{0D3EC812-DF3E-44FC-AEC5-A86A05F03D8F}" dt="2024-04-09T19:12:22.973" v="8841" actId="14100"/>
          <ac:spMkLst>
            <pc:docMk/>
            <pc:sldMk cId="3403162065" sldId="320"/>
            <ac:spMk id="13" creationId="{4938BEAF-C222-D422-FAB5-AB247747DFD9}"/>
          </ac:spMkLst>
        </pc:spChg>
        <pc:picChg chg="add mod ord">
          <ac:chgData name="Jefferson Passerini" userId="ec684a97d9b6a829" providerId="LiveId" clId="{0D3EC812-DF3E-44FC-AEC5-A86A05F03D8F}" dt="2024-04-09T19:10:54.513" v="8748" actId="1076"/>
          <ac:picMkLst>
            <pc:docMk/>
            <pc:sldMk cId="3403162065" sldId="320"/>
            <ac:picMk id="6" creationId="{E13C237E-728D-0703-E400-CE541474FAFA}"/>
          </ac:picMkLst>
        </pc:picChg>
        <pc:picChg chg="del">
          <ac:chgData name="Jefferson Passerini" userId="ec684a97d9b6a829" providerId="LiveId" clId="{0D3EC812-DF3E-44FC-AEC5-A86A05F03D8F}" dt="2024-04-09T19:09:06.996" v="8711" actId="478"/>
          <ac:picMkLst>
            <pc:docMk/>
            <pc:sldMk cId="3403162065" sldId="320"/>
            <ac:picMk id="9" creationId="{A89ADFBC-A2FC-353A-F09C-E049FEA22974}"/>
          </ac:picMkLst>
        </pc:picChg>
        <pc:picChg chg="add mod">
          <ac:chgData name="Jefferson Passerini" userId="ec684a97d9b6a829" providerId="LiveId" clId="{0D3EC812-DF3E-44FC-AEC5-A86A05F03D8F}" dt="2024-04-09T19:11:24.405" v="8752" actId="1076"/>
          <ac:picMkLst>
            <pc:docMk/>
            <pc:sldMk cId="3403162065" sldId="320"/>
            <ac:picMk id="12" creationId="{03E23FFB-0962-B64D-8A7D-A8B0C63726B9}"/>
          </ac:picMkLst>
        </pc:picChg>
      </pc:sldChg>
      <pc:sldChg chg="del">
        <pc:chgData name="Jefferson Passerini" userId="ec684a97d9b6a829" providerId="LiveId" clId="{0D3EC812-DF3E-44FC-AEC5-A86A05F03D8F}" dt="2024-04-09T12:33:16.081" v="84" actId="47"/>
        <pc:sldMkLst>
          <pc:docMk/>
          <pc:sldMk cId="3452871164" sldId="320"/>
        </pc:sldMkLst>
      </pc:sldChg>
      <pc:sldChg chg="modSp add mod ord">
        <pc:chgData name="Jefferson Passerini" userId="ec684a97d9b6a829" providerId="LiveId" clId="{0D3EC812-DF3E-44FC-AEC5-A86A05F03D8F}" dt="2024-04-09T19:34:46.605" v="9029" actId="208"/>
        <pc:sldMkLst>
          <pc:docMk/>
          <pc:sldMk cId="3655215406" sldId="321"/>
        </pc:sldMkLst>
        <pc:spChg chg="mod">
          <ac:chgData name="Jefferson Passerini" userId="ec684a97d9b6a829" providerId="LiveId" clId="{0D3EC812-DF3E-44FC-AEC5-A86A05F03D8F}" dt="2024-04-09T19:13:20.466" v="8960" actId="113"/>
          <ac:spMkLst>
            <pc:docMk/>
            <pc:sldMk cId="3655215406" sldId="321"/>
            <ac:spMk id="3" creationId="{212081E4-07F6-C689-2ACC-B6CADD634983}"/>
          </ac:spMkLst>
        </pc:spChg>
        <pc:spChg chg="mod">
          <ac:chgData name="Jefferson Passerini" userId="ec684a97d9b6a829" providerId="LiveId" clId="{0D3EC812-DF3E-44FC-AEC5-A86A05F03D8F}" dt="2024-04-09T19:34:46.605" v="9029" actId="208"/>
          <ac:spMkLst>
            <pc:docMk/>
            <pc:sldMk cId="3655215406" sldId="321"/>
            <ac:spMk id="5" creationId="{551D1CD2-BEF4-8ADD-2E8E-C994C53A724F}"/>
          </ac:spMkLst>
        </pc:spChg>
      </pc:sldChg>
      <pc:sldChg chg="del">
        <pc:chgData name="Jefferson Passerini" userId="ec684a97d9b6a829" providerId="LiveId" clId="{0D3EC812-DF3E-44FC-AEC5-A86A05F03D8F}" dt="2024-04-09T12:33:16.518" v="85" actId="47"/>
        <pc:sldMkLst>
          <pc:docMk/>
          <pc:sldMk cId="4012342914" sldId="321"/>
        </pc:sldMkLst>
      </pc:sldChg>
      <pc:sldChg chg="del">
        <pc:chgData name="Jefferson Passerini" userId="ec684a97d9b6a829" providerId="LiveId" clId="{0D3EC812-DF3E-44FC-AEC5-A86A05F03D8F}" dt="2024-04-09T12:33:16.987" v="86" actId="47"/>
        <pc:sldMkLst>
          <pc:docMk/>
          <pc:sldMk cId="1595083778" sldId="322"/>
        </pc:sldMkLst>
      </pc:sldChg>
      <pc:sldChg chg="addSp delSp modSp add mod">
        <pc:chgData name="Jefferson Passerini" userId="ec684a97d9b6a829" providerId="LiveId" clId="{0D3EC812-DF3E-44FC-AEC5-A86A05F03D8F}" dt="2024-04-09T19:42:00.772" v="9054" actId="14100"/>
        <pc:sldMkLst>
          <pc:docMk/>
          <pc:sldMk cId="3559243362" sldId="322"/>
        </pc:sldMkLst>
        <pc:spChg chg="mod">
          <ac:chgData name="Jefferson Passerini" userId="ec684a97d9b6a829" providerId="LiveId" clId="{0D3EC812-DF3E-44FC-AEC5-A86A05F03D8F}" dt="2024-04-09T19:13:50.833" v="9026" actId="20577"/>
          <ac:spMkLst>
            <pc:docMk/>
            <pc:sldMk cId="3559243362" sldId="322"/>
            <ac:spMk id="3" creationId="{212081E4-07F6-C689-2ACC-B6CADD634983}"/>
          </ac:spMkLst>
        </pc:spChg>
        <pc:spChg chg="del">
          <ac:chgData name="Jefferson Passerini" userId="ec684a97d9b6a829" providerId="LiveId" clId="{0D3EC812-DF3E-44FC-AEC5-A86A05F03D8F}" dt="2024-04-09T19:14:04.352" v="9028" actId="478"/>
          <ac:spMkLst>
            <pc:docMk/>
            <pc:sldMk cId="3559243362" sldId="322"/>
            <ac:spMk id="5" creationId="{551D1CD2-BEF4-8ADD-2E8E-C994C53A724F}"/>
          </ac:spMkLst>
        </pc:spChg>
        <pc:spChg chg="add mod">
          <ac:chgData name="Jefferson Passerini" userId="ec684a97d9b6a829" providerId="LiveId" clId="{0D3EC812-DF3E-44FC-AEC5-A86A05F03D8F}" dt="2024-04-09T19:42:00.772" v="9054" actId="14100"/>
          <ac:spMkLst>
            <pc:docMk/>
            <pc:sldMk cId="3559243362" sldId="322"/>
            <ac:spMk id="10" creationId="{54B69D53-2C49-D3E7-08B4-8ADF3B6FBA02}"/>
          </ac:spMkLst>
        </pc:spChg>
        <pc:picChg chg="del">
          <ac:chgData name="Jefferson Passerini" userId="ec684a97d9b6a829" providerId="LiveId" clId="{0D3EC812-DF3E-44FC-AEC5-A86A05F03D8F}" dt="2024-04-09T19:14:02.532" v="9027" actId="478"/>
          <ac:picMkLst>
            <pc:docMk/>
            <pc:sldMk cId="3559243362" sldId="322"/>
            <ac:picMk id="2" creationId="{E371FE25-6685-6BF7-AF94-5C075F019117}"/>
          </ac:picMkLst>
        </pc:picChg>
        <pc:picChg chg="add mod">
          <ac:chgData name="Jefferson Passerini" userId="ec684a97d9b6a829" providerId="LiveId" clId="{0D3EC812-DF3E-44FC-AEC5-A86A05F03D8F}" dt="2024-04-09T19:41:18.106" v="9049" actId="1038"/>
          <ac:picMkLst>
            <pc:docMk/>
            <pc:sldMk cId="3559243362" sldId="322"/>
            <ac:picMk id="7" creationId="{121A104E-A99A-751A-6AAA-E2C1D419FB13}"/>
          </ac:picMkLst>
        </pc:picChg>
        <pc:picChg chg="add mod">
          <ac:chgData name="Jefferson Passerini" userId="ec684a97d9b6a829" providerId="LiveId" clId="{0D3EC812-DF3E-44FC-AEC5-A86A05F03D8F}" dt="2024-04-09T19:41:45.798" v="9051" actId="1076"/>
          <ac:picMkLst>
            <pc:docMk/>
            <pc:sldMk cId="3559243362" sldId="322"/>
            <ac:picMk id="9" creationId="{F0A04CC4-E05E-9EC1-1161-F3181F28F60A}"/>
          </ac:picMkLst>
        </pc:picChg>
      </pc:sldChg>
      <pc:sldChg chg="addSp delSp modSp add mod">
        <pc:chgData name="Jefferson Passerini" userId="ec684a97d9b6a829" providerId="LiveId" clId="{0D3EC812-DF3E-44FC-AEC5-A86A05F03D8F}" dt="2024-04-09T19:43:31.504" v="9103" actId="1076"/>
        <pc:sldMkLst>
          <pc:docMk/>
          <pc:sldMk cId="2956732599" sldId="323"/>
        </pc:sldMkLst>
        <pc:spChg chg="mod">
          <ac:chgData name="Jefferson Passerini" userId="ec684a97d9b6a829" providerId="LiveId" clId="{0D3EC812-DF3E-44FC-AEC5-A86A05F03D8F}" dt="2024-04-09T19:43:23.687" v="9101" actId="14100"/>
          <ac:spMkLst>
            <pc:docMk/>
            <pc:sldMk cId="2956732599" sldId="323"/>
            <ac:spMk id="3" creationId="{212081E4-07F6-C689-2ACC-B6CADD634983}"/>
          </ac:spMkLst>
        </pc:spChg>
        <pc:spChg chg="mod">
          <ac:chgData name="Jefferson Passerini" userId="ec684a97d9b6a829" providerId="LiveId" clId="{0D3EC812-DF3E-44FC-AEC5-A86A05F03D8F}" dt="2024-04-09T19:43:31.504" v="9103" actId="1076"/>
          <ac:spMkLst>
            <pc:docMk/>
            <pc:sldMk cId="2956732599" sldId="323"/>
            <ac:spMk id="10" creationId="{54B69D53-2C49-D3E7-08B4-8ADF3B6FBA02}"/>
          </ac:spMkLst>
        </pc:spChg>
        <pc:picChg chg="add mod">
          <ac:chgData name="Jefferson Passerini" userId="ec684a97d9b6a829" providerId="LiveId" clId="{0D3EC812-DF3E-44FC-AEC5-A86A05F03D8F}" dt="2024-04-09T19:43:11.333" v="9098" actId="1076"/>
          <ac:picMkLst>
            <pc:docMk/>
            <pc:sldMk cId="2956732599" sldId="323"/>
            <ac:picMk id="5" creationId="{D7AF7ADF-0898-F1F3-C355-2FC549849AC6}"/>
          </ac:picMkLst>
        </pc:picChg>
        <pc:picChg chg="del">
          <ac:chgData name="Jefferson Passerini" userId="ec684a97d9b6a829" providerId="LiveId" clId="{0D3EC812-DF3E-44FC-AEC5-A86A05F03D8F}" dt="2024-04-09T19:42:18.588" v="9056" actId="478"/>
          <ac:picMkLst>
            <pc:docMk/>
            <pc:sldMk cId="2956732599" sldId="323"/>
            <ac:picMk id="7" creationId="{121A104E-A99A-751A-6AAA-E2C1D419FB13}"/>
          </ac:picMkLst>
        </pc:picChg>
        <pc:picChg chg="mod">
          <ac:chgData name="Jefferson Passerini" userId="ec684a97d9b6a829" providerId="LiveId" clId="{0D3EC812-DF3E-44FC-AEC5-A86A05F03D8F}" dt="2024-04-09T19:43:25.817" v="9102" actId="1076"/>
          <ac:picMkLst>
            <pc:docMk/>
            <pc:sldMk cId="2956732599" sldId="323"/>
            <ac:picMk id="9" creationId="{F0A04CC4-E05E-9EC1-1161-F3181F28F60A}"/>
          </ac:picMkLst>
        </pc:picChg>
      </pc:sldChg>
      <pc:sldChg chg="del">
        <pc:chgData name="Jefferson Passerini" userId="ec684a97d9b6a829" providerId="LiveId" clId="{0D3EC812-DF3E-44FC-AEC5-A86A05F03D8F}" dt="2024-04-09T12:33:17.456" v="87" actId="47"/>
        <pc:sldMkLst>
          <pc:docMk/>
          <pc:sldMk cId="4186016689" sldId="323"/>
        </pc:sldMkLst>
      </pc:sldChg>
      <pc:sldChg chg="del">
        <pc:chgData name="Jefferson Passerini" userId="ec684a97d9b6a829" providerId="LiveId" clId="{0D3EC812-DF3E-44FC-AEC5-A86A05F03D8F}" dt="2024-04-09T12:33:17.940" v="88" actId="47"/>
        <pc:sldMkLst>
          <pc:docMk/>
          <pc:sldMk cId="1055853781" sldId="324"/>
        </pc:sldMkLst>
      </pc:sldChg>
      <pc:sldChg chg="addSp delSp modSp add mod">
        <pc:chgData name="Jefferson Passerini" userId="ec684a97d9b6a829" providerId="LiveId" clId="{0D3EC812-DF3E-44FC-AEC5-A86A05F03D8F}" dt="2024-04-09T19:44:59.885" v="9164" actId="14100"/>
        <pc:sldMkLst>
          <pc:docMk/>
          <pc:sldMk cId="1967746261" sldId="324"/>
        </pc:sldMkLst>
        <pc:spChg chg="mod">
          <ac:chgData name="Jefferson Passerini" userId="ec684a97d9b6a829" providerId="LiveId" clId="{0D3EC812-DF3E-44FC-AEC5-A86A05F03D8F}" dt="2024-04-09T19:44:04.922" v="9152" actId="20577"/>
          <ac:spMkLst>
            <pc:docMk/>
            <pc:sldMk cId="1967746261" sldId="324"/>
            <ac:spMk id="3" creationId="{212081E4-07F6-C689-2ACC-B6CADD634983}"/>
          </ac:spMkLst>
        </pc:spChg>
        <pc:spChg chg="add mod">
          <ac:chgData name="Jefferson Passerini" userId="ec684a97d9b6a829" providerId="LiveId" clId="{0D3EC812-DF3E-44FC-AEC5-A86A05F03D8F}" dt="2024-04-09T19:44:59.885" v="9164" actId="14100"/>
          <ac:spMkLst>
            <pc:docMk/>
            <pc:sldMk cId="1967746261" sldId="324"/>
            <ac:spMk id="7" creationId="{7F43007D-3645-C2D9-35D9-F1D7F829BFB8}"/>
          </ac:spMkLst>
        </pc:spChg>
        <pc:spChg chg="mod">
          <ac:chgData name="Jefferson Passerini" userId="ec684a97d9b6a829" providerId="LiveId" clId="{0D3EC812-DF3E-44FC-AEC5-A86A05F03D8F}" dt="2024-04-09T19:44:09.259" v="9153" actId="1076"/>
          <ac:spMkLst>
            <pc:docMk/>
            <pc:sldMk cId="1967746261" sldId="324"/>
            <ac:spMk id="10" creationId="{54B69D53-2C49-D3E7-08B4-8ADF3B6FBA02}"/>
          </ac:spMkLst>
        </pc:spChg>
        <pc:picChg chg="del">
          <ac:chgData name="Jefferson Passerini" userId="ec684a97d9b6a829" providerId="LiveId" clId="{0D3EC812-DF3E-44FC-AEC5-A86A05F03D8F}" dt="2024-04-09T19:44:12.152" v="9154" actId="478"/>
          <ac:picMkLst>
            <pc:docMk/>
            <pc:sldMk cId="1967746261" sldId="324"/>
            <ac:picMk id="5" creationId="{D7AF7ADF-0898-F1F3-C355-2FC549849AC6}"/>
          </ac:picMkLst>
        </pc:picChg>
        <pc:picChg chg="add mod">
          <ac:chgData name="Jefferson Passerini" userId="ec684a97d9b6a829" providerId="LiveId" clId="{0D3EC812-DF3E-44FC-AEC5-A86A05F03D8F}" dt="2024-04-09T19:44:32.247" v="9156" actId="1076"/>
          <ac:picMkLst>
            <pc:docMk/>
            <pc:sldMk cId="1967746261" sldId="324"/>
            <ac:picMk id="6" creationId="{17AE0D9D-9A27-A6DA-8A17-85CC329CF0D8}"/>
          </ac:picMkLst>
        </pc:picChg>
      </pc:sldChg>
      <pc:sldChg chg="addSp delSp modSp add mod">
        <pc:chgData name="Jefferson Passerini" userId="ec684a97d9b6a829" providerId="LiveId" clId="{0D3EC812-DF3E-44FC-AEC5-A86A05F03D8F}" dt="2024-04-09T19:46:42.585" v="9234" actId="20577"/>
        <pc:sldMkLst>
          <pc:docMk/>
          <pc:sldMk cId="3327465422" sldId="325"/>
        </pc:sldMkLst>
        <pc:spChg chg="mod">
          <ac:chgData name="Jefferson Passerini" userId="ec684a97d9b6a829" providerId="LiveId" clId="{0D3EC812-DF3E-44FC-AEC5-A86A05F03D8F}" dt="2024-04-09T19:46:42.585" v="9234" actId="20577"/>
          <ac:spMkLst>
            <pc:docMk/>
            <pc:sldMk cId="3327465422" sldId="325"/>
            <ac:spMk id="3" creationId="{212081E4-07F6-C689-2ACC-B6CADD634983}"/>
          </ac:spMkLst>
        </pc:spChg>
        <pc:spChg chg="del mod">
          <ac:chgData name="Jefferson Passerini" userId="ec684a97d9b6a829" providerId="LiveId" clId="{0D3EC812-DF3E-44FC-AEC5-A86A05F03D8F}" dt="2024-04-09T19:45:36.498" v="9170" actId="478"/>
          <ac:spMkLst>
            <pc:docMk/>
            <pc:sldMk cId="3327465422" sldId="325"/>
            <ac:spMk id="7" creationId="{7F43007D-3645-C2D9-35D9-F1D7F829BFB8}"/>
          </ac:spMkLst>
        </pc:spChg>
        <pc:spChg chg="mod">
          <ac:chgData name="Jefferson Passerini" userId="ec684a97d9b6a829" providerId="LiveId" clId="{0D3EC812-DF3E-44FC-AEC5-A86A05F03D8F}" dt="2024-04-09T19:45:51.163" v="9172" actId="1076"/>
          <ac:spMkLst>
            <pc:docMk/>
            <pc:sldMk cId="3327465422" sldId="325"/>
            <ac:spMk id="10" creationId="{54B69D53-2C49-D3E7-08B4-8ADF3B6FBA02}"/>
          </ac:spMkLst>
        </pc:spChg>
        <pc:picChg chg="add mod">
          <ac:chgData name="Jefferson Passerini" userId="ec684a97d9b6a829" providerId="LiveId" clId="{0D3EC812-DF3E-44FC-AEC5-A86A05F03D8F}" dt="2024-04-09T19:45:30.402" v="9168" actId="1076"/>
          <ac:picMkLst>
            <pc:docMk/>
            <pc:sldMk cId="3327465422" sldId="325"/>
            <ac:picMk id="5" creationId="{DCD5640D-F453-C96C-358C-9C40FCBCC6FC}"/>
          </ac:picMkLst>
        </pc:picChg>
        <pc:picChg chg="del">
          <ac:chgData name="Jefferson Passerini" userId="ec684a97d9b6a829" providerId="LiveId" clId="{0D3EC812-DF3E-44FC-AEC5-A86A05F03D8F}" dt="2024-04-09T19:45:08.934" v="9166" actId="478"/>
          <ac:picMkLst>
            <pc:docMk/>
            <pc:sldMk cId="3327465422" sldId="325"/>
            <ac:picMk id="6" creationId="{17AE0D9D-9A27-A6DA-8A17-85CC329CF0D8}"/>
          </ac:picMkLst>
        </pc:picChg>
        <pc:picChg chg="mod">
          <ac:chgData name="Jefferson Passerini" userId="ec684a97d9b6a829" providerId="LiveId" clId="{0D3EC812-DF3E-44FC-AEC5-A86A05F03D8F}" dt="2024-04-09T19:45:51.163" v="9172" actId="1076"/>
          <ac:picMkLst>
            <pc:docMk/>
            <pc:sldMk cId="3327465422" sldId="325"/>
            <ac:picMk id="9" creationId="{F0A04CC4-E05E-9EC1-1161-F3181F28F60A}"/>
          </ac:picMkLst>
        </pc:picChg>
      </pc:sldChg>
      <pc:sldChg chg="del">
        <pc:chgData name="Jefferson Passerini" userId="ec684a97d9b6a829" providerId="LiveId" clId="{0D3EC812-DF3E-44FC-AEC5-A86A05F03D8F}" dt="2024-04-09T12:33:13.690" v="79" actId="47"/>
        <pc:sldMkLst>
          <pc:docMk/>
          <pc:sldMk cId="4208602632" sldId="325"/>
        </pc:sldMkLst>
      </pc:sldChg>
      <pc:sldChg chg="del">
        <pc:chgData name="Jefferson Passerini" userId="ec684a97d9b6a829" providerId="LiveId" clId="{0D3EC812-DF3E-44FC-AEC5-A86A05F03D8F}" dt="2024-04-09T12:33:12.378" v="76" actId="47"/>
        <pc:sldMkLst>
          <pc:docMk/>
          <pc:sldMk cId="1048372592" sldId="326"/>
        </pc:sldMkLst>
      </pc:sldChg>
      <pc:sldChg chg="modSp add ord">
        <pc:chgData name="Jefferson Passerini" userId="ec684a97d9b6a829" providerId="LiveId" clId="{0D3EC812-DF3E-44FC-AEC5-A86A05F03D8F}" dt="2024-04-09T19:47:45.596" v="9244" actId="20577"/>
        <pc:sldMkLst>
          <pc:docMk/>
          <pc:sldMk cId="3683861715" sldId="326"/>
        </pc:sldMkLst>
        <pc:spChg chg="mod">
          <ac:chgData name="Jefferson Passerini" userId="ec684a97d9b6a829" providerId="LiveId" clId="{0D3EC812-DF3E-44FC-AEC5-A86A05F03D8F}" dt="2024-04-09T19:47:45.596" v="9244" actId="20577"/>
          <ac:spMkLst>
            <pc:docMk/>
            <pc:sldMk cId="3683861715" sldId="326"/>
            <ac:spMk id="2" creationId="{2E243026-E16F-9CDD-AE56-CF691B008A41}"/>
          </ac:spMkLst>
        </pc:spChg>
      </pc:sldChg>
      <pc:sldChg chg="del">
        <pc:chgData name="Jefferson Passerini" userId="ec684a97d9b6a829" providerId="LiveId" clId="{0D3EC812-DF3E-44FC-AEC5-A86A05F03D8F}" dt="2024-04-09T12:33:23.128" v="98" actId="47"/>
        <pc:sldMkLst>
          <pc:docMk/>
          <pc:sldMk cId="616224759" sldId="327"/>
        </pc:sldMkLst>
      </pc:sldChg>
      <pc:sldChg chg="addSp delSp modSp mod">
        <pc:chgData name="Jefferson Passerini" userId="ec684a97d9b6a829" providerId="LiveId" clId="{0D3EC812-DF3E-44FC-AEC5-A86A05F03D8F}" dt="2024-04-09T20:02:02.594" v="9252" actId="14100"/>
        <pc:sldMkLst>
          <pc:docMk/>
          <pc:sldMk cId="1446907976" sldId="327"/>
        </pc:sldMkLst>
        <pc:picChg chg="add mod">
          <ac:chgData name="Jefferson Passerini" userId="ec684a97d9b6a829" providerId="LiveId" clId="{0D3EC812-DF3E-44FC-AEC5-A86A05F03D8F}" dt="2024-04-09T20:01:33.775" v="9248" actId="14100"/>
          <ac:picMkLst>
            <pc:docMk/>
            <pc:sldMk cId="1446907976" sldId="327"/>
            <ac:picMk id="5" creationId="{3FF9807A-3B5F-AB16-747C-CC088C303E18}"/>
          </ac:picMkLst>
        </pc:picChg>
        <pc:picChg chg="del">
          <ac:chgData name="Jefferson Passerini" userId="ec684a97d9b6a829" providerId="LiveId" clId="{0D3EC812-DF3E-44FC-AEC5-A86A05F03D8F}" dt="2024-04-09T20:01:26.480" v="9245" actId="478"/>
          <ac:picMkLst>
            <pc:docMk/>
            <pc:sldMk cId="1446907976" sldId="327"/>
            <ac:picMk id="9" creationId="{FDE501D7-EB13-FBEE-3640-26C629540F39}"/>
          </ac:picMkLst>
        </pc:picChg>
        <pc:picChg chg="add mod">
          <ac:chgData name="Jefferson Passerini" userId="ec684a97d9b6a829" providerId="LiveId" clId="{0D3EC812-DF3E-44FC-AEC5-A86A05F03D8F}" dt="2024-04-09T20:02:02.594" v="9252" actId="14100"/>
          <ac:picMkLst>
            <pc:docMk/>
            <pc:sldMk cId="1446907976" sldId="327"/>
            <ac:picMk id="10" creationId="{3417E3B5-954D-E2FD-F3C2-146EF232E3C6}"/>
          </ac:picMkLst>
        </pc:picChg>
        <pc:picChg chg="del">
          <ac:chgData name="Jefferson Passerini" userId="ec684a97d9b6a829" providerId="LiveId" clId="{0D3EC812-DF3E-44FC-AEC5-A86A05F03D8F}" dt="2024-04-09T20:01:35.481" v="9249" actId="478"/>
          <ac:picMkLst>
            <pc:docMk/>
            <pc:sldMk cId="1446907976" sldId="327"/>
            <ac:picMk id="11" creationId="{914B9602-E36A-248D-462C-96CA3B8B9586}"/>
          </ac:picMkLst>
        </pc:picChg>
      </pc:sldChg>
      <pc:sldChg chg="del">
        <pc:chgData name="Jefferson Passerini" userId="ec684a97d9b6a829" providerId="LiveId" clId="{0D3EC812-DF3E-44FC-AEC5-A86A05F03D8F}" dt="2024-04-09T12:33:22.613" v="97" actId="47"/>
        <pc:sldMkLst>
          <pc:docMk/>
          <pc:sldMk cId="826455897" sldId="328"/>
        </pc:sldMkLst>
      </pc:sldChg>
      <pc:sldChg chg="del">
        <pc:chgData name="Jefferson Passerini" userId="ec684a97d9b6a829" providerId="LiveId" clId="{0D3EC812-DF3E-44FC-AEC5-A86A05F03D8F}" dt="2024-04-09T12:33:23.738" v="99" actId="47"/>
        <pc:sldMkLst>
          <pc:docMk/>
          <pc:sldMk cId="742674330" sldId="329"/>
        </pc:sldMkLst>
      </pc:sldChg>
      <pc:sldChg chg="addSp delSp modSp mod">
        <pc:chgData name="Jefferson Passerini" userId="ec684a97d9b6a829" providerId="LiveId" clId="{0D3EC812-DF3E-44FC-AEC5-A86A05F03D8F}" dt="2024-04-09T20:05:06.414" v="9266" actId="1076"/>
        <pc:sldMkLst>
          <pc:docMk/>
          <pc:sldMk cId="1008768862" sldId="329"/>
        </pc:sldMkLst>
        <pc:spChg chg="mod">
          <ac:chgData name="Jefferson Passerini" userId="ec684a97d9b6a829" providerId="LiveId" clId="{0D3EC812-DF3E-44FC-AEC5-A86A05F03D8F}" dt="2024-04-09T20:02:58.538" v="9259" actId="1076"/>
          <ac:spMkLst>
            <pc:docMk/>
            <pc:sldMk cId="1008768862" sldId="329"/>
            <ac:spMk id="5" creationId="{551D1CD2-BEF4-8ADD-2E8E-C994C53A724F}"/>
          </ac:spMkLst>
        </pc:spChg>
        <pc:picChg chg="add mod ord">
          <ac:chgData name="Jefferson Passerini" userId="ec684a97d9b6a829" providerId="LiveId" clId="{0D3EC812-DF3E-44FC-AEC5-A86A05F03D8F}" dt="2024-04-09T20:02:54.191" v="9258" actId="1076"/>
          <ac:picMkLst>
            <pc:docMk/>
            <pc:sldMk cId="1008768862" sldId="329"/>
            <ac:picMk id="6" creationId="{B85D9FA4-0205-D7B7-6761-D06F4C8B0F64}"/>
          </ac:picMkLst>
        </pc:picChg>
        <pc:picChg chg="del">
          <ac:chgData name="Jefferson Passerini" userId="ec684a97d9b6a829" providerId="LiveId" clId="{0D3EC812-DF3E-44FC-AEC5-A86A05F03D8F}" dt="2024-04-09T20:02:17.873" v="9253" actId="478"/>
          <ac:picMkLst>
            <pc:docMk/>
            <pc:sldMk cId="1008768862" sldId="329"/>
            <ac:picMk id="7" creationId="{84837E50-6C60-99D4-9DB2-48091E8D508D}"/>
          </ac:picMkLst>
        </pc:picChg>
        <pc:picChg chg="del">
          <ac:chgData name="Jefferson Passerini" userId="ec684a97d9b6a829" providerId="LiveId" clId="{0D3EC812-DF3E-44FC-AEC5-A86A05F03D8F}" dt="2024-04-09T20:03:02.547" v="9260" actId="478"/>
          <ac:picMkLst>
            <pc:docMk/>
            <pc:sldMk cId="1008768862" sldId="329"/>
            <ac:picMk id="9" creationId="{5FB8A6D0-5081-2F32-9C09-D5892E629558}"/>
          </ac:picMkLst>
        </pc:picChg>
        <pc:picChg chg="add mod">
          <ac:chgData name="Jefferson Passerini" userId="ec684a97d9b6a829" providerId="LiveId" clId="{0D3EC812-DF3E-44FC-AEC5-A86A05F03D8F}" dt="2024-04-09T20:05:06.414" v="9266" actId="1076"/>
          <ac:picMkLst>
            <pc:docMk/>
            <pc:sldMk cId="1008768862" sldId="329"/>
            <ac:picMk id="10" creationId="{7B423E27-C168-A625-B1CF-5E754E9590AD}"/>
          </ac:picMkLst>
        </pc:picChg>
      </pc:sldChg>
      <pc:sldChg chg="addSp delSp modSp mod">
        <pc:chgData name="Jefferson Passerini" userId="ec684a97d9b6a829" providerId="LiveId" clId="{0D3EC812-DF3E-44FC-AEC5-A86A05F03D8F}" dt="2024-04-09T20:08:00.403" v="9294" actId="14100"/>
        <pc:sldMkLst>
          <pc:docMk/>
          <pc:sldMk cId="687655575" sldId="330"/>
        </pc:sldMkLst>
        <pc:spChg chg="mod">
          <ac:chgData name="Jefferson Passerini" userId="ec684a97d9b6a829" providerId="LiveId" clId="{0D3EC812-DF3E-44FC-AEC5-A86A05F03D8F}" dt="2024-04-09T20:08:00.403" v="9294" actId="14100"/>
          <ac:spMkLst>
            <pc:docMk/>
            <pc:sldMk cId="687655575" sldId="330"/>
            <ac:spMk id="5" creationId="{551D1CD2-BEF4-8ADD-2E8E-C994C53A724F}"/>
          </ac:spMkLst>
        </pc:spChg>
        <pc:spChg chg="mod">
          <ac:chgData name="Jefferson Passerini" userId="ec684a97d9b6a829" providerId="LiveId" clId="{0D3EC812-DF3E-44FC-AEC5-A86A05F03D8F}" dt="2024-04-09T20:07:01.546" v="9287" actId="1036"/>
          <ac:spMkLst>
            <pc:docMk/>
            <pc:sldMk cId="687655575" sldId="330"/>
            <ac:spMk id="8" creationId="{69520C15-45DF-42D2-1F6A-680AE67281F2}"/>
          </ac:spMkLst>
        </pc:spChg>
        <pc:picChg chg="del">
          <ac:chgData name="Jefferson Passerini" userId="ec684a97d9b6a829" providerId="LiveId" clId="{0D3EC812-DF3E-44FC-AEC5-A86A05F03D8F}" dt="2024-04-09T20:06:22.931" v="9267" actId="478"/>
          <ac:picMkLst>
            <pc:docMk/>
            <pc:sldMk cId="687655575" sldId="330"/>
            <ac:picMk id="6" creationId="{C4C8937F-C56E-5F87-B2A0-0DE98C5F7F73}"/>
          </ac:picMkLst>
        </pc:picChg>
        <pc:picChg chg="del">
          <ac:chgData name="Jefferson Passerini" userId="ec684a97d9b6a829" providerId="LiveId" clId="{0D3EC812-DF3E-44FC-AEC5-A86A05F03D8F}" dt="2024-04-09T20:07:05.312" v="9288" actId="478"/>
          <ac:picMkLst>
            <pc:docMk/>
            <pc:sldMk cId="687655575" sldId="330"/>
            <ac:picMk id="7" creationId="{84837E50-6C60-99D4-9DB2-48091E8D508D}"/>
          </ac:picMkLst>
        </pc:picChg>
        <pc:picChg chg="add del">
          <ac:chgData name="Jefferson Passerini" userId="ec684a97d9b6a829" providerId="LiveId" clId="{0D3EC812-DF3E-44FC-AEC5-A86A05F03D8F}" dt="2024-04-09T20:06:27.325" v="9269" actId="478"/>
          <ac:picMkLst>
            <pc:docMk/>
            <pc:sldMk cId="687655575" sldId="330"/>
            <ac:picMk id="9" creationId="{DFBCB9F0-DF55-12D5-24F6-D94375049D66}"/>
          </ac:picMkLst>
        </pc:picChg>
        <pc:picChg chg="add mod">
          <ac:chgData name="Jefferson Passerini" userId="ec684a97d9b6a829" providerId="LiveId" clId="{0D3EC812-DF3E-44FC-AEC5-A86A05F03D8F}" dt="2024-04-09T20:06:52.355" v="9273" actId="1076"/>
          <ac:picMkLst>
            <pc:docMk/>
            <pc:sldMk cId="687655575" sldId="330"/>
            <ac:picMk id="11" creationId="{CEB00A66-BA19-4F13-2BD7-6498FB74B00F}"/>
          </ac:picMkLst>
        </pc:picChg>
        <pc:picChg chg="add mod ord">
          <ac:chgData name="Jefferson Passerini" userId="ec684a97d9b6a829" providerId="LiveId" clId="{0D3EC812-DF3E-44FC-AEC5-A86A05F03D8F}" dt="2024-04-09T20:07:54.529" v="9292" actId="167"/>
          <ac:picMkLst>
            <pc:docMk/>
            <pc:sldMk cId="687655575" sldId="330"/>
            <ac:picMk id="13" creationId="{A2653421-7BAB-D27B-50FD-DE8A00184E82}"/>
          </ac:picMkLst>
        </pc:picChg>
      </pc:sldChg>
      <pc:sldChg chg="del">
        <pc:chgData name="Jefferson Passerini" userId="ec684a97d9b6a829" providerId="LiveId" clId="{0D3EC812-DF3E-44FC-AEC5-A86A05F03D8F}" dt="2024-04-09T12:33:09.768" v="70" actId="47"/>
        <pc:sldMkLst>
          <pc:docMk/>
          <pc:sldMk cId="1701053134" sldId="330"/>
        </pc:sldMkLst>
      </pc:sldChg>
      <pc:sldChg chg="del">
        <pc:chgData name="Jefferson Passerini" userId="ec684a97d9b6a829" providerId="LiveId" clId="{0D3EC812-DF3E-44FC-AEC5-A86A05F03D8F}" dt="2024-04-09T12:33:10.190" v="71" actId="47"/>
        <pc:sldMkLst>
          <pc:docMk/>
          <pc:sldMk cId="519467504" sldId="331"/>
        </pc:sldMkLst>
      </pc:sldChg>
      <pc:sldChg chg="addSp delSp modSp mod">
        <pc:chgData name="Jefferson Passerini" userId="ec684a97d9b6a829" providerId="LiveId" clId="{0D3EC812-DF3E-44FC-AEC5-A86A05F03D8F}" dt="2024-04-09T20:12:25.419" v="9324" actId="14100"/>
        <pc:sldMkLst>
          <pc:docMk/>
          <pc:sldMk cId="3866856368" sldId="331"/>
        </pc:sldMkLst>
        <pc:spChg chg="mod">
          <ac:chgData name="Jefferson Passerini" userId="ec684a97d9b6a829" providerId="LiveId" clId="{0D3EC812-DF3E-44FC-AEC5-A86A05F03D8F}" dt="2024-04-09T20:08:52.162" v="9301" actId="1076"/>
          <ac:spMkLst>
            <pc:docMk/>
            <pc:sldMk cId="3866856368" sldId="331"/>
            <ac:spMk id="5" creationId="{551D1CD2-BEF4-8ADD-2E8E-C994C53A724F}"/>
          </ac:spMkLst>
        </pc:spChg>
        <pc:spChg chg="mod">
          <ac:chgData name="Jefferson Passerini" userId="ec684a97d9b6a829" providerId="LiveId" clId="{0D3EC812-DF3E-44FC-AEC5-A86A05F03D8F}" dt="2024-04-09T20:11:51.756" v="9312" actId="1076"/>
          <ac:spMkLst>
            <pc:docMk/>
            <pc:sldMk cId="3866856368" sldId="331"/>
            <ac:spMk id="10" creationId="{B29D806D-D432-6BB7-57A4-4C036E73BB18}"/>
          </ac:spMkLst>
        </pc:spChg>
        <pc:spChg chg="mod">
          <ac:chgData name="Jefferson Passerini" userId="ec684a97d9b6a829" providerId="LiveId" clId="{0D3EC812-DF3E-44FC-AEC5-A86A05F03D8F}" dt="2024-04-09T20:12:15.503" v="9320" actId="14100"/>
          <ac:spMkLst>
            <pc:docMk/>
            <pc:sldMk cId="3866856368" sldId="331"/>
            <ac:spMk id="11" creationId="{F858D8FB-06FC-1278-63B6-0ED158DF3767}"/>
          </ac:spMkLst>
        </pc:spChg>
        <pc:spChg chg="add mod">
          <ac:chgData name="Jefferson Passerini" userId="ec684a97d9b6a829" providerId="LiveId" clId="{0D3EC812-DF3E-44FC-AEC5-A86A05F03D8F}" dt="2024-04-09T20:12:07.147" v="9318" actId="14100"/>
          <ac:spMkLst>
            <pc:docMk/>
            <pc:sldMk cId="3866856368" sldId="331"/>
            <ac:spMk id="13" creationId="{CFB3C2A9-E33A-8F9B-5D56-98C700ECCD86}"/>
          </ac:spMkLst>
        </pc:spChg>
        <pc:spChg chg="add mod">
          <ac:chgData name="Jefferson Passerini" userId="ec684a97d9b6a829" providerId="LiveId" clId="{0D3EC812-DF3E-44FC-AEC5-A86A05F03D8F}" dt="2024-04-09T20:12:25.419" v="9324" actId="14100"/>
          <ac:spMkLst>
            <pc:docMk/>
            <pc:sldMk cId="3866856368" sldId="331"/>
            <ac:spMk id="14" creationId="{EBD39496-0B73-5191-DF65-6B627A90B138}"/>
          </ac:spMkLst>
        </pc:spChg>
        <pc:picChg chg="add mod ord">
          <ac:chgData name="Jefferson Passerini" userId="ec684a97d9b6a829" providerId="LiveId" clId="{0D3EC812-DF3E-44FC-AEC5-A86A05F03D8F}" dt="2024-04-09T20:08:46.989" v="9300" actId="167"/>
          <ac:picMkLst>
            <pc:docMk/>
            <pc:sldMk cId="3866856368" sldId="331"/>
            <ac:picMk id="6" creationId="{7FCA3C18-2BB5-E727-EB63-160BFDCBFB2D}"/>
          </ac:picMkLst>
        </pc:picChg>
        <pc:picChg chg="del">
          <ac:chgData name="Jefferson Passerini" userId="ec684a97d9b6a829" providerId="LiveId" clId="{0D3EC812-DF3E-44FC-AEC5-A86A05F03D8F}" dt="2024-04-09T20:08:13.660" v="9295" actId="478"/>
          <ac:picMkLst>
            <pc:docMk/>
            <pc:sldMk cId="3866856368" sldId="331"/>
            <ac:picMk id="7" creationId="{84837E50-6C60-99D4-9DB2-48091E8D508D}"/>
          </ac:picMkLst>
        </pc:picChg>
        <pc:picChg chg="del">
          <ac:chgData name="Jefferson Passerini" userId="ec684a97d9b6a829" providerId="LiveId" clId="{0D3EC812-DF3E-44FC-AEC5-A86A05F03D8F}" dt="2024-04-09T20:08:56.542" v="9302" actId="478"/>
          <ac:picMkLst>
            <pc:docMk/>
            <pc:sldMk cId="3866856368" sldId="331"/>
            <ac:picMk id="9" creationId="{A89ADFBC-A2FC-353A-F09C-E049FEA22974}"/>
          </ac:picMkLst>
        </pc:picChg>
        <pc:picChg chg="add mod ord">
          <ac:chgData name="Jefferson Passerini" userId="ec684a97d9b6a829" providerId="LiveId" clId="{0D3EC812-DF3E-44FC-AEC5-A86A05F03D8F}" dt="2024-04-09T20:11:56.679" v="9315" actId="1076"/>
          <ac:picMkLst>
            <pc:docMk/>
            <pc:sldMk cId="3866856368" sldId="331"/>
            <ac:picMk id="12" creationId="{67D063D9-FD6D-B2B6-3EC1-6C71CF8590DE}"/>
          </ac:picMkLst>
        </pc:picChg>
      </pc:sldChg>
      <pc:sldChg chg="addSp delSp modSp mod">
        <pc:chgData name="Jefferson Passerini" userId="ec684a97d9b6a829" providerId="LiveId" clId="{0D3EC812-DF3E-44FC-AEC5-A86A05F03D8F}" dt="2024-04-09T20:15:11.807" v="9376" actId="1076"/>
        <pc:sldMkLst>
          <pc:docMk/>
          <pc:sldMk cId="835963644" sldId="332"/>
        </pc:sldMkLst>
        <pc:spChg chg="add mod">
          <ac:chgData name="Jefferson Passerini" userId="ec684a97d9b6a829" providerId="LiveId" clId="{0D3EC812-DF3E-44FC-AEC5-A86A05F03D8F}" dt="2024-04-09T20:13:27.321" v="9326"/>
          <ac:spMkLst>
            <pc:docMk/>
            <pc:sldMk cId="835963644" sldId="332"/>
            <ac:spMk id="2" creationId="{3AD0A22A-71F4-218F-5BF4-FCE93442D97E}"/>
          </ac:spMkLst>
        </pc:spChg>
        <pc:spChg chg="add del mod">
          <ac:chgData name="Jefferson Passerini" userId="ec684a97d9b6a829" providerId="LiveId" clId="{0D3EC812-DF3E-44FC-AEC5-A86A05F03D8F}" dt="2024-04-09T20:13:48.532" v="9328" actId="478"/>
          <ac:spMkLst>
            <pc:docMk/>
            <pc:sldMk cId="835963644" sldId="332"/>
            <ac:spMk id="8" creationId="{B8B9B10B-8BB9-CEF2-8F67-EB96797FEC03}"/>
          </ac:spMkLst>
        </pc:spChg>
        <pc:spChg chg="mod">
          <ac:chgData name="Jefferson Passerini" userId="ec684a97d9b6a829" providerId="LiveId" clId="{0D3EC812-DF3E-44FC-AEC5-A86A05F03D8F}" dt="2024-04-09T20:14:42.362" v="9371" actId="1035"/>
          <ac:spMkLst>
            <pc:docMk/>
            <pc:sldMk cId="835963644" sldId="332"/>
            <ac:spMk id="10" creationId="{B29D806D-D432-6BB7-57A4-4C036E73BB18}"/>
          </ac:spMkLst>
        </pc:spChg>
        <pc:picChg chg="del">
          <ac:chgData name="Jefferson Passerini" userId="ec684a97d9b6a829" providerId="LiveId" clId="{0D3EC812-DF3E-44FC-AEC5-A86A05F03D8F}" dt="2024-04-09T20:13:25.964" v="9325" actId="478"/>
          <ac:picMkLst>
            <pc:docMk/>
            <pc:sldMk cId="835963644" sldId="332"/>
            <ac:picMk id="6" creationId="{E13C237E-728D-0703-E400-CE541474FAFA}"/>
          </ac:picMkLst>
        </pc:picChg>
        <pc:picChg chg="add mod ord">
          <ac:chgData name="Jefferson Passerini" userId="ec684a97d9b6a829" providerId="LiveId" clId="{0D3EC812-DF3E-44FC-AEC5-A86A05F03D8F}" dt="2024-04-09T20:14:30.804" v="9334" actId="167"/>
          <ac:picMkLst>
            <pc:docMk/>
            <pc:sldMk cId="835963644" sldId="332"/>
            <ac:picMk id="11" creationId="{C2A795D5-D552-E87C-D51B-4DB2AE7A9660}"/>
          </ac:picMkLst>
        </pc:picChg>
        <pc:picChg chg="del">
          <ac:chgData name="Jefferson Passerini" userId="ec684a97d9b6a829" providerId="LiveId" clId="{0D3EC812-DF3E-44FC-AEC5-A86A05F03D8F}" dt="2024-04-09T20:14:45.263" v="9372" actId="478"/>
          <ac:picMkLst>
            <pc:docMk/>
            <pc:sldMk cId="835963644" sldId="332"/>
            <ac:picMk id="12" creationId="{03E23FFB-0962-B64D-8A7D-A8B0C63726B9}"/>
          </ac:picMkLst>
        </pc:picChg>
        <pc:picChg chg="add mod">
          <ac:chgData name="Jefferson Passerini" userId="ec684a97d9b6a829" providerId="LiveId" clId="{0D3EC812-DF3E-44FC-AEC5-A86A05F03D8F}" dt="2024-04-09T20:15:11.807" v="9376" actId="1076"/>
          <ac:picMkLst>
            <pc:docMk/>
            <pc:sldMk cId="835963644" sldId="332"/>
            <ac:picMk id="15" creationId="{D2EFEFC0-531A-04E4-0795-DBDD1FB1BC49}"/>
          </ac:picMkLst>
        </pc:picChg>
      </pc:sldChg>
      <pc:sldChg chg="del">
        <pc:chgData name="Jefferson Passerini" userId="ec684a97d9b6a829" providerId="LiveId" clId="{0D3EC812-DF3E-44FC-AEC5-A86A05F03D8F}" dt="2024-04-09T12:33:10.643" v="72" actId="47"/>
        <pc:sldMkLst>
          <pc:docMk/>
          <pc:sldMk cId="2837491959" sldId="332"/>
        </pc:sldMkLst>
      </pc:sldChg>
      <pc:sldChg chg="del">
        <pc:chgData name="Jefferson Passerini" userId="ec684a97d9b6a829" providerId="LiveId" clId="{0D3EC812-DF3E-44FC-AEC5-A86A05F03D8F}" dt="2024-04-09T12:33:11.081" v="73" actId="47"/>
        <pc:sldMkLst>
          <pc:docMk/>
          <pc:sldMk cId="1207883777" sldId="333"/>
        </pc:sldMkLst>
      </pc:sldChg>
      <pc:sldChg chg="del">
        <pc:chgData name="Jefferson Passerini" userId="ec684a97d9b6a829" providerId="LiveId" clId="{0D3EC812-DF3E-44FC-AEC5-A86A05F03D8F}" dt="2024-04-09T12:33:11.503" v="74" actId="47"/>
        <pc:sldMkLst>
          <pc:docMk/>
          <pc:sldMk cId="1762834231" sldId="334"/>
        </pc:sldMkLst>
      </pc:sldChg>
      <pc:sldChg chg="addSp delSp modSp mod">
        <pc:chgData name="Jefferson Passerini" userId="ec684a97d9b6a829" providerId="LiveId" clId="{0D3EC812-DF3E-44FC-AEC5-A86A05F03D8F}" dt="2024-04-09T20:20:13.951" v="9424" actId="1076"/>
        <pc:sldMkLst>
          <pc:docMk/>
          <pc:sldMk cId="1782403115" sldId="334"/>
        </pc:sldMkLst>
        <pc:spChg chg="mod">
          <ac:chgData name="Jefferson Passerini" userId="ec684a97d9b6a829" providerId="LiveId" clId="{0D3EC812-DF3E-44FC-AEC5-A86A05F03D8F}" dt="2024-04-09T20:16:05.692" v="9382" actId="1076"/>
          <ac:spMkLst>
            <pc:docMk/>
            <pc:sldMk cId="1782403115" sldId="334"/>
            <ac:spMk id="10" creationId="{54B69D53-2C49-D3E7-08B4-8ADF3B6FBA02}"/>
          </ac:spMkLst>
        </pc:spChg>
        <pc:picChg chg="add mod ord">
          <ac:chgData name="Jefferson Passerini" userId="ec684a97d9b6a829" providerId="LiveId" clId="{0D3EC812-DF3E-44FC-AEC5-A86A05F03D8F}" dt="2024-04-09T20:16:03.371" v="9381" actId="167"/>
          <ac:picMkLst>
            <pc:docMk/>
            <pc:sldMk cId="1782403115" sldId="334"/>
            <ac:picMk id="5" creationId="{E88ED5A2-E52A-49AA-AFAB-9202E07E7B13}"/>
          </ac:picMkLst>
        </pc:picChg>
        <pc:picChg chg="del">
          <ac:chgData name="Jefferson Passerini" userId="ec684a97d9b6a829" providerId="LiveId" clId="{0D3EC812-DF3E-44FC-AEC5-A86A05F03D8F}" dt="2024-04-09T20:16:07.833" v="9383" actId="478"/>
          <ac:picMkLst>
            <pc:docMk/>
            <pc:sldMk cId="1782403115" sldId="334"/>
            <ac:picMk id="7" creationId="{121A104E-A99A-751A-6AAA-E2C1D419FB13}"/>
          </ac:picMkLst>
        </pc:picChg>
        <pc:picChg chg="add mod">
          <ac:chgData name="Jefferson Passerini" userId="ec684a97d9b6a829" providerId="LiveId" clId="{0D3EC812-DF3E-44FC-AEC5-A86A05F03D8F}" dt="2024-04-09T20:20:13.951" v="9424" actId="1076"/>
          <ac:picMkLst>
            <pc:docMk/>
            <pc:sldMk cId="1782403115" sldId="334"/>
            <ac:picMk id="8" creationId="{8C6E3565-43CA-1BEF-872B-5ACD2EAB37B8}"/>
          </ac:picMkLst>
        </pc:picChg>
        <pc:picChg chg="del">
          <ac:chgData name="Jefferson Passerini" userId="ec684a97d9b6a829" providerId="LiveId" clId="{0D3EC812-DF3E-44FC-AEC5-A86A05F03D8F}" dt="2024-04-09T20:15:28.893" v="9377" actId="478"/>
          <ac:picMkLst>
            <pc:docMk/>
            <pc:sldMk cId="1782403115" sldId="334"/>
            <ac:picMk id="9" creationId="{F0A04CC4-E05E-9EC1-1161-F3181F28F60A}"/>
          </ac:picMkLst>
        </pc:picChg>
      </pc:sldChg>
      <pc:sldChg chg="del">
        <pc:chgData name="Jefferson Passerini" userId="ec684a97d9b6a829" providerId="LiveId" clId="{0D3EC812-DF3E-44FC-AEC5-A86A05F03D8F}" dt="2024-04-09T12:33:11.909" v="75" actId="47"/>
        <pc:sldMkLst>
          <pc:docMk/>
          <pc:sldMk cId="1624217106" sldId="335"/>
        </pc:sldMkLst>
      </pc:sldChg>
      <pc:sldChg chg="addSp delSp modSp mod">
        <pc:chgData name="Jefferson Passerini" userId="ec684a97d9b6a829" providerId="LiveId" clId="{0D3EC812-DF3E-44FC-AEC5-A86A05F03D8F}" dt="2024-04-09T20:20:47.883" v="9429" actId="14100"/>
        <pc:sldMkLst>
          <pc:docMk/>
          <pc:sldMk cId="4012670393" sldId="335"/>
        </pc:sldMkLst>
        <pc:spChg chg="add mod">
          <ac:chgData name="Jefferson Passerini" userId="ec684a97d9b6a829" providerId="LiveId" clId="{0D3EC812-DF3E-44FC-AEC5-A86A05F03D8F}" dt="2024-04-09T20:16:40.029" v="9418" actId="1037"/>
          <ac:spMkLst>
            <pc:docMk/>
            <pc:sldMk cId="4012670393" sldId="335"/>
            <ac:spMk id="6" creationId="{30679983-BE36-D3D3-44C0-6A8A41E0CB92}"/>
          </ac:spMkLst>
        </pc:spChg>
        <pc:spChg chg="del">
          <ac:chgData name="Jefferson Passerini" userId="ec684a97d9b6a829" providerId="LiveId" clId="{0D3EC812-DF3E-44FC-AEC5-A86A05F03D8F}" dt="2024-04-09T20:16:27.287" v="9385" actId="478"/>
          <ac:spMkLst>
            <pc:docMk/>
            <pc:sldMk cId="4012670393" sldId="335"/>
            <ac:spMk id="10" creationId="{54B69D53-2C49-D3E7-08B4-8ADF3B6FBA02}"/>
          </ac:spMkLst>
        </pc:spChg>
        <pc:picChg chg="add mod">
          <ac:chgData name="Jefferson Passerini" userId="ec684a97d9b6a829" providerId="LiveId" clId="{0D3EC812-DF3E-44FC-AEC5-A86A05F03D8F}" dt="2024-04-09T20:16:40.029" v="9418" actId="1037"/>
          <ac:picMkLst>
            <pc:docMk/>
            <pc:sldMk cId="4012670393" sldId="335"/>
            <ac:picMk id="2" creationId="{DC02A3F1-BF52-AD4A-BA09-68CFDBD454E0}"/>
          </ac:picMkLst>
        </pc:picChg>
        <pc:picChg chg="del">
          <ac:chgData name="Jefferson Passerini" userId="ec684a97d9b6a829" providerId="LiveId" clId="{0D3EC812-DF3E-44FC-AEC5-A86A05F03D8F}" dt="2024-04-09T20:16:42.310" v="9419" actId="478"/>
          <ac:picMkLst>
            <pc:docMk/>
            <pc:sldMk cId="4012670393" sldId="335"/>
            <ac:picMk id="5" creationId="{D7AF7ADF-0898-F1F3-C355-2FC549849AC6}"/>
          </ac:picMkLst>
        </pc:picChg>
        <pc:picChg chg="add mod">
          <ac:chgData name="Jefferson Passerini" userId="ec684a97d9b6a829" providerId="LiveId" clId="{0D3EC812-DF3E-44FC-AEC5-A86A05F03D8F}" dt="2024-04-09T20:20:47.883" v="9429" actId="14100"/>
          <ac:picMkLst>
            <pc:docMk/>
            <pc:sldMk cId="4012670393" sldId="335"/>
            <ac:picMk id="8" creationId="{0796AA37-A5D8-0AE8-D73A-5C99495C0E2E}"/>
          </ac:picMkLst>
        </pc:picChg>
        <pc:picChg chg="del">
          <ac:chgData name="Jefferson Passerini" userId="ec684a97d9b6a829" providerId="LiveId" clId="{0D3EC812-DF3E-44FC-AEC5-A86A05F03D8F}" dt="2024-04-09T20:16:24.428" v="9384" actId="478"/>
          <ac:picMkLst>
            <pc:docMk/>
            <pc:sldMk cId="4012670393" sldId="335"/>
            <ac:picMk id="9" creationId="{F0A04CC4-E05E-9EC1-1161-F3181F28F60A}"/>
          </ac:picMkLst>
        </pc:picChg>
      </pc:sldChg>
      <pc:sldChg chg="addSp delSp modSp mod">
        <pc:chgData name="Jefferson Passerini" userId="ec684a97d9b6a829" providerId="LiveId" clId="{0D3EC812-DF3E-44FC-AEC5-A86A05F03D8F}" dt="2024-04-09T20:23:22.318" v="9476" actId="1037"/>
        <pc:sldMkLst>
          <pc:docMk/>
          <pc:sldMk cId="1924532276" sldId="336"/>
        </pc:sldMkLst>
        <pc:spChg chg="mod">
          <ac:chgData name="Jefferson Passerini" userId="ec684a97d9b6a829" providerId="LiveId" clId="{0D3EC812-DF3E-44FC-AEC5-A86A05F03D8F}" dt="2024-04-09T20:23:22.318" v="9476" actId="1037"/>
          <ac:spMkLst>
            <pc:docMk/>
            <pc:sldMk cId="1924532276" sldId="336"/>
            <ac:spMk id="7" creationId="{7F43007D-3645-C2D9-35D9-F1D7F829BFB8}"/>
          </ac:spMkLst>
        </pc:spChg>
        <pc:spChg chg="mod">
          <ac:chgData name="Jefferson Passerini" userId="ec684a97d9b6a829" providerId="LiveId" clId="{0D3EC812-DF3E-44FC-AEC5-A86A05F03D8F}" dt="2024-04-09T20:22:29.282" v="9445" actId="1035"/>
          <ac:spMkLst>
            <pc:docMk/>
            <pc:sldMk cId="1924532276" sldId="336"/>
            <ac:spMk id="10" creationId="{54B69D53-2C49-D3E7-08B4-8ADF3B6FBA02}"/>
          </ac:spMkLst>
        </pc:spChg>
        <pc:picChg chg="add mod ord">
          <ac:chgData name="Jefferson Passerini" userId="ec684a97d9b6a829" providerId="LiveId" clId="{0D3EC812-DF3E-44FC-AEC5-A86A05F03D8F}" dt="2024-04-09T20:22:26.271" v="9439" actId="167"/>
          <ac:picMkLst>
            <pc:docMk/>
            <pc:sldMk cId="1924532276" sldId="336"/>
            <ac:picMk id="5" creationId="{87EEFC20-8DCD-4E15-833C-8BD7F1716FF3}"/>
          </ac:picMkLst>
        </pc:picChg>
        <pc:picChg chg="del">
          <ac:chgData name="Jefferson Passerini" userId="ec684a97d9b6a829" providerId="LiveId" clId="{0D3EC812-DF3E-44FC-AEC5-A86A05F03D8F}" dt="2024-04-09T20:21:52.352" v="9433" actId="478"/>
          <ac:picMkLst>
            <pc:docMk/>
            <pc:sldMk cId="1924532276" sldId="336"/>
            <ac:picMk id="6" creationId="{17AE0D9D-9A27-A6DA-8A17-85CC329CF0D8}"/>
          </ac:picMkLst>
        </pc:picChg>
        <pc:picChg chg="del">
          <ac:chgData name="Jefferson Passerini" userId="ec684a97d9b6a829" providerId="LiveId" clId="{0D3EC812-DF3E-44FC-AEC5-A86A05F03D8F}" dt="2024-04-09T20:22:12.718" v="9434" actId="478"/>
          <ac:picMkLst>
            <pc:docMk/>
            <pc:sldMk cId="1924532276" sldId="336"/>
            <ac:picMk id="9" creationId="{F0A04CC4-E05E-9EC1-1161-F3181F28F60A}"/>
          </ac:picMkLst>
        </pc:picChg>
        <pc:picChg chg="add del">
          <ac:chgData name="Jefferson Passerini" userId="ec684a97d9b6a829" providerId="LiveId" clId="{0D3EC812-DF3E-44FC-AEC5-A86A05F03D8F}" dt="2024-04-09T20:22:52.518" v="9447" actId="478"/>
          <ac:picMkLst>
            <pc:docMk/>
            <pc:sldMk cId="1924532276" sldId="336"/>
            <ac:picMk id="11" creationId="{6A522BB2-9FF0-7520-9773-580F603E48E4}"/>
          </ac:picMkLst>
        </pc:picChg>
        <pc:picChg chg="add mod ord">
          <ac:chgData name="Jefferson Passerini" userId="ec684a97d9b6a829" providerId="LiveId" clId="{0D3EC812-DF3E-44FC-AEC5-A86A05F03D8F}" dt="2024-04-09T20:23:07.922" v="9451" actId="167"/>
          <ac:picMkLst>
            <pc:docMk/>
            <pc:sldMk cId="1924532276" sldId="336"/>
            <ac:picMk id="13" creationId="{14F24481-70A7-50FD-F998-4BCA08E88BA2}"/>
          </ac:picMkLst>
        </pc:picChg>
      </pc:sldChg>
      <pc:sldChg chg="del">
        <pc:chgData name="Jefferson Passerini" userId="ec684a97d9b6a829" providerId="LiveId" clId="{0D3EC812-DF3E-44FC-AEC5-A86A05F03D8F}" dt="2024-04-09T12:33:18.925" v="90" actId="47"/>
        <pc:sldMkLst>
          <pc:docMk/>
          <pc:sldMk cId="3597316504" sldId="336"/>
        </pc:sldMkLst>
      </pc:sldChg>
      <pc:sldChg chg="addSp delSp modSp mod">
        <pc:chgData name="Jefferson Passerini" userId="ec684a97d9b6a829" providerId="LiveId" clId="{0D3EC812-DF3E-44FC-AEC5-A86A05F03D8F}" dt="2024-04-09T20:24:16.050" v="9484" actId="167"/>
        <pc:sldMkLst>
          <pc:docMk/>
          <pc:sldMk cId="2516119713" sldId="337"/>
        </pc:sldMkLst>
        <pc:picChg chg="del">
          <ac:chgData name="Jefferson Passerini" userId="ec684a97d9b6a829" providerId="LiveId" clId="{0D3EC812-DF3E-44FC-AEC5-A86A05F03D8F}" dt="2024-04-09T20:23:41.559" v="9477" actId="478"/>
          <ac:picMkLst>
            <pc:docMk/>
            <pc:sldMk cId="2516119713" sldId="337"/>
            <ac:picMk id="5" creationId="{DCD5640D-F453-C96C-358C-9C40FCBCC6FC}"/>
          </ac:picMkLst>
        </pc:picChg>
        <pc:picChg chg="add mod">
          <ac:chgData name="Jefferson Passerini" userId="ec684a97d9b6a829" providerId="LiveId" clId="{0D3EC812-DF3E-44FC-AEC5-A86A05F03D8F}" dt="2024-04-09T20:24:02.273" v="9481" actId="1076"/>
          <ac:picMkLst>
            <pc:docMk/>
            <pc:sldMk cId="2516119713" sldId="337"/>
            <ac:picMk id="6" creationId="{A035FC29-084B-4160-EB9B-C6CA30C3D952}"/>
          </ac:picMkLst>
        </pc:picChg>
        <pc:picChg chg="add mod ord">
          <ac:chgData name="Jefferson Passerini" userId="ec684a97d9b6a829" providerId="LiveId" clId="{0D3EC812-DF3E-44FC-AEC5-A86A05F03D8F}" dt="2024-04-09T20:24:16.050" v="9484" actId="167"/>
          <ac:picMkLst>
            <pc:docMk/>
            <pc:sldMk cId="2516119713" sldId="337"/>
            <ac:picMk id="7" creationId="{F4827E7A-1758-B577-236A-B225862417DB}"/>
          </ac:picMkLst>
        </pc:picChg>
        <pc:picChg chg="del">
          <ac:chgData name="Jefferson Passerini" userId="ec684a97d9b6a829" providerId="LiveId" clId="{0D3EC812-DF3E-44FC-AEC5-A86A05F03D8F}" dt="2024-04-09T20:24:07.572" v="9482" actId="478"/>
          <ac:picMkLst>
            <pc:docMk/>
            <pc:sldMk cId="2516119713" sldId="337"/>
            <ac:picMk id="9" creationId="{F0A04CC4-E05E-9EC1-1161-F3181F28F60A}"/>
          </ac:picMkLst>
        </pc:picChg>
      </pc:sldChg>
      <pc:sldChg chg="del">
        <pc:chgData name="Jefferson Passerini" userId="ec684a97d9b6a829" providerId="LiveId" clId="{0D3EC812-DF3E-44FC-AEC5-A86A05F03D8F}" dt="2024-04-09T12:33:19.378" v="91" actId="47"/>
        <pc:sldMkLst>
          <pc:docMk/>
          <pc:sldMk cId="2618516920" sldId="337"/>
        </pc:sldMkLst>
      </pc:sldChg>
      <pc:sldChg chg="addSp modSp add mod">
        <pc:chgData name="Jefferson Passerini" userId="ec684a97d9b6a829" providerId="LiveId" clId="{0D3EC812-DF3E-44FC-AEC5-A86A05F03D8F}" dt="2024-04-09T20:21:37.690" v="9432" actId="1076"/>
        <pc:sldMkLst>
          <pc:docMk/>
          <pc:sldMk cId="462701343" sldId="338"/>
        </pc:sldMkLst>
        <pc:picChg chg="add mod">
          <ac:chgData name="Jefferson Passerini" userId="ec684a97d9b6a829" providerId="LiveId" clId="{0D3EC812-DF3E-44FC-AEC5-A86A05F03D8F}" dt="2024-04-09T20:21:37.690" v="9432" actId="1076"/>
          <ac:picMkLst>
            <pc:docMk/>
            <pc:sldMk cId="462701343" sldId="338"/>
            <ac:picMk id="7" creationId="{37AE4773-BD92-4536-0610-C95986478769}"/>
          </ac:picMkLst>
        </pc:picChg>
      </pc:sldChg>
      <pc:sldChg chg="del">
        <pc:chgData name="Jefferson Passerini" userId="ec684a97d9b6a829" providerId="LiveId" clId="{0D3EC812-DF3E-44FC-AEC5-A86A05F03D8F}" dt="2024-04-09T12:33:19.831" v="92" actId="47"/>
        <pc:sldMkLst>
          <pc:docMk/>
          <pc:sldMk cId="3170808450" sldId="338"/>
        </pc:sldMkLst>
      </pc:sldChg>
      <pc:sldChg chg="del">
        <pc:chgData name="Jefferson Passerini" userId="ec684a97d9b6a829" providerId="LiveId" clId="{0D3EC812-DF3E-44FC-AEC5-A86A05F03D8F}" dt="2024-04-09T12:33:20.409" v="93" actId="47"/>
        <pc:sldMkLst>
          <pc:docMk/>
          <pc:sldMk cId="2931643223" sldId="339"/>
        </pc:sldMkLst>
      </pc:sldChg>
      <pc:sldChg chg="del">
        <pc:chgData name="Jefferson Passerini" userId="ec684a97d9b6a829" providerId="LiveId" clId="{0D3EC812-DF3E-44FC-AEC5-A86A05F03D8F}" dt="2024-04-09T12:33:21.128" v="94" actId="47"/>
        <pc:sldMkLst>
          <pc:docMk/>
          <pc:sldMk cId="1456028939" sldId="340"/>
        </pc:sldMkLst>
      </pc:sldChg>
      <pc:sldChg chg="del">
        <pc:chgData name="Jefferson Passerini" userId="ec684a97d9b6a829" providerId="LiveId" clId="{0D3EC812-DF3E-44FC-AEC5-A86A05F03D8F}" dt="2024-04-09T12:33:21.644" v="95" actId="47"/>
        <pc:sldMkLst>
          <pc:docMk/>
          <pc:sldMk cId="3152933686" sldId="341"/>
        </pc:sldMkLst>
      </pc:sldChg>
      <pc:sldChg chg="del">
        <pc:chgData name="Jefferson Passerini" userId="ec684a97d9b6a829" providerId="LiveId" clId="{0D3EC812-DF3E-44FC-AEC5-A86A05F03D8F}" dt="2024-04-09T12:33:22.066" v="96" actId="47"/>
        <pc:sldMkLst>
          <pc:docMk/>
          <pc:sldMk cId="3969281200" sldId="34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07D10D-9CA6-4FA8-A263-D26487DC324C}" type="datetimeFigureOut">
              <a:rPr lang="pt-BR" smtClean="0"/>
              <a:t>20/08/2024</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1562A9-765E-484A-AB7E-EAEC19346E61}" type="slidenum">
              <a:rPr lang="pt-BR" smtClean="0"/>
              <a:t>‹nº›</a:t>
            </a:fld>
            <a:endParaRPr lang="pt-BR"/>
          </a:p>
        </p:txBody>
      </p:sp>
    </p:spTree>
    <p:extLst>
      <p:ext uri="{BB962C8B-B14F-4D97-AF65-F5344CB8AC3E}">
        <p14:creationId xmlns:p14="http://schemas.microsoft.com/office/powerpoint/2010/main" val="10230202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endParaRPr lang="en-US" dirty="0"/>
          </a:p>
        </p:txBody>
      </p:sp>
      <p:sp>
        <p:nvSpPr>
          <p:cNvPr id="4" name="Date Placeholder 3"/>
          <p:cNvSpPr>
            <a:spLocks noGrp="1"/>
          </p:cNvSpPr>
          <p:nvPr>
            <p:ph type="dt" sz="half" idx="10"/>
          </p:nvPr>
        </p:nvSpPr>
        <p:spPr/>
        <p:txBody>
          <a:bodyPr/>
          <a:lstStyle/>
          <a:p>
            <a:fld id="{76969C88-B244-455D-A017-012B25B1ACDD}" type="datetimeFigureOut">
              <a:rPr lang="en-US" smtClean="0"/>
              <a:pPr/>
              <a:t>8/20/2024</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7CE569E-9B7C-4CB9-AB80-C0841F922CFF}" type="slidenum">
              <a:rPr lang="en-US" smtClean="0"/>
              <a:pPr/>
              <a:t>‹nº›</a:t>
            </a:fld>
            <a:endParaRPr lang="en-US"/>
          </a:p>
        </p:txBody>
      </p:sp>
    </p:spTree>
    <p:extLst>
      <p:ext uri="{BB962C8B-B14F-4D97-AF65-F5344CB8AC3E}">
        <p14:creationId xmlns:p14="http://schemas.microsoft.com/office/powerpoint/2010/main" val="25765882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76969C88-B244-455D-A017-012B25B1ACDD}" type="datetimeFigureOut">
              <a:rPr lang="en-US" smtClean="0"/>
              <a:pPr/>
              <a:t>8/20/2024</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7CE569E-9B7C-4CB9-AB80-C0841F922CFF}" type="slidenum">
              <a:rPr lang="en-US" smtClean="0"/>
              <a:pPr/>
              <a:t>‹nº›</a:t>
            </a:fld>
            <a:endParaRPr lang="en-US"/>
          </a:p>
        </p:txBody>
      </p:sp>
    </p:spTree>
    <p:extLst>
      <p:ext uri="{BB962C8B-B14F-4D97-AF65-F5344CB8AC3E}">
        <p14:creationId xmlns:p14="http://schemas.microsoft.com/office/powerpoint/2010/main" val="30272336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76969C88-B244-455D-A017-012B25B1ACDD}" type="datetimeFigureOut">
              <a:rPr lang="en-US" smtClean="0"/>
              <a:pPr/>
              <a:t>8/20/2024</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7CE569E-9B7C-4CB9-AB80-C0841F922CFF}" type="slidenum">
              <a:rPr lang="en-US" smtClean="0"/>
              <a:pPr/>
              <a:t>‹nº›</a:t>
            </a:fld>
            <a:endParaRPr lang="en-US"/>
          </a:p>
        </p:txBody>
      </p:sp>
    </p:spTree>
    <p:extLst>
      <p:ext uri="{BB962C8B-B14F-4D97-AF65-F5344CB8AC3E}">
        <p14:creationId xmlns:p14="http://schemas.microsoft.com/office/powerpoint/2010/main" val="38571351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76969C88-B244-455D-A017-012B25B1ACDD}" type="datetimeFigureOut">
              <a:rPr lang="en-US" smtClean="0"/>
              <a:pPr/>
              <a:t>8/20/2024</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7CE569E-9B7C-4CB9-AB80-C0841F922CFF}" type="slidenum">
              <a:rPr lang="en-US" smtClean="0"/>
              <a:pPr/>
              <a:t>‹nº›</a:t>
            </a:fld>
            <a:endParaRPr lang="en-US"/>
          </a:p>
        </p:txBody>
      </p:sp>
    </p:spTree>
    <p:extLst>
      <p:ext uri="{BB962C8B-B14F-4D97-AF65-F5344CB8AC3E}">
        <p14:creationId xmlns:p14="http://schemas.microsoft.com/office/powerpoint/2010/main" val="25486116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pt-BR"/>
              <a:t>Clique para editar o título Mestre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Content Placeholder 3"/>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Content Placeholder 5"/>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76969C88-B244-455D-A017-012B25B1ACDD}" type="datetimeFigureOut">
              <a:rPr lang="en-US" smtClean="0"/>
              <a:pPr/>
              <a:t>8/20/2024</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07CE569E-9B7C-4CB9-AB80-C0841F922CFF}" type="slidenum">
              <a:rPr lang="en-US" smtClean="0"/>
              <a:pPr/>
              <a:t>‹nº›</a:t>
            </a:fld>
            <a:endParaRPr lang="en-US"/>
          </a:p>
        </p:txBody>
      </p:sp>
    </p:spTree>
    <p:extLst>
      <p:ext uri="{BB962C8B-B14F-4D97-AF65-F5344CB8AC3E}">
        <p14:creationId xmlns:p14="http://schemas.microsoft.com/office/powerpoint/2010/main" val="4235760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76969C88-B244-455D-A017-012B25B1ACDD}" type="datetimeFigureOut">
              <a:rPr lang="en-US" smtClean="0"/>
              <a:pPr/>
              <a:t>8/20/2024</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7CE569E-9B7C-4CB9-AB80-C0841F922CFF}" type="slidenum">
              <a:rPr lang="en-US" smtClean="0"/>
              <a:pPr/>
              <a:t>‹nº›</a:t>
            </a:fld>
            <a:endParaRPr lang="en-US"/>
          </a:p>
        </p:txBody>
      </p:sp>
    </p:spTree>
    <p:extLst>
      <p:ext uri="{BB962C8B-B14F-4D97-AF65-F5344CB8AC3E}">
        <p14:creationId xmlns:p14="http://schemas.microsoft.com/office/powerpoint/2010/main" val="1936238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969C88-B244-455D-A017-012B25B1ACDD}" type="datetimeFigureOut">
              <a:rPr lang="en-US" smtClean="0"/>
              <a:pPr/>
              <a:t>8/20/2024</a:t>
            </a:fld>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07CE569E-9B7C-4CB9-AB80-C0841F922CFF}" type="slidenum">
              <a:rPr lang="en-US" smtClean="0"/>
              <a:pPr/>
              <a:t>‹nº›</a:t>
            </a:fld>
            <a:endParaRPr lang="en-US"/>
          </a:p>
        </p:txBody>
      </p:sp>
    </p:spTree>
    <p:extLst>
      <p:ext uri="{BB962C8B-B14F-4D97-AF65-F5344CB8AC3E}">
        <p14:creationId xmlns:p14="http://schemas.microsoft.com/office/powerpoint/2010/main" val="21710182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76969C88-B244-455D-A017-012B25B1ACDD}" type="datetimeFigureOut">
              <a:rPr lang="en-US" smtClean="0"/>
              <a:pPr/>
              <a:t>8/20/2024</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7CE569E-9B7C-4CB9-AB80-C0841F922CFF}" type="slidenum">
              <a:rPr lang="en-US" smtClean="0"/>
              <a:pPr/>
              <a:t>‹nº›</a:t>
            </a:fld>
            <a:endParaRPr lang="en-US"/>
          </a:p>
        </p:txBody>
      </p:sp>
    </p:spTree>
    <p:extLst>
      <p:ext uri="{BB962C8B-B14F-4D97-AF65-F5344CB8AC3E}">
        <p14:creationId xmlns:p14="http://schemas.microsoft.com/office/powerpoint/2010/main" val="33877549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t-BR"/>
              <a:t>Clique no ícone para adicionar uma imagem</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76969C88-B244-455D-A017-012B25B1ACDD}" type="datetimeFigureOut">
              <a:rPr lang="en-US" smtClean="0"/>
              <a:pPr/>
              <a:t>8/20/2024</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7CE569E-9B7C-4CB9-AB80-C0841F922CFF}" type="slidenum">
              <a:rPr lang="en-US" smtClean="0"/>
              <a:pPr/>
              <a:t>‹nº›</a:t>
            </a:fld>
            <a:endParaRPr lang="en-US"/>
          </a:p>
        </p:txBody>
      </p:sp>
    </p:spTree>
    <p:extLst>
      <p:ext uri="{BB962C8B-B14F-4D97-AF65-F5344CB8AC3E}">
        <p14:creationId xmlns:p14="http://schemas.microsoft.com/office/powerpoint/2010/main" val="39671880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76969C88-B244-455D-A017-012B25B1ACDD}" type="datetimeFigureOut">
              <a:rPr lang="en-US" smtClean="0"/>
              <a:pPr/>
              <a:t>8/20/2024</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7CE569E-9B7C-4CB9-AB80-C0841F922CFF}" type="slidenum">
              <a:rPr lang="en-US" smtClean="0"/>
              <a:pPr/>
              <a:t>‹nº›</a:t>
            </a:fld>
            <a:endParaRPr lang="en-US"/>
          </a:p>
        </p:txBody>
      </p:sp>
    </p:spTree>
    <p:extLst>
      <p:ext uri="{BB962C8B-B14F-4D97-AF65-F5344CB8AC3E}">
        <p14:creationId xmlns:p14="http://schemas.microsoft.com/office/powerpoint/2010/main" val="38367590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pt-BR"/>
              <a:t>Clique para editar o título Mestre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76969C88-B244-455D-A017-012B25B1ACDD}" type="datetimeFigureOut">
              <a:rPr lang="en-US" smtClean="0"/>
              <a:pPr/>
              <a:t>8/20/2024</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7CE569E-9B7C-4CB9-AB80-C0841F922CFF}" type="slidenum">
              <a:rPr lang="en-US" smtClean="0"/>
              <a:pPr/>
              <a:t>‹nº›</a:t>
            </a:fld>
            <a:endParaRPr lang="en-US"/>
          </a:p>
        </p:txBody>
      </p:sp>
    </p:spTree>
    <p:extLst>
      <p:ext uri="{BB962C8B-B14F-4D97-AF65-F5344CB8AC3E}">
        <p14:creationId xmlns:p14="http://schemas.microsoft.com/office/powerpoint/2010/main" val="10897724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969C88-B244-455D-A017-012B25B1ACDD}" type="datetimeFigureOut">
              <a:rPr lang="en-US" smtClean="0"/>
              <a:pPr/>
              <a:t>8/20/2024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CE569E-9B7C-4CB9-AB80-C0841F922CFF}" type="slidenum">
              <a:rPr lang="en-US" smtClean="0"/>
              <a:pPr/>
              <a:t>‹nº›</a:t>
            </a:fld>
            <a:endParaRPr lang="en-US"/>
          </a:p>
        </p:txBody>
      </p:sp>
    </p:spTree>
    <p:extLst>
      <p:ext uri="{BB962C8B-B14F-4D97-AF65-F5344CB8AC3E}">
        <p14:creationId xmlns:p14="http://schemas.microsoft.com/office/powerpoint/2010/main" val="914579049"/>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8" name="Rectangle 207">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m 4" descr="Diagrama, Desenho técnico&#10;&#10;Descrição gerada automaticamente">
            <a:extLst>
              <a:ext uri="{FF2B5EF4-FFF2-40B4-BE49-F238E27FC236}">
                <a16:creationId xmlns:a16="http://schemas.microsoft.com/office/drawing/2014/main" id="{329A845D-3092-509F-56C0-200AA530E0A2}"/>
              </a:ext>
            </a:extLst>
          </p:cNvPr>
          <p:cNvPicPr>
            <a:picLocks noChangeAspect="1"/>
          </p:cNvPicPr>
          <p:nvPr/>
        </p:nvPicPr>
        <p:blipFill>
          <a:blip r:embed="rId2">
            <a:extLst>
              <a:ext uri="{28A0092B-C50C-407E-A947-70E740481C1C}">
                <a14:useLocalDpi xmlns:a14="http://schemas.microsoft.com/office/drawing/2010/main" val="0"/>
              </a:ext>
            </a:extLst>
          </a:blip>
          <a:srcRect t="3107" r="909" b="18499"/>
          <a:stretch/>
        </p:blipFill>
        <p:spPr>
          <a:xfrm>
            <a:off x="3523488" y="10"/>
            <a:ext cx="8668512" cy="6857990"/>
          </a:xfrm>
          <a:prstGeom prst="rect">
            <a:avLst/>
          </a:prstGeom>
        </p:spPr>
      </p:pic>
      <p:sp>
        <p:nvSpPr>
          <p:cNvPr id="210" name="Rectangle 209">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2E243026-E16F-9CDD-AE56-CF691B008A41}"/>
              </a:ext>
            </a:extLst>
          </p:cNvPr>
          <p:cNvSpPr>
            <a:spLocks noGrp="1"/>
          </p:cNvSpPr>
          <p:nvPr>
            <p:ph type="ctrTitle"/>
          </p:nvPr>
        </p:nvSpPr>
        <p:spPr>
          <a:xfrm>
            <a:off x="477981" y="1122363"/>
            <a:ext cx="4023360" cy="3204134"/>
          </a:xfrm>
        </p:spPr>
        <p:txBody>
          <a:bodyPr anchor="b">
            <a:normAutofit/>
          </a:bodyPr>
          <a:lstStyle/>
          <a:p>
            <a:pPr algn="l"/>
            <a:r>
              <a:rPr lang="en-US" sz="4800" b="1">
                <a:effectLst>
                  <a:outerShdw blurRad="38100" dist="38100" dir="2700000" algn="tl">
                    <a:srgbClr val="000000">
                      <a:alpha val="43137"/>
                    </a:srgbClr>
                  </a:outerShdw>
                </a:effectLst>
              </a:rPr>
              <a:t>Bridge</a:t>
            </a:r>
          </a:p>
        </p:txBody>
      </p:sp>
      <p:sp>
        <p:nvSpPr>
          <p:cNvPr id="3" name="Subtítulo 2">
            <a:extLst>
              <a:ext uri="{FF2B5EF4-FFF2-40B4-BE49-F238E27FC236}">
                <a16:creationId xmlns:a16="http://schemas.microsoft.com/office/drawing/2014/main" id="{A782A01C-CDB4-BEF0-9F78-DD3F68C87023}"/>
              </a:ext>
            </a:extLst>
          </p:cNvPr>
          <p:cNvSpPr>
            <a:spLocks noGrp="1"/>
          </p:cNvSpPr>
          <p:nvPr>
            <p:ph type="subTitle" idx="1"/>
          </p:nvPr>
        </p:nvSpPr>
        <p:spPr>
          <a:xfrm>
            <a:off x="477980" y="4872922"/>
            <a:ext cx="4023359" cy="1208141"/>
          </a:xfrm>
        </p:spPr>
        <p:txBody>
          <a:bodyPr>
            <a:normAutofit/>
          </a:bodyPr>
          <a:lstStyle/>
          <a:p>
            <a:pPr algn="l"/>
            <a:r>
              <a:rPr lang="pt-BR" sz="2000"/>
              <a:t>Padrões de Projeto Estrutural II</a:t>
            </a:r>
          </a:p>
          <a:p>
            <a:pPr algn="l"/>
            <a:endParaRPr lang="pt-BR" sz="2000"/>
          </a:p>
          <a:p>
            <a:pPr algn="l"/>
            <a:r>
              <a:rPr lang="pt-BR" sz="2000"/>
              <a:t>Prof. Me Jefferson Passerini</a:t>
            </a:r>
          </a:p>
        </p:txBody>
      </p:sp>
      <p:sp>
        <p:nvSpPr>
          <p:cNvPr id="212" name="Rectangle 211">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14" name="Rectangle 213">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68309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4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2000"/>
                                  </p:stCondLst>
                                  <p:iterate type="lt">
                                    <p:tmPct val="10000"/>
                                  </p:iterate>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400"/>
                                        <p:tgtEl>
                                          <p:spTgt spid="3">
                                            <p:txEl>
                                              <p:pRg st="2" end="2"/>
                                            </p:txEl>
                                          </p:spTgt>
                                        </p:tgtEl>
                                      </p:cBhvr>
                                    </p:animEffect>
                                  </p:childTnLst>
                                </p:cTn>
                              </p:par>
                              <p:par>
                                <p:cTn id="13" presetID="10" presetClass="entr" presetSubtype="0" fill="hold" grpId="0" nodeType="withEffect">
                                  <p:stCondLst>
                                    <p:cond delay="1000"/>
                                  </p:stCondLst>
                                  <p:iterate type="lt">
                                    <p:tmPct val="10000"/>
                                  </p:iterate>
                                  <p:childTnLst>
                                    <p:set>
                                      <p:cBhvr>
                                        <p:cTn id="14" dur="1" fill="hold">
                                          <p:stCondLst>
                                            <p:cond delay="0"/>
                                          </p:stCondLst>
                                        </p:cTn>
                                        <p:tgtEl>
                                          <p:spTgt spid="2"/>
                                        </p:tgtEl>
                                        <p:attrNameLst>
                                          <p:attrName>style.visibility</p:attrName>
                                        </p:attrNameLst>
                                      </p:cBhvr>
                                      <p:to>
                                        <p:strVal val="visible"/>
                                      </p:to>
                                    </p:set>
                                    <p:animEffect transition="in" filter="fade">
                                      <p:cBhvr>
                                        <p:cTn id="15"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id="{212081E4-07F6-C689-2ACC-B6CADD634983}"/>
              </a:ext>
            </a:extLst>
          </p:cNvPr>
          <p:cNvSpPr>
            <a:spLocks noGrp="1"/>
          </p:cNvSpPr>
          <p:nvPr>
            <p:ph idx="1"/>
          </p:nvPr>
        </p:nvSpPr>
        <p:spPr>
          <a:xfrm>
            <a:off x="838199" y="809469"/>
            <a:ext cx="11229181" cy="5367494"/>
          </a:xfrm>
        </p:spPr>
        <p:txBody>
          <a:bodyPr/>
          <a:lstStyle/>
          <a:p>
            <a:pPr marL="0" indent="0" algn="ctr">
              <a:buNone/>
            </a:pPr>
            <a:endParaRPr lang="pt-BR" dirty="0"/>
          </a:p>
          <a:p>
            <a:pPr marL="0" indent="0" algn="ctr">
              <a:buNone/>
            </a:pPr>
            <a:endParaRPr lang="pt-BR" dirty="0"/>
          </a:p>
          <a:p>
            <a:pPr marL="0" indent="0" algn="ctr">
              <a:buNone/>
            </a:pPr>
            <a:r>
              <a:rPr lang="pt-BR" sz="3200" dirty="0"/>
              <a:t>O padrão </a:t>
            </a:r>
            <a:r>
              <a:rPr lang="pt-BR" sz="3200" b="1" i="1" u="sng" dirty="0"/>
              <a:t>Bridge</a:t>
            </a:r>
            <a:r>
              <a:rPr lang="pt-BR" sz="3200" dirty="0"/>
              <a:t> desacopla uma abstração de sua implementação, ou seja, permite dividir uma classe grande ou um conjunto de classes diretamente ligadas em duas hierarquias separadas, deste modo as duas hierarquias podem variar de forma independente.</a:t>
            </a:r>
          </a:p>
        </p:txBody>
      </p:sp>
      <p:sp>
        <p:nvSpPr>
          <p:cNvPr id="4" name="Título 3">
            <a:extLst>
              <a:ext uri="{FF2B5EF4-FFF2-40B4-BE49-F238E27FC236}">
                <a16:creationId xmlns:a16="http://schemas.microsoft.com/office/drawing/2014/main" id="{5EA05B02-D80D-3624-D3E0-6EB75542A97B}"/>
              </a:ext>
            </a:extLst>
          </p:cNvPr>
          <p:cNvSpPr txBox="1">
            <a:spLocks/>
          </p:cNvSpPr>
          <p:nvPr/>
        </p:nvSpPr>
        <p:spPr>
          <a:xfrm>
            <a:off x="923131" y="242746"/>
            <a:ext cx="11144250" cy="379413"/>
          </a:xfrm>
          <a:prstGeom prst="rect">
            <a:avLst/>
          </a:prstGeom>
          <a:solidFill>
            <a:srgbClr val="00000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pt-BR" sz="1935" b="1" dirty="0">
                <a:solidFill>
                  <a:schemeClr val="bg1"/>
                </a:solidFill>
              </a:rPr>
              <a:t>Padrões de Projetos Estrutural – Bridge</a:t>
            </a:r>
          </a:p>
        </p:txBody>
      </p:sp>
    </p:spTree>
    <p:extLst>
      <p:ext uri="{BB962C8B-B14F-4D97-AF65-F5344CB8AC3E}">
        <p14:creationId xmlns:p14="http://schemas.microsoft.com/office/powerpoint/2010/main" val="1879529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id="{212081E4-07F6-C689-2ACC-B6CADD634983}"/>
              </a:ext>
            </a:extLst>
          </p:cNvPr>
          <p:cNvSpPr>
            <a:spLocks noGrp="1"/>
          </p:cNvSpPr>
          <p:nvPr>
            <p:ph idx="1"/>
          </p:nvPr>
        </p:nvSpPr>
        <p:spPr>
          <a:xfrm>
            <a:off x="838199" y="809469"/>
            <a:ext cx="11229182" cy="5367494"/>
          </a:xfrm>
        </p:spPr>
        <p:txBody>
          <a:bodyPr>
            <a:normAutofit/>
          </a:bodyPr>
          <a:lstStyle/>
          <a:p>
            <a:pPr marL="0" indent="0">
              <a:buNone/>
            </a:pPr>
            <a:r>
              <a:rPr lang="pt-BR" b="1" dirty="0"/>
              <a:t>Aplicabilidade</a:t>
            </a:r>
          </a:p>
          <a:p>
            <a:pPr algn="l"/>
            <a:r>
              <a:rPr lang="pt-BR" sz="2000" b="0" i="0" u="none" strike="noStrike" baseline="0" dirty="0">
                <a:latin typeface="CourierNew"/>
              </a:rPr>
              <a:t>Quando se deseja evitar uma ligação permanente entre uma abstração e sua implementação. Pode ser o caso, por exemplo, quando a implementação deve ser selecionada ou alternada no tempo de execução.</a:t>
            </a:r>
          </a:p>
          <a:p>
            <a:pPr algn="l"/>
            <a:r>
              <a:rPr lang="pt-BR" sz="2000" b="0" i="0" u="none" strike="noStrike" baseline="0" dirty="0">
                <a:latin typeface="CourierNew"/>
              </a:rPr>
              <a:t>Quando tanto as abstrações quanto suas implementações devem ser extensíveis por subclassificação. Nesse caso, o padrão </a:t>
            </a:r>
            <a:r>
              <a:rPr lang="pt-BR" sz="2000" b="0" i="1" u="none" strike="noStrike" baseline="0" dirty="0">
                <a:latin typeface="CourierNew-Italic"/>
              </a:rPr>
              <a:t>Bridge </a:t>
            </a:r>
            <a:r>
              <a:rPr lang="pt-BR" sz="2000" b="0" i="0" u="none" strike="noStrike" baseline="0" dirty="0">
                <a:latin typeface="CourierNew"/>
              </a:rPr>
              <a:t>permite combinar as diferentes abstrações e implementações e estendê-las independentemente.</a:t>
            </a:r>
          </a:p>
          <a:p>
            <a:pPr algn="l"/>
            <a:r>
              <a:rPr lang="pt-BR" sz="2000" b="0" i="0" u="none" strike="noStrike" baseline="0" dirty="0">
                <a:latin typeface="CourierNew"/>
              </a:rPr>
              <a:t>Quando mudanças na implementação de uma abstração não devem causar impacto nos clientes (o cliente não pode ser recompilado).</a:t>
            </a:r>
          </a:p>
          <a:p>
            <a:pPr algn="l"/>
            <a:r>
              <a:rPr lang="pt-BR" sz="2000" b="0" i="0" u="none" strike="noStrike" baseline="0" dirty="0">
                <a:latin typeface="CourierNew"/>
              </a:rPr>
              <a:t>Quando existe uma proliferação de classes. Essa hierarquia de classes indica a necessidade de dividir um objeto em duas partes.</a:t>
            </a:r>
          </a:p>
          <a:p>
            <a:pPr algn="l"/>
            <a:r>
              <a:rPr lang="pt-BR" sz="2000" b="0" i="0" u="none" strike="noStrike" baseline="0" dirty="0">
                <a:latin typeface="CourierNew"/>
              </a:rPr>
              <a:t>Quando se deseja compartilhar uma implementação entre vários objetos, e esse fato deve estar oculto no cliente.</a:t>
            </a:r>
            <a:endParaRPr lang="pt-BR" sz="2000" b="1" i="1" dirty="0"/>
          </a:p>
        </p:txBody>
      </p:sp>
      <p:sp>
        <p:nvSpPr>
          <p:cNvPr id="4" name="Título 3">
            <a:extLst>
              <a:ext uri="{FF2B5EF4-FFF2-40B4-BE49-F238E27FC236}">
                <a16:creationId xmlns:a16="http://schemas.microsoft.com/office/drawing/2014/main" id="{5EA05B02-D80D-3624-D3E0-6EB75542A97B}"/>
              </a:ext>
            </a:extLst>
          </p:cNvPr>
          <p:cNvSpPr txBox="1">
            <a:spLocks/>
          </p:cNvSpPr>
          <p:nvPr/>
        </p:nvSpPr>
        <p:spPr>
          <a:xfrm>
            <a:off x="923131" y="242746"/>
            <a:ext cx="11144250" cy="379413"/>
          </a:xfrm>
          <a:prstGeom prst="rect">
            <a:avLst/>
          </a:prstGeom>
          <a:solidFill>
            <a:srgbClr val="00000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pt-BR" sz="1935" b="1" dirty="0">
                <a:solidFill>
                  <a:schemeClr val="bg1"/>
                </a:solidFill>
              </a:rPr>
              <a:t>Padrões de Projetos Estrutural – Bridge</a:t>
            </a:r>
          </a:p>
        </p:txBody>
      </p:sp>
    </p:spTree>
    <p:extLst>
      <p:ext uri="{BB962C8B-B14F-4D97-AF65-F5344CB8AC3E}">
        <p14:creationId xmlns:p14="http://schemas.microsoft.com/office/powerpoint/2010/main" val="41101571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id="{212081E4-07F6-C689-2ACC-B6CADD634983}"/>
              </a:ext>
            </a:extLst>
          </p:cNvPr>
          <p:cNvSpPr>
            <a:spLocks noGrp="1"/>
          </p:cNvSpPr>
          <p:nvPr>
            <p:ph idx="1"/>
          </p:nvPr>
        </p:nvSpPr>
        <p:spPr>
          <a:xfrm>
            <a:off x="923131" y="699796"/>
            <a:ext cx="11144250" cy="5980921"/>
          </a:xfrm>
        </p:spPr>
        <p:txBody>
          <a:bodyPr>
            <a:normAutofit/>
          </a:bodyPr>
          <a:lstStyle/>
          <a:p>
            <a:pPr marL="0" indent="0">
              <a:buNone/>
            </a:pPr>
            <a:r>
              <a:rPr lang="pt-BR" b="1" dirty="0"/>
              <a:t>Componentes</a:t>
            </a:r>
          </a:p>
          <a:p>
            <a:pPr algn="l"/>
            <a:r>
              <a:rPr lang="pt-BR" sz="1800" b="1" i="0" u="none" strike="noStrike" baseline="0" dirty="0">
                <a:latin typeface="CourierNew-Bold"/>
              </a:rPr>
              <a:t>Abstração: </a:t>
            </a:r>
            <a:r>
              <a:rPr lang="pt-BR" sz="1800" b="0" i="0" u="none" strike="noStrike" baseline="0" dirty="0">
                <a:latin typeface="CourierNew"/>
              </a:rPr>
              <a:t>Define a interface da Abstração e mantém uma referência a um objeto do tipo Implementador.</a:t>
            </a:r>
          </a:p>
          <a:p>
            <a:pPr algn="l"/>
            <a:r>
              <a:rPr lang="pt-BR" sz="1800" b="1" i="0" u="none" strike="noStrike" baseline="0" dirty="0" err="1">
                <a:latin typeface="CourierNew-Bold"/>
              </a:rPr>
              <a:t>RedefinicaoDaAbstracao</a:t>
            </a:r>
            <a:r>
              <a:rPr lang="pt-BR" sz="1800" b="1" i="0" u="none" strike="noStrike" baseline="0" dirty="0">
                <a:latin typeface="CourierNew-Bold"/>
              </a:rPr>
              <a:t>: </a:t>
            </a:r>
            <a:r>
              <a:rPr lang="pt-BR" sz="1800" b="0" i="0" u="none" strike="noStrike" baseline="0" dirty="0">
                <a:latin typeface="CourierNew"/>
              </a:rPr>
              <a:t>Estende a interface definida por Abstração. É opcional.</a:t>
            </a:r>
            <a:endParaRPr lang="pt-BR" sz="2000" b="0" i="0" u="none" strike="noStrike" baseline="0" dirty="0">
              <a:latin typeface="CourierNew"/>
            </a:endParaRPr>
          </a:p>
        </p:txBody>
      </p:sp>
      <p:sp>
        <p:nvSpPr>
          <p:cNvPr id="4" name="Título 3">
            <a:extLst>
              <a:ext uri="{FF2B5EF4-FFF2-40B4-BE49-F238E27FC236}">
                <a16:creationId xmlns:a16="http://schemas.microsoft.com/office/drawing/2014/main" id="{5EA05B02-D80D-3624-D3E0-6EB75542A97B}"/>
              </a:ext>
            </a:extLst>
          </p:cNvPr>
          <p:cNvSpPr txBox="1">
            <a:spLocks/>
          </p:cNvSpPr>
          <p:nvPr/>
        </p:nvSpPr>
        <p:spPr>
          <a:xfrm>
            <a:off x="923131" y="242746"/>
            <a:ext cx="11144250" cy="379413"/>
          </a:xfrm>
          <a:prstGeom prst="rect">
            <a:avLst/>
          </a:prstGeom>
          <a:solidFill>
            <a:srgbClr val="00000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pt-BR" sz="1935" b="1" dirty="0">
                <a:solidFill>
                  <a:schemeClr val="bg1"/>
                </a:solidFill>
              </a:rPr>
              <a:t>Padrões de Projetos Estrutural – Bridge</a:t>
            </a:r>
          </a:p>
        </p:txBody>
      </p:sp>
      <p:pic>
        <p:nvPicPr>
          <p:cNvPr id="5" name="Imagem 4">
            <a:extLst>
              <a:ext uri="{FF2B5EF4-FFF2-40B4-BE49-F238E27FC236}">
                <a16:creationId xmlns:a16="http://schemas.microsoft.com/office/drawing/2014/main" id="{01DA638D-00EA-B8AF-543D-E59DF09940BF}"/>
              </a:ext>
            </a:extLst>
          </p:cNvPr>
          <p:cNvPicPr>
            <a:picLocks noChangeAspect="1"/>
          </p:cNvPicPr>
          <p:nvPr/>
        </p:nvPicPr>
        <p:blipFill>
          <a:blip r:embed="rId2"/>
          <a:stretch>
            <a:fillRect/>
          </a:stretch>
        </p:blipFill>
        <p:spPr>
          <a:xfrm>
            <a:off x="2130153" y="3217313"/>
            <a:ext cx="8730205" cy="3463404"/>
          </a:xfrm>
          <a:prstGeom prst="rect">
            <a:avLst/>
          </a:prstGeom>
        </p:spPr>
      </p:pic>
    </p:spTree>
    <p:extLst>
      <p:ext uri="{BB962C8B-B14F-4D97-AF65-F5344CB8AC3E}">
        <p14:creationId xmlns:p14="http://schemas.microsoft.com/office/powerpoint/2010/main" val="20647432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id="{212081E4-07F6-C689-2ACC-B6CADD634983}"/>
              </a:ext>
            </a:extLst>
          </p:cNvPr>
          <p:cNvSpPr>
            <a:spLocks noGrp="1"/>
          </p:cNvSpPr>
          <p:nvPr>
            <p:ph idx="1"/>
          </p:nvPr>
        </p:nvSpPr>
        <p:spPr>
          <a:xfrm>
            <a:off x="923131" y="699796"/>
            <a:ext cx="11144250" cy="5980921"/>
          </a:xfrm>
        </p:spPr>
        <p:txBody>
          <a:bodyPr>
            <a:normAutofit/>
          </a:bodyPr>
          <a:lstStyle/>
          <a:p>
            <a:pPr marL="0" indent="0">
              <a:buNone/>
            </a:pPr>
            <a:r>
              <a:rPr lang="pt-BR" b="1" dirty="0"/>
              <a:t>Componentes</a:t>
            </a:r>
          </a:p>
          <a:p>
            <a:pPr algn="l"/>
            <a:r>
              <a:rPr lang="pt-BR" sz="1800" b="1" i="0" u="none" strike="noStrike" baseline="0" dirty="0">
                <a:latin typeface="CourierNew-Bold"/>
              </a:rPr>
              <a:t>Implementador: </a:t>
            </a:r>
            <a:r>
              <a:rPr lang="pt-BR" sz="1800" b="0" i="0" u="none" strike="noStrike" baseline="0" dirty="0">
                <a:latin typeface="CourierNew"/>
              </a:rPr>
              <a:t>Define a interface para as classes de Implementador. Essa interface não precisa ser igual a interface </a:t>
            </a:r>
            <a:r>
              <a:rPr lang="pt-BR" sz="1800" b="0" i="0" u="none" strike="noStrike" baseline="0" dirty="0" err="1">
                <a:latin typeface="CourierNew"/>
              </a:rPr>
              <a:t>Abstracao</a:t>
            </a:r>
            <a:r>
              <a:rPr lang="pt-BR" sz="1800" b="0" i="0" u="none" strike="noStrike" baseline="0" dirty="0">
                <a:latin typeface="CourierNew"/>
              </a:rPr>
              <a:t>, na verdade, as duas interfaces podem ser bem diferentes. Normalmente, a interface do Implementador fornece apenas operações primitivas e a </a:t>
            </a:r>
            <a:r>
              <a:rPr lang="pt-BR" sz="1800" b="0" i="0" u="none" strike="noStrike" baseline="0" dirty="0" err="1">
                <a:latin typeface="CourierNew"/>
              </a:rPr>
              <a:t>Abstracao</a:t>
            </a:r>
            <a:r>
              <a:rPr lang="pt-BR" sz="1800" b="0" i="0" u="none" strike="noStrike" baseline="0" dirty="0">
                <a:latin typeface="CourierNew"/>
              </a:rPr>
              <a:t> define operações de nível superior com base nessas primitivas.</a:t>
            </a:r>
            <a:endParaRPr lang="pt-BR" sz="2000" b="0" i="0" u="none" strike="noStrike" baseline="0" dirty="0">
              <a:latin typeface="CourierNew"/>
            </a:endParaRPr>
          </a:p>
        </p:txBody>
      </p:sp>
      <p:sp>
        <p:nvSpPr>
          <p:cNvPr id="4" name="Título 3">
            <a:extLst>
              <a:ext uri="{FF2B5EF4-FFF2-40B4-BE49-F238E27FC236}">
                <a16:creationId xmlns:a16="http://schemas.microsoft.com/office/drawing/2014/main" id="{5EA05B02-D80D-3624-D3E0-6EB75542A97B}"/>
              </a:ext>
            </a:extLst>
          </p:cNvPr>
          <p:cNvSpPr txBox="1">
            <a:spLocks/>
          </p:cNvSpPr>
          <p:nvPr/>
        </p:nvSpPr>
        <p:spPr>
          <a:xfrm>
            <a:off x="923131" y="242746"/>
            <a:ext cx="11144250" cy="379413"/>
          </a:xfrm>
          <a:prstGeom prst="rect">
            <a:avLst/>
          </a:prstGeom>
          <a:solidFill>
            <a:srgbClr val="00000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pt-BR" sz="1935" b="1" dirty="0">
                <a:solidFill>
                  <a:schemeClr val="bg1"/>
                </a:solidFill>
              </a:rPr>
              <a:t>Padrões de Projetos Estrutural – Bridge</a:t>
            </a:r>
          </a:p>
        </p:txBody>
      </p:sp>
      <p:pic>
        <p:nvPicPr>
          <p:cNvPr id="5" name="Imagem 4">
            <a:extLst>
              <a:ext uri="{FF2B5EF4-FFF2-40B4-BE49-F238E27FC236}">
                <a16:creationId xmlns:a16="http://schemas.microsoft.com/office/drawing/2014/main" id="{01DA638D-00EA-B8AF-543D-E59DF09940BF}"/>
              </a:ext>
            </a:extLst>
          </p:cNvPr>
          <p:cNvPicPr>
            <a:picLocks noChangeAspect="1"/>
          </p:cNvPicPr>
          <p:nvPr/>
        </p:nvPicPr>
        <p:blipFill>
          <a:blip r:embed="rId2"/>
          <a:stretch>
            <a:fillRect/>
          </a:stretch>
        </p:blipFill>
        <p:spPr>
          <a:xfrm>
            <a:off x="1990194" y="3002709"/>
            <a:ext cx="8730205" cy="3463404"/>
          </a:xfrm>
          <a:prstGeom prst="rect">
            <a:avLst/>
          </a:prstGeom>
        </p:spPr>
      </p:pic>
    </p:spTree>
    <p:extLst>
      <p:ext uri="{BB962C8B-B14F-4D97-AF65-F5344CB8AC3E}">
        <p14:creationId xmlns:p14="http://schemas.microsoft.com/office/powerpoint/2010/main" val="13278953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id="{212081E4-07F6-C689-2ACC-B6CADD634983}"/>
              </a:ext>
            </a:extLst>
          </p:cNvPr>
          <p:cNvSpPr>
            <a:spLocks noGrp="1"/>
          </p:cNvSpPr>
          <p:nvPr>
            <p:ph idx="1"/>
          </p:nvPr>
        </p:nvSpPr>
        <p:spPr>
          <a:xfrm>
            <a:off x="923131" y="699796"/>
            <a:ext cx="11144250" cy="5980921"/>
          </a:xfrm>
        </p:spPr>
        <p:txBody>
          <a:bodyPr>
            <a:normAutofit/>
          </a:bodyPr>
          <a:lstStyle/>
          <a:p>
            <a:pPr marL="0" indent="0">
              <a:buNone/>
            </a:pPr>
            <a:r>
              <a:rPr lang="pt-BR" b="1" dirty="0"/>
              <a:t>Componentes</a:t>
            </a:r>
          </a:p>
          <a:p>
            <a:pPr algn="l"/>
            <a:r>
              <a:rPr lang="pt-BR" sz="1800" b="1" i="0" u="none" strike="noStrike" baseline="0" dirty="0" err="1">
                <a:latin typeface="CourierNew-Bold"/>
              </a:rPr>
              <a:t>ImplementadorConcreto</a:t>
            </a:r>
            <a:r>
              <a:rPr lang="pt-BR" sz="1800" b="1" i="0" u="none" strike="noStrike" baseline="0" dirty="0">
                <a:latin typeface="CourierNew-Bold"/>
              </a:rPr>
              <a:t>: </a:t>
            </a:r>
            <a:r>
              <a:rPr lang="pt-BR" sz="1800" b="0" i="0" u="none" strike="noStrike" baseline="0" dirty="0">
                <a:latin typeface="CourierNew"/>
              </a:rPr>
              <a:t>Implementa a interface do Implementador e define sua implementação concreta.</a:t>
            </a:r>
            <a:endParaRPr lang="pt-BR" sz="2000" b="0" i="0" u="none" strike="noStrike" baseline="0" dirty="0">
              <a:latin typeface="CourierNew"/>
            </a:endParaRPr>
          </a:p>
        </p:txBody>
      </p:sp>
      <p:sp>
        <p:nvSpPr>
          <p:cNvPr id="4" name="Título 3">
            <a:extLst>
              <a:ext uri="{FF2B5EF4-FFF2-40B4-BE49-F238E27FC236}">
                <a16:creationId xmlns:a16="http://schemas.microsoft.com/office/drawing/2014/main" id="{5EA05B02-D80D-3624-D3E0-6EB75542A97B}"/>
              </a:ext>
            </a:extLst>
          </p:cNvPr>
          <p:cNvSpPr txBox="1">
            <a:spLocks/>
          </p:cNvSpPr>
          <p:nvPr/>
        </p:nvSpPr>
        <p:spPr>
          <a:xfrm>
            <a:off x="923131" y="242746"/>
            <a:ext cx="11144250" cy="379413"/>
          </a:xfrm>
          <a:prstGeom prst="rect">
            <a:avLst/>
          </a:prstGeom>
          <a:solidFill>
            <a:srgbClr val="00000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pt-BR" sz="1935" b="1" dirty="0">
                <a:solidFill>
                  <a:schemeClr val="bg1"/>
                </a:solidFill>
              </a:rPr>
              <a:t>Padrões de Projetos Estrutural – Bridge</a:t>
            </a:r>
          </a:p>
        </p:txBody>
      </p:sp>
      <p:pic>
        <p:nvPicPr>
          <p:cNvPr id="5" name="Imagem 4">
            <a:extLst>
              <a:ext uri="{FF2B5EF4-FFF2-40B4-BE49-F238E27FC236}">
                <a16:creationId xmlns:a16="http://schemas.microsoft.com/office/drawing/2014/main" id="{01DA638D-00EA-B8AF-543D-E59DF09940BF}"/>
              </a:ext>
            </a:extLst>
          </p:cNvPr>
          <p:cNvPicPr>
            <a:picLocks noChangeAspect="1"/>
          </p:cNvPicPr>
          <p:nvPr/>
        </p:nvPicPr>
        <p:blipFill>
          <a:blip r:embed="rId2"/>
          <a:stretch>
            <a:fillRect/>
          </a:stretch>
        </p:blipFill>
        <p:spPr>
          <a:xfrm>
            <a:off x="2130153" y="2433541"/>
            <a:ext cx="8730205" cy="3463404"/>
          </a:xfrm>
          <a:prstGeom prst="rect">
            <a:avLst/>
          </a:prstGeom>
        </p:spPr>
      </p:pic>
    </p:spTree>
    <p:extLst>
      <p:ext uri="{BB962C8B-B14F-4D97-AF65-F5344CB8AC3E}">
        <p14:creationId xmlns:p14="http://schemas.microsoft.com/office/powerpoint/2010/main" val="23925810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id="{212081E4-07F6-C689-2ACC-B6CADD634983}"/>
              </a:ext>
            </a:extLst>
          </p:cNvPr>
          <p:cNvSpPr>
            <a:spLocks noGrp="1"/>
          </p:cNvSpPr>
          <p:nvPr>
            <p:ph idx="1"/>
          </p:nvPr>
        </p:nvSpPr>
        <p:spPr>
          <a:xfrm>
            <a:off x="838199" y="809469"/>
            <a:ext cx="6842701" cy="5367494"/>
          </a:xfrm>
        </p:spPr>
        <p:txBody>
          <a:bodyPr>
            <a:normAutofit lnSpcReduction="10000"/>
          </a:bodyPr>
          <a:lstStyle/>
          <a:p>
            <a:pPr marL="0" indent="0">
              <a:buNone/>
            </a:pPr>
            <a:r>
              <a:rPr lang="pt-BR" b="1" dirty="0"/>
              <a:t>Motivação (Porque Utilizar?)</a:t>
            </a:r>
          </a:p>
          <a:p>
            <a:pPr algn="l"/>
            <a:r>
              <a:rPr lang="pt-BR" sz="1800" b="0" i="0" u="none" strike="noStrike" baseline="0" dirty="0">
                <a:latin typeface="CourierNew"/>
              </a:rPr>
              <a:t>Quando uma abstração pode ter uma entre várias implementações possíveis, a maneira usual de implementar isso é usando herança. </a:t>
            </a:r>
          </a:p>
          <a:p>
            <a:pPr algn="l"/>
            <a:r>
              <a:rPr lang="pt-BR" sz="1800" b="0" i="0" u="none" strike="noStrike" baseline="0" dirty="0">
                <a:latin typeface="CourierNew"/>
              </a:rPr>
              <a:t>Uma classe abstrata define a interface para a abstração, e subclasses concretas que a implementam de maneiras diferentes, mas, essa abordagem nem sempre é flexível o suficiente. </a:t>
            </a:r>
          </a:p>
          <a:p>
            <a:pPr algn="l"/>
            <a:r>
              <a:rPr lang="pt-BR" sz="1800" b="0" i="0" u="none" strike="noStrike" baseline="0" dirty="0">
                <a:latin typeface="CourierNew"/>
              </a:rPr>
              <a:t>A </a:t>
            </a:r>
            <a:r>
              <a:rPr lang="pt-BR" sz="1800" b="1" i="0" u="none" strike="noStrike" baseline="0" dirty="0">
                <a:latin typeface="CourierNew"/>
              </a:rPr>
              <a:t>herança vincula permanentemente uma implementação à abstração</a:t>
            </a:r>
            <a:r>
              <a:rPr lang="pt-BR" sz="1800" b="0" i="0" u="none" strike="noStrike" baseline="0" dirty="0">
                <a:latin typeface="CourierNew"/>
              </a:rPr>
              <a:t>, o que torna difícil modificar, estender e reutilizar abstrações e implementações de forma independente.</a:t>
            </a:r>
          </a:p>
          <a:p>
            <a:pPr algn="l"/>
            <a:r>
              <a:rPr lang="pt-BR" sz="1800" b="1" i="1" dirty="0">
                <a:latin typeface="CourierNew"/>
              </a:rPr>
              <a:t>I</a:t>
            </a:r>
            <a:r>
              <a:rPr lang="pt-BR" sz="1800" b="1" i="1" u="none" strike="noStrike" baseline="0" dirty="0">
                <a:latin typeface="CourierNew"/>
              </a:rPr>
              <a:t>magine um módulo de troca de mensagens entre administrador e usuários de um sistema, suponha que a mensagem enviada pelo administrador é diferente da enviada pelo usuário.</a:t>
            </a:r>
          </a:p>
          <a:p>
            <a:pPr algn="l"/>
            <a:r>
              <a:rPr lang="pt-BR" sz="1800" b="1" i="1" u="none" strike="noStrike" baseline="0" dirty="0">
                <a:latin typeface="CourierNew"/>
              </a:rPr>
              <a:t>Inicialmente precisamos apenas da mensagem e que tanto administrador quanto usuário sejam capazes de enviá-las.</a:t>
            </a:r>
            <a:endParaRPr lang="pt-BR" sz="3200" b="1" i="1" dirty="0"/>
          </a:p>
        </p:txBody>
      </p:sp>
      <p:sp>
        <p:nvSpPr>
          <p:cNvPr id="4" name="Título 3">
            <a:extLst>
              <a:ext uri="{FF2B5EF4-FFF2-40B4-BE49-F238E27FC236}">
                <a16:creationId xmlns:a16="http://schemas.microsoft.com/office/drawing/2014/main" id="{5EA05B02-D80D-3624-D3E0-6EB75542A97B}"/>
              </a:ext>
            </a:extLst>
          </p:cNvPr>
          <p:cNvSpPr txBox="1">
            <a:spLocks/>
          </p:cNvSpPr>
          <p:nvPr/>
        </p:nvSpPr>
        <p:spPr>
          <a:xfrm>
            <a:off x="923131" y="242746"/>
            <a:ext cx="11144250" cy="379413"/>
          </a:xfrm>
          <a:prstGeom prst="rect">
            <a:avLst/>
          </a:prstGeom>
          <a:solidFill>
            <a:srgbClr val="00000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pt-BR" sz="1935" b="1" dirty="0">
                <a:solidFill>
                  <a:schemeClr val="bg1"/>
                </a:solidFill>
              </a:rPr>
              <a:t>Padrões de Projetos Estrutural – Bridge</a:t>
            </a:r>
          </a:p>
        </p:txBody>
      </p:sp>
      <p:pic>
        <p:nvPicPr>
          <p:cNvPr id="5" name="Imagem 4">
            <a:extLst>
              <a:ext uri="{FF2B5EF4-FFF2-40B4-BE49-F238E27FC236}">
                <a16:creationId xmlns:a16="http://schemas.microsoft.com/office/drawing/2014/main" id="{5DDF6A9A-172E-7235-B0E6-156187356DF4}"/>
              </a:ext>
            </a:extLst>
          </p:cNvPr>
          <p:cNvPicPr>
            <a:picLocks noChangeAspect="1"/>
          </p:cNvPicPr>
          <p:nvPr/>
        </p:nvPicPr>
        <p:blipFill>
          <a:blip r:embed="rId2"/>
          <a:stretch>
            <a:fillRect/>
          </a:stretch>
        </p:blipFill>
        <p:spPr>
          <a:xfrm>
            <a:off x="7680901" y="1321008"/>
            <a:ext cx="4386480" cy="3890864"/>
          </a:xfrm>
          <a:prstGeom prst="rect">
            <a:avLst/>
          </a:prstGeom>
        </p:spPr>
      </p:pic>
    </p:spTree>
    <p:extLst>
      <p:ext uri="{BB962C8B-B14F-4D97-AF65-F5344CB8AC3E}">
        <p14:creationId xmlns:p14="http://schemas.microsoft.com/office/powerpoint/2010/main" val="40187339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id="{212081E4-07F6-C689-2ACC-B6CADD634983}"/>
              </a:ext>
            </a:extLst>
          </p:cNvPr>
          <p:cNvSpPr>
            <a:spLocks noGrp="1"/>
          </p:cNvSpPr>
          <p:nvPr>
            <p:ph idx="1"/>
          </p:nvPr>
        </p:nvSpPr>
        <p:spPr>
          <a:xfrm>
            <a:off x="838199" y="809469"/>
            <a:ext cx="6842701" cy="5367494"/>
          </a:xfrm>
        </p:spPr>
        <p:txBody>
          <a:bodyPr>
            <a:normAutofit/>
          </a:bodyPr>
          <a:lstStyle/>
          <a:p>
            <a:pPr marL="0" indent="0">
              <a:buNone/>
            </a:pPr>
            <a:r>
              <a:rPr lang="pt-BR" b="1" dirty="0"/>
              <a:t>Motivação (Porque Utilizar?)</a:t>
            </a:r>
          </a:p>
          <a:p>
            <a:pPr algn="l"/>
            <a:r>
              <a:rPr lang="pt-BR" sz="1800" b="0" i="0" u="none" strike="noStrike" baseline="0" dirty="0">
                <a:latin typeface="CourierNew"/>
              </a:rPr>
              <a:t>Temos duas implementações possíveis para </a:t>
            </a:r>
            <a:r>
              <a:rPr lang="pt-BR" sz="1800" b="0" i="0" u="none" strike="noStrike" baseline="0" dirty="0">
                <a:latin typeface="Consolas" panose="020B0609020204030204" pitchFamily="49" charset="0"/>
              </a:rPr>
              <a:t>Mensagem</a:t>
            </a:r>
            <a:r>
              <a:rPr lang="pt-BR" sz="1800" b="0" i="0" u="none" strike="noStrike" baseline="0" dirty="0">
                <a:latin typeface="CourierNew"/>
              </a:rPr>
              <a:t>, repare no diagrama, que apenas criando as subclasses temos uma solução satisfatória.</a:t>
            </a:r>
          </a:p>
          <a:p>
            <a:pPr algn="l"/>
            <a:r>
              <a:rPr lang="pt-BR" sz="1800" b="0" i="0" u="none" strike="noStrike" baseline="0" dirty="0" err="1">
                <a:latin typeface="Consolas" panose="020B0609020204030204" pitchFamily="49" charset="0"/>
              </a:rPr>
              <a:t>MensagemAdmin</a:t>
            </a:r>
            <a:r>
              <a:rPr lang="pt-BR" sz="1800" b="0" i="0" u="none" strike="noStrike" baseline="0" dirty="0">
                <a:latin typeface="Consolas" panose="020B0609020204030204" pitchFamily="49" charset="0"/>
              </a:rPr>
              <a:t> </a:t>
            </a:r>
            <a:r>
              <a:rPr lang="pt-BR" sz="1800" b="0" i="0" u="none" strike="noStrike" baseline="0" dirty="0">
                <a:latin typeface="CourierNew"/>
              </a:rPr>
              <a:t>envia mensagens do administrador para os usuários e </a:t>
            </a:r>
            <a:r>
              <a:rPr lang="pt-BR" sz="1800" b="0" i="0" u="none" strike="noStrike" baseline="0" dirty="0" err="1">
                <a:latin typeface="Consolas" panose="020B0609020204030204" pitchFamily="49" charset="0"/>
              </a:rPr>
              <a:t>MensagemUsuario</a:t>
            </a:r>
            <a:r>
              <a:rPr lang="pt-BR" sz="1800" b="0" i="0" u="none" strike="noStrike" baseline="0" dirty="0">
                <a:latin typeface="Consolas" panose="020B0609020204030204" pitchFamily="49" charset="0"/>
              </a:rPr>
              <a:t> </a:t>
            </a:r>
            <a:r>
              <a:rPr lang="pt-BR" sz="1800" b="0" i="0" u="none" strike="noStrike" baseline="0" dirty="0">
                <a:latin typeface="CourierNew"/>
              </a:rPr>
              <a:t>envia mensagens dos usuários para o administrador.</a:t>
            </a:r>
            <a:endParaRPr lang="pt-BR" sz="3200" b="1" i="1" dirty="0"/>
          </a:p>
        </p:txBody>
      </p:sp>
      <p:sp>
        <p:nvSpPr>
          <p:cNvPr id="4" name="Título 3">
            <a:extLst>
              <a:ext uri="{FF2B5EF4-FFF2-40B4-BE49-F238E27FC236}">
                <a16:creationId xmlns:a16="http://schemas.microsoft.com/office/drawing/2014/main" id="{5EA05B02-D80D-3624-D3E0-6EB75542A97B}"/>
              </a:ext>
            </a:extLst>
          </p:cNvPr>
          <p:cNvSpPr txBox="1">
            <a:spLocks/>
          </p:cNvSpPr>
          <p:nvPr/>
        </p:nvSpPr>
        <p:spPr>
          <a:xfrm>
            <a:off x="923131" y="242746"/>
            <a:ext cx="11144250" cy="379413"/>
          </a:xfrm>
          <a:prstGeom prst="rect">
            <a:avLst/>
          </a:prstGeom>
          <a:solidFill>
            <a:srgbClr val="00000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pt-BR" sz="1935" b="1" dirty="0">
                <a:solidFill>
                  <a:schemeClr val="bg1"/>
                </a:solidFill>
              </a:rPr>
              <a:t>Padrões de Projetos Estrutural – Bridge</a:t>
            </a:r>
          </a:p>
        </p:txBody>
      </p:sp>
      <p:pic>
        <p:nvPicPr>
          <p:cNvPr id="5" name="Imagem 4">
            <a:extLst>
              <a:ext uri="{FF2B5EF4-FFF2-40B4-BE49-F238E27FC236}">
                <a16:creationId xmlns:a16="http://schemas.microsoft.com/office/drawing/2014/main" id="{5DDF6A9A-172E-7235-B0E6-156187356DF4}"/>
              </a:ext>
            </a:extLst>
          </p:cNvPr>
          <p:cNvPicPr>
            <a:picLocks noChangeAspect="1"/>
          </p:cNvPicPr>
          <p:nvPr/>
        </p:nvPicPr>
        <p:blipFill>
          <a:blip r:embed="rId2"/>
          <a:stretch>
            <a:fillRect/>
          </a:stretch>
        </p:blipFill>
        <p:spPr>
          <a:xfrm>
            <a:off x="7680901" y="1321008"/>
            <a:ext cx="4386480" cy="3890864"/>
          </a:xfrm>
          <a:prstGeom prst="rect">
            <a:avLst/>
          </a:prstGeom>
        </p:spPr>
      </p:pic>
    </p:spTree>
    <p:extLst>
      <p:ext uri="{BB962C8B-B14F-4D97-AF65-F5344CB8AC3E}">
        <p14:creationId xmlns:p14="http://schemas.microsoft.com/office/powerpoint/2010/main" val="11642323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5EA05B02-D80D-3624-D3E0-6EB75542A97B}"/>
              </a:ext>
            </a:extLst>
          </p:cNvPr>
          <p:cNvSpPr txBox="1">
            <a:spLocks/>
          </p:cNvSpPr>
          <p:nvPr/>
        </p:nvSpPr>
        <p:spPr>
          <a:xfrm>
            <a:off x="923131" y="242746"/>
            <a:ext cx="11144250" cy="379413"/>
          </a:xfrm>
          <a:prstGeom prst="rect">
            <a:avLst/>
          </a:prstGeom>
          <a:solidFill>
            <a:srgbClr val="00000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pt-BR" sz="1935" b="1" dirty="0">
                <a:solidFill>
                  <a:schemeClr val="bg1"/>
                </a:solidFill>
              </a:rPr>
              <a:t>Padrões de Projetos Estrutural – Bridge</a:t>
            </a:r>
          </a:p>
        </p:txBody>
      </p:sp>
      <p:pic>
        <p:nvPicPr>
          <p:cNvPr id="6" name="Imagem 5">
            <a:extLst>
              <a:ext uri="{FF2B5EF4-FFF2-40B4-BE49-F238E27FC236}">
                <a16:creationId xmlns:a16="http://schemas.microsoft.com/office/drawing/2014/main" id="{DC6C2E49-F58D-C979-3030-88B36F463122}"/>
              </a:ext>
            </a:extLst>
          </p:cNvPr>
          <p:cNvPicPr>
            <a:picLocks noChangeAspect="1"/>
          </p:cNvPicPr>
          <p:nvPr/>
        </p:nvPicPr>
        <p:blipFill>
          <a:blip r:embed="rId2"/>
          <a:stretch>
            <a:fillRect/>
          </a:stretch>
        </p:blipFill>
        <p:spPr>
          <a:xfrm>
            <a:off x="5344547" y="2799912"/>
            <a:ext cx="6847453" cy="3564361"/>
          </a:xfrm>
          <a:prstGeom prst="rect">
            <a:avLst/>
          </a:prstGeom>
        </p:spPr>
      </p:pic>
      <p:sp>
        <p:nvSpPr>
          <p:cNvPr id="3" name="Espaço Reservado para Conteúdo 2">
            <a:extLst>
              <a:ext uri="{FF2B5EF4-FFF2-40B4-BE49-F238E27FC236}">
                <a16:creationId xmlns:a16="http://schemas.microsoft.com/office/drawing/2014/main" id="{212081E4-07F6-C689-2ACC-B6CADD634983}"/>
              </a:ext>
            </a:extLst>
          </p:cNvPr>
          <p:cNvSpPr>
            <a:spLocks noGrp="1"/>
          </p:cNvSpPr>
          <p:nvPr>
            <p:ph idx="1"/>
          </p:nvPr>
        </p:nvSpPr>
        <p:spPr>
          <a:xfrm>
            <a:off x="838199" y="242746"/>
            <a:ext cx="6542315" cy="5367494"/>
          </a:xfrm>
        </p:spPr>
        <p:txBody>
          <a:bodyPr>
            <a:normAutofit lnSpcReduction="10000"/>
          </a:bodyPr>
          <a:lstStyle/>
          <a:p>
            <a:pPr marL="0" indent="0">
              <a:buNone/>
            </a:pPr>
            <a:r>
              <a:rPr lang="pt-BR" b="1" dirty="0">
                <a:solidFill>
                  <a:schemeClr val="bg1"/>
                </a:solidFill>
              </a:rPr>
              <a:t>Motivação (Porque Utilizar?)</a:t>
            </a:r>
          </a:p>
          <a:p>
            <a:pPr algn="l"/>
            <a:r>
              <a:rPr lang="pt-BR" sz="1800" b="0" i="0" u="none" strike="noStrike" baseline="0" dirty="0">
                <a:latin typeface="CourierNew"/>
              </a:rPr>
              <a:t>Agora considere que a mensagem pode ser enviada por </a:t>
            </a:r>
            <a:r>
              <a:rPr lang="pt-BR" sz="1800" b="1" i="0" u="none" strike="noStrike" baseline="0" dirty="0">
                <a:latin typeface="CourierNew"/>
              </a:rPr>
              <a:t>e-mail</a:t>
            </a:r>
            <a:r>
              <a:rPr lang="pt-BR" sz="1800" b="0" i="0" u="none" strike="noStrike" baseline="0" dirty="0">
                <a:latin typeface="CourierNew"/>
              </a:rPr>
              <a:t> ou por </a:t>
            </a:r>
            <a:r>
              <a:rPr lang="pt-BR" sz="1800" b="1" i="0" u="none" strike="noStrike" baseline="0" dirty="0">
                <a:latin typeface="CourierNew"/>
              </a:rPr>
              <a:t>SMS</a:t>
            </a:r>
            <a:r>
              <a:rPr lang="pt-BR" sz="1800" b="0" i="0" u="none" strike="noStrike" baseline="0" dirty="0">
                <a:latin typeface="CourierNew"/>
              </a:rPr>
              <a:t>. Vejamos como ficaria nosso diagrama de classes seguindo a mesma abordagem de herança.</a:t>
            </a:r>
          </a:p>
          <a:p>
            <a:pPr algn="l"/>
            <a:r>
              <a:rPr lang="pt-BR" sz="1800" b="0" i="0" u="none" strike="noStrike" baseline="0" dirty="0">
                <a:latin typeface="CourierNew"/>
              </a:rPr>
              <a:t>A quantidade de classes no diagrama dobrou, tal problema ocorre porque estamos tentando estender as classes de </a:t>
            </a:r>
            <a:r>
              <a:rPr lang="pt-BR" sz="1800" b="0" i="0" u="none" strike="noStrike" baseline="0" dirty="0">
                <a:latin typeface="Consolas" panose="020B0609020204030204" pitchFamily="49" charset="0"/>
              </a:rPr>
              <a:t>Mensagem </a:t>
            </a:r>
            <a:r>
              <a:rPr lang="pt-BR" sz="1800" b="0" i="0" u="none" strike="noStrike" baseline="0" dirty="0">
                <a:latin typeface="CourierNew"/>
              </a:rPr>
              <a:t>em duas dimensões diferentes:</a:t>
            </a:r>
          </a:p>
          <a:p>
            <a:pPr lvl="1"/>
            <a:r>
              <a:rPr lang="pt-BR" sz="2000" b="0" i="0" u="none" strike="noStrike" baseline="0" dirty="0">
                <a:latin typeface="CourierNew"/>
              </a:rPr>
              <a:t>Por tipo de usuário.</a:t>
            </a:r>
          </a:p>
          <a:p>
            <a:pPr lvl="1"/>
            <a:r>
              <a:rPr lang="pt-BR" sz="2000" b="0" i="0" u="none" strike="noStrike" baseline="0" dirty="0">
                <a:latin typeface="CourierNew"/>
              </a:rPr>
              <a:t>Por canal de envio da mensagem.</a:t>
            </a:r>
          </a:p>
          <a:p>
            <a:pPr algn="l"/>
            <a:r>
              <a:rPr lang="pt-BR" sz="1800" b="0" i="0" u="none" strike="noStrike" baseline="0" dirty="0">
                <a:latin typeface="CourierNew"/>
              </a:rPr>
              <a:t>Este é um </a:t>
            </a:r>
            <a:r>
              <a:rPr lang="pt-BR" sz="1800" b="1" i="0" u="none" strike="noStrike" baseline="0" dirty="0">
                <a:latin typeface="CourierNew"/>
              </a:rPr>
              <a:t>problema muito comum com herança </a:t>
            </a:r>
            <a:r>
              <a:rPr lang="pt-BR" sz="1800" b="0" i="0" u="none" strike="noStrike" baseline="0" dirty="0">
                <a:latin typeface="CourierNew"/>
              </a:rPr>
              <a:t>de classes. Imagine que a mensagem também precisa ser </a:t>
            </a:r>
            <a:r>
              <a:rPr lang="pt-BR" sz="1800" b="1" i="0" u="none" strike="noStrike" baseline="0" dirty="0">
                <a:latin typeface="CourierNew"/>
              </a:rPr>
              <a:t>enviada por </a:t>
            </a:r>
            <a:r>
              <a:rPr lang="pt-BR" sz="1800" b="1" i="1" u="none" strike="noStrike" baseline="0" dirty="0">
                <a:latin typeface="CourierNew-Italic"/>
              </a:rPr>
              <a:t>WhatsApp</a:t>
            </a:r>
            <a:r>
              <a:rPr lang="pt-BR" sz="1800" b="0" i="0" u="none" strike="noStrike" baseline="0" dirty="0">
                <a:latin typeface="CourierNew"/>
              </a:rPr>
              <a:t>, seria necessário criar mais duas classes </a:t>
            </a:r>
            <a:r>
              <a:rPr lang="pt-BR" sz="1800" b="0" i="0" u="none" strike="noStrike" baseline="0" dirty="0" err="1">
                <a:latin typeface="Consolas" panose="020B0609020204030204" pitchFamily="49" charset="0"/>
              </a:rPr>
              <a:t>MensagemAdminWhats</a:t>
            </a:r>
            <a:r>
              <a:rPr lang="pt-BR" sz="1800" b="0" i="0" u="none" strike="noStrike" baseline="0" dirty="0">
                <a:latin typeface="Consolas" panose="020B0609020204030204" pitchFamily="49" charset="0"/>
              </a:rPr>
              <a:t> </a:t>
            </a:r>
            <a:r>
              <a:rPr lang="pt-BR" sz="1800" b="0" i="0" u="none" strike="noStrike" baseline="0" dirty="0">
                <a:latin typeface="CourierNew"/>
              </a:rPr>
              <a:t>e </a:t>
            </a:r>
            <a:r>
              <a:rPr lang="pt-BR" sz="1800" b="0" i="0" u="none" strike="noStrike" baseline="0" dirty="0" err="1">
                <a:latin typeface="Consolas" panose="020B0609020204030204" pitchFamily="49" charset="0"/>
              </a:rPr>
              <a:t>MensagemUsuarioWhats</a:t>
            </a:r>
            <a:r>
              <a:rPr lang="pt-BR" sz="1800" b="0" i="0" u="none" strike="noStrike" baseline="0" dirty="0">
                <a:latin typeface="CourierNew"/>
              </a:rPr>
              <a:t>. </a:t>
            </a:r>
          </a:p>
          <a:p>
            <a:pPr algn="l"/>
            <a:r>
              <a:rPr lang="pt-BR" sz="1800" b="0" i="0" u="none" strike="noStrike" baseline="0" dirty="0">
                <a:latin typeface="CourierNew"/>
              </a:rPr>
              <a:t>A cada novo canal de envio de mensagem ou novo tipo de usuário, a quantidade de subclasses iria crescer.</a:t>
            </a:r>
            <a:endParaRPr lang="pt-BR" sz="2400" b="1" i="1" dirty="0"/>
          </a:p>
        </p:txBody>
      </p:sp>
    </p:spTree>
    <p:extLst>
      <p:ext uri="{BB962C8B-B14F-4D97-AF65-F5344CB8AC3E}">
        <p14:creationId xmlns:p14="http://schemas.microsoft.com/office/powerpoint/2010/main" val="18983693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5EA05B02-D80D-3624-D3E0-6EB75542A97B}"/>
              </a:ext>
            </a:extLst>
          </p:cNvPr>
          <p:cNvSpPr txBox="1">
            <a:spLocks/>
          </p:cNvSpPr>
          <p:nvPr/>
        </p:nvSpPr>
        <p:spPr>
          <a:xfrm>
            <a:off x="923131" y="242746"/>
            <a:ext cx="11144250" cy="379413"/>
          </a:xfrm>
          <a:prstGeom prst="rect">
            <a:avLst/>
          </a:prstGeom>
          <a:solidFill>
            <a:srgbClr val="00000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pt-BR" sz="1935" b="1" dirty="0">
                <a:solidFill>
                  <a:schemeClr val="bg1"/>
                </a:solidFill>
              </a:rPr>
              <a:t>Padrões de Projetos Estrutural – Bridge</a:t>
            </a:r>
          </a:p>
        </p:txBody>
      </p:sp>
      <p:sp>
        <p:nvSpPr>
          <p:cNvPr id="3" name="Espaço Reservado para Conteúdo 2">
            <a:extLst>
              <a:ext uri="{FF2B5EF4-FFF2-40B4-BE49-F238E27FC236}">
                <a16:creationId xmlns:a16="http://schemas.microsoft.com/office/drawing/2014/main" id="{212081E4-07F6-C689-2ACC-B6CADD634983}"/>
              </a:ext>
            </a:extLst>
          </p:cNvPr>
          <p:cNvSpPr>
            <a:spLocks noGrp="1"/>
          </p:cNvSpPr>
          <p:nvPr>
            <p:ph idx="1"/>
          </p:nvPr>
        </p:nvSpPr>
        <p:spPr>
          <a:xfrm>
            <a:off x="838199" y="242746"/>
            <a:ext cx="11229182" cy="6242030"/>
          </a:xfrm>
        </p:spPr>
        <p:txBody>
          <a:bodyPr>
            <a:normAutofit/>
          </a:bodyPr>
          <a:lstStyle/>
          <a:p>
            <a:pPr marL="0" indent="0">
              <a:buNone/>
            </a:pPr>
            <a:r>
              <a:rPr lang="pt-BR" b="1" dirty="0">
                <a:solidFill>
                  <a:schemeClr val="bg1"/>
                </a:solidFill>
              </a:rPr>
              <a:t>Motivação (Porque Utilizar?)</a:t>
            </a:r>
          </a:p>
          <a:p>
            <a:pPr algn="l"/>
            <a:r>
              <a:rPr lang="pt-BR" sz="2000" b="0" i="0" u="none" strike="noStrike" baseline="0" dirty="0">
                <a:latin typeface="CourierNew"/>
              </a:rPr>
              <a:t>Existe um princípio de OO que diz “</a:t>
            </a:r>
            <a:r>
              <a:rPr lang="pt-BR" sz="2000" b="1" i="0" u="none" strike="noStrike" baseline="0" dirty="0">
                <a:latin typeface="CourierNew"/>
              </a:rPr>
              <a:t>Priorizar a composição ao invés da herança</a:t>
            </a:r>
            <a:r>
              <a:rPr lang="pt-BR" sz="2000" b="0" i="0" u="none" strike="noStrike" baseline="0" dirty="0">
                <a:latin typeface="CourierNew"/>
              </a:rPr>
              <a:t>”. </a:t>
            </a:r>
          </a:p>
          <a:p>
            <a:pPr algn="l"/>
            <a:r>
              <a:rPr lang="pt-BR" sz="2000" b="0" i="0" u="none" strike="noStrike" baseline="0" dirty="0">
                <a:latin typeface="CourierNew"/>
              </a:rPr>
              <a:t>O padrão </a:t>
            </a:r>
            <a:r>
              <a:rPr lang="pt-BR" sz="2000" b="0" i="1" u="none" strike="noStrike" baseline="0" dirty="0">
                <a:latin typeface="CourierNew-Italic"/>
              </a:rPr>
              <a:t>Bridge </a:t>
            </a:r>
            <a:r>
              <a:rPr lang="pt-BR" sz="2000" b="0" i="0" u="none" strike="noStrike" baseline="0" dirty="0">
                <a:latin typeface="CourierNew"/>
              </a:rPr>
              <a:t>tenta resolver o problema de subclassificação seguindo este princípio. </a:t>
            </a:r>
          </a:p>
          <a:p>
            <a:pPr algn="l"/>
            <a:r>
              <a:rPr lang="pt-BR" sz="2000" b="0" i="0" u="none" strike="noStrike" baseline="0" dirty="0">
                <a:latin typeface="CourierNew"/>
              </a:rPr>
              <a:t>Isso significa que uma das dimensões deve ser extraída da hierarquia de </a:t>
            </a:r>
            <a:r>
              <a:rPr lang="pt-BR" sz="2000" b="0" i="0" u="none" strike="noStrike" baseline="0" dirty="0">
                <a:latin typeface="Consolas" panose="020B0609020204030204" pitchFamily="49" charset="0"/>
              </a:rPr>
              <a:t>Mensagem </a:t>
            </a:r>
            <a:r>
              <a:rPr lang="pt-BR" sz="2000" b="0" i="0" u="none" strike="noStrike" baseline="0" dirty="0">
                <a:latin typeface="CourierNew"/>
              </a:rPr>
              <a:t>e criar uma hierarquia de classes separada. Deste modo, as classes originais irão referenciar um objeto da nova hierarquia, ao invés de ter todos os seus estados e comportamentos dentro de uma única classe.</a:t>
            </a:r>
          </a:p>
          <a:p>
            <a:pPr algn="l"/>
            <a:r>
              <a:rPr lang="pt-BR" sz="1800" b="0" i="0" u="none" strike="noStrike" baseline="0" dirty="0">
                <a:latin typeface="CourierNew"/>
              </a:rPr>
              <a:t>Vamos extrair o canal de envio da hierarquia de </a:t>
            </a:r>
            <a:r>
              <a:rPr lang="pt-BR" sz="1800" b="0" i="0" u="none" strike="noStrike" baseline="0" dirty="0">
                <a:latin typeface="Consolas" panose="020B0609020204030204" pitchFamily="49" charset="0"/>
              </a:rPr>
              <a:t>Mensagem</a:t>
            </a:r>
            <a:r>
              <a:rPr lang="pt-BR" sz="1800" b="0" i="0" u="none" strike="noStrike" baseline="0" dirty="0">
                <a:latin typeface="CourierNew"/>
              </a:rPr>
              <a:t>. Assim ela será </a:t>
            </a:r>
            <a:r>
              <a:rPr lang="pt-BR" sz="1800" b="0" i="0" u="none" strike="noStrike" baseline="0" dirty="0" err="1">
                <a:latin typeface="CourierNew"/>
              </a:rPr>
              <a:t>subclassificada</a:t>
            </a:r>
            <a:r>
              <a:rPr lang="pt-BR" sz="1800" b="0" i="0" u="none" strike="noStrike" baseline="0" dirty="0">
                <a:latin typeface="CourierNew"/>
              </a:rPr>
              <a:t> apenas em termo de tipo de usuário e irá referenciar a hierarquia de canal de envio.</a:t>
            </a:r>
            <a:endParaRPr lang="pt-BR" sz="2000" b="1" i="1" dirty="0"/>
          </a:p>
        </p:txBody>
      </p:sp>
    </p:spTree>
    <p:extLst>
      <p:ext uri="{BB962C8B-B14F-4D97-AF65-F5344CB8AC3E}">
        <p14:creationId xmlns:p14="http://schemas.microsoft.com/office/powerpoint/2010/main" val="26385069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5EA05B02-D80D-3624-D3E0-6EB75542A97B}"/>
              </a:ext>
            </a:extLst>
          </p:cNvPr>
          <p:cNvSpPr txBox="1">
            <a:spLocks/>
          </p:cNvSpPr>
          <p:nvPr/>
        </p:nvSpPr>
        <p:spPr>
          <a:xfrm>
            <a:off x="923131" y="242746"/>
            <a:ext cx="11144250" cy="379413"/>
          </a:xfrm>
          <a:prstGeom prst="rect">
            <a:avLst/>
          </a:prstGeom>
          <a:solidFill>
            <a:srgbClr val="00000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pt-BR" sz="1935" b="1" dirty="0">
                <a:solidFill>
                  <a:schemeClr val="bg1"/>
                </a:solidFill>
              </a:rPr>
              <a:t>Padrões de Projetos Estrutural – Bridge</a:t>
            </a:r>
          </a:p>
        </p:txBody>
      </p:sp>
      <p:sp>
        <p:nvSpPr>
          <p:cNvPr id="3" name="Espaço Reservado para Conteúdo 2">
            <a:extLst>
              <a:ext uri="{FF2B5EF4-FFF2-40B4-BE49-F238E27FC236}">
                <a16:creationId xmlns:a16="http://schemas.microsoft.com/office/drawing/2014/main" id="{212081E4-07F6-C689-2ACC-B6CADD634983}"/>
              </a:ext>
            </a:extLst>
          </p:cNvPr>
          <p:cNvSpPr>
            <a:spLocks noGrp="1"/>
          </p:cNvSpPr>
          <p:nvPr>
            <p:ph idx="1"/>
          </p:nvPr>
        </p:nvSpPr>
        <p:spPr>
          <a:xfrm>
            <a:off x="838199" y="242746"/>
            <a:ext cx="11229182" cy="541025"/>
          </a:xfrm>
        </p:spPr>
        <p:txBody>
          <a:bodyPr>
            <a:normAutofit/>
          </a:bodyPr>
          <a:lstStyle/>
          <a:p>
            <a:pPr marL="0" indent="0">
              <a:buNone/>
            </a:pPr>
            <a:r>
              <a:rPr lang="pt-BR" b="1" dirty="0">
                <a:solidFill>
                  <a:schemeClr val="bg1"/>
                </a:solidFill>
              </a:rPr>
              <a:t>Motivação (Porque Utilizar?)</a:t>
            </a:r>
          </a:p>
        </p:txBody>
      </p:sp>
      <p:pic>
        <p:nvPicPr>
          <p:cNvPr id="5" name="Imagem 4">
            <a:extLst>
              <a:ext uri="{FF2B5EF4-FFF2-40B4-BE49-F238E27FC236}">
                <a16:creationId xmlns:a16="http://schemas.microsoft.com/office/drawing/2014/main" id="{509D54EB-0FDA-51FB-516A-52A2A82100EA}"/>
              </a:ext>
            </a:extLst>
          </p:cNvPr>
          <p:cNvPicPr>
            <a:picLocks noChangeAspect="1"/>
          </p:cNvPicPr>
          <p:nvPr/>
        </p:nvPicPr>
        <p:blipFill>
          <a:blip r:embed="rId2"/>
          <a:stretch>
            <a:fillRect/>
          </a:stretch>
        </p:blipFill>
        <p:spPr>
          <a:xfrm>
            <a:off x="1168400" y="968836"/>
            <a:ext cx="10119360" cy="4290408"/>
          </a:xfrm>
          <a:prstGeom prst="rect">
            <a:avLst/>
          </a:prstGeom>
        </p:spPr>
      </p:pic>
    </p:spTree>
    <p:extLst>
      <p:ext uri="{BB962C8B-B14F-4D97-AF65-F5344CB8AC3E}">
        <p14:creationId xmlns:p14="http://schemas.microsoft.com/office/powerpoint/2010/main" val="18388012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5EA05B02-D80D-3624-D3E0-6EB75542A97B}"/>
              </a:ext>
            </a:extLst>
          </p:cNvPr>
          <p:cNvSpPr txBox="1">
            <a:spLocks/>
          </p:cNvSpPr>
          <p:nvPr/>
        </p:nvSpPr>
        <p:spPr>
          <a:xfrm>
            <a:off x="923131" y="242746"/>
            <a:ext cx="11144250" cy="379413"/>
          </a:xfrm>
          <a:prstGeom prst="rect">
            <a:avLst/>
          </a:prstGeom>
          <a:solidFill>
            <a:srgbClr val="00000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pt-BR" sz="1935" b="1" dirty="0">
                <a:solidFill>
                  <a:schemeClr val="bg1"/>
                </a:solidFill>
              </a:rPr>
              <a:t>Padrões de Projetos Estrutural – Bridge</a:t>
            </a:r>
          </a:p>
        </p:txBody>
      </p:sp>
      <p:sp>
        <p:nvSpPr>
          <p:cNvPr id="3" name="Espaço Reservado para Conteúdo 2">
            <a:extLst>
              <a:ext uri="{FF2B5EF4-FFF2-40B4-BE49-F238E27FC236}">
                <a16:creationId xmlns:a16="http://schemas.microsoft.com/office/drawing/2014/main" id="{212081E4-07F6-C689-2ACC-B6CADD634983}"/>
              </a:ext>
            </a:extLst>
          </p:cNvPr>
          <p:cNvSpPr>
            <a:spLocks noGrp="1"/>
          </p:cNvSpPr>
          <p:nvPr>
            <p:ph idx="1"/>
          </p:nvPr>
        </p:nvSpPr>
        <p:spPr>
          <a:xfrm>
            <a:off x="923131" y="242746"/>
            <a:ext cx="11268869" cy="6523814"/>
          </a:xfrm>
        </p:spPr>
        <p:txBody>
          <a:bodyPr>
            <a:normAutofit/>
          </a:bodyPr>
          <a:lstStyle/>
          <a:p>
            <a:pPr marL="0" indent="0">
              <a:buNone/>
            </a:pPr>
            <a:r>
              <a:rPr lang="pt-BR" b="1" dirty="0">
                <a:solidFill>
                  <a:schemeClr val="bg1"/>
                </a:solidFill>
              </a:rPr>
              <a:t>Motivação (Porque Utilizar?)</a:t>
            </a:r>
          </a:p>
          <a:p>
            <a:pPr algn="l"/>
            <a:r>
              <a:rPr lang="pt-BR" sz="1800" b="0" i="0" u="none" strike="noStrike" baseline="0" dirty="0">
                <a:latin typeface="CourierNew"/>
              </a:rPr>
              <a:t>Agora existem hierarquias de classes separadas, uma para o tipo de usuário e outra para o canal de envio. </a:t>
            </a:r>
          </a:p>
          <a:p>
            <a:pPr algn="l"/>
            <a:r>
              <a:rPr lang="pt-BR" sz="1800" b="0" i="0" u="none" strike="noStrike" baseline="0" dirty="0">
                <a:latin typeface="CourierNew"/>
              </a:rPr>
              <a:t>Com a nova configuração a </a:t>
            </a:r>
            <a:r>
              <a:rPr lang="pt-BR" sz="1800" b="0" i="0" u="none" strike="noStrike" baseline="0" dirty="0">
                <a:latin typeface="Consolas" panose="020B0609020204030204" pitchFamily="49" charset="0"/>
              </a:rPr>
              <a:t>Mensagem </a:t>
            </a:r>
            <a:r>
              <a:rPr lang="pt-BR" sz="1800" b="0" i="0" u="none" strike="noStrike" baseline="0" dirty="0">
                <a:latin typeface="CourierNew"/>
              </a:rPr>
              <a:t>pode delegar qualquer trabalho referente ao canal de envio para o objeto ligado a </a:t>
            </a:r>
            <a:r>
              <a:rPr lang="pt-BR" sz="1800" b="0" i="0" u="none" strike="noStrike" baseline="0" dirty="0" err="1">
                <a:latin typeface="Consolas" panose="020B0609020204030204" pitchFamily="49" charset="0"/>
              </a:rPr>
              <a:t>CanalDeEnvioInterface</a:t>
            </a:r>
            <a:r>
              <a:rPr lang="pt-BR" sz="1800" b="0" i="0" u="none" strike="noStrike" baseline="0" dirty="0">
                <a:latin typeface="CourierNew"/>
              </a:rPr>
              <a:t>. Essa referência vai agir como uma ponte (em inglês </a:t>
            </a:r>
            <a:r>
              <a:rPr lang="pt-BR" sz="1800" b="0" i="1" u="none" strike="noStrike" baseline="0" dirty="0">
                <a:latin typeface="CourierNew-Italic"/>
              </a:rPr>
              <a:t>bridge</a:t>
            </a:r>
            <a:r>
              <a:rPr lang="pt-BR" sz="1800" b="0" i="0" u="none" strike="noStrike" baseline="0" dirty="0">
                <a:latin typeface="CourierNew"/>
              </a:rPr>
              <a:t>) entre as classes </a:t>
            </a:r>
            <a:r>
              <a:rPr lang="pt-BR" sz="1800" b="0" i="0" u="none" strike="noStrike" baseline="0" dirty="0">
                <a:latin typeface="Consolas" panose="020B0609020204030204" pitchFamily="49" charset="0"/>
              </a:rPr>
              <a:t>Mensagem </a:t>
            </a:r>
            <a:r>
              <a:rPr lang="pt-BR" sz="1800" b="0" i="0" u="none" strike="noStrike" baseline="0" dirty="0">
                <a:latin typeface="CourierNew"/>
              </a:rPr>
              <a:t>e </a:t>
            </a:r>
            <a:r>
              <a:rPr lang="pt-BR" sz="1800" b="0" i="0" u="none" strike="noStrike" baseline="0" dirty="0" err="1">
                <a:latin typeface="Consolas" panose="020B0609020204030204" pitchFamily="49" charset="0"/>
              </a:rPr>
              <a:t>CanalDeEnvioInterface</a:t>
            </a:r>
            <a:r>
              <a:rPr lang="pt-BR" sz="1800" b="0" i="0" u="none" strike="noStrike" baseline="0" dirty="0">
                <a:latin typeface="CourierNew"/>
              </a:rPr>
              <a:t>. </a:t>
            </a:r>
          </a:p>
          <a:p>
            <a:pPr algn="l"/>
            <a:r>
              <a:rPr lang="pt-BR" sz="1800" b="0" i="0" u="none" strike="noStrike" baseline="0" dirty="0">
                <a:latin typeface="CourierNew"/>
              </a:rPr>
              <a:t>De agora em diante, para adicionar novos canais de envio ou novos usuários não será necessário mudar a hierarquia de </a:t>
            </a:r>
            <a:r>
              <a:rPr lang="pt-BR" sz="1800" b="0" i="0" u="none" strike="noStrike" baseline="0" dirty="0">
                <a:latin typeface="Consolas" panose="020B0609020204030204" pitchFamily="49" charset="0"/>
              </a:rPr>
              <a:t>Mensagem </a:t>
            </a:r>
            <a:r>
              <a:rPr lang="pt-BR" sz="1800" b="0" i="0" u="none" strike="noStrike" baseline="0" dirty="0">
                <a:latin typeface="CourierNew"/>
              </a:rPr>
              <a:t>e vice-versa</a:t>
            </a:r>
            <a:endParaRPr lang="pt-BR" b="1" dirty="0">
              <a:solidFill>
                <a:schemeClr val="bg1"/>
              </a:solidFill>
            </a:endParaRPr>
          </a:p>
        </p:txBody>
      </p:sp>
      <p:pic>
        <p:nvPicPr>
          <p:cNvPr id="5" name="Imagem 4">
            <a:extLst>
              <a:ext uri="{FF2B5EF4-FFF2-40B4-BE49-F238E27FC236}">
                <a16:creationId xmlns:a16="http://schemas.microsoft.com/office/drawing/2014/main" id="{509D54EB-0FDA-51FB-516A-52A2A82100EA}"/>
              </a:ext>
            </a:extLst>
          </p:cNvPr>
          <p:cNvPicPr>
            <a:picLocks noChangeAspect="1"/>
          </p:cNvPicPr>
          <p:nvPr/>
        </p:nvPicPr>
        <p:blipFill>
          <a:blip r:embed="rId2"/>
          <a:stretch>
            <a:fillRect/>
          </a:stretch>
        </p:blipFill>
        <p:spPr>
          <a:xfrm>
            <a:off x="2519246" y="3088434"/>
            <a:ext cx="8076638" cy="3424334"/>
          </a:xfrm>
          <a:prstGeom prst="rect">
            <a:avLst/>
          </a:prstGeom>
        </p:spPr>
      </p:pic>
    </p:spTree>
    <p:extLst>
      <p:ext uri="{BB962C8B-B14F-4D97-AF65-F5344CB8AC3E}">
        <p14:creationId xmlns:p14="http://schemas.microsoft.com/office/powerpoint/2010/main" val="24961723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8" name="Rectangle 207">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m 4" descr="Diagrama, Desenho técnico&#10;&#10;Descrição gerada automaticamente">
            <a:extLst>
              <a:ext uri="{FF2B5EF4-FFF2-40B4-BE49-F238E27FC236}">
                <a16:creationId xmlns:a16="http://schemas.microsoft.com/office/drawing/2014/main" id="{329A845D-3092-509F-56C0-200AA530E0A2}"/>
              </a:ext>
            </a:extLst>
          </p:cNvPr>
          <p:cNvPicPr>
            <a:picLocks noChangeAspect="1"/>
          </p:cNvPicPr>
          <p:nvPr/>
        </p:nvPicPr>
        <p:blipFill>
          <a:blip r:embed="rId2">
            <a:extLst>
              <a:ext uri="{28A0092B-C50C-407E-A947-70E740481C1C}">
                <a14:useLocalDpi xmlns:a14="http://schemas.microsoft.com/office/drawing/2010/main" val="0"/>
              </a:ext>
            </a:extLst>
          </a:blip>
          <a:srcRect t="3107" r="909" b="18499"/>
          <a:stretch/>
        </p:blipFill>
        <p:spPr>
          <a:xfrm>
            <a:off x="3523488" y="10"/>
            <a:ext cx="8668512" cy="6857990"/>
          </a:xfrm>
          <a:prstGeom prst="rect">
            <a:avLst/>
          </a:prstGeom>
        </p:spPr>
      </p:pic>
      <p:sp>
        <p:nvSpPr>
          <p:cNvPr id="210" name="Rectangle 209">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2E243026-E16F-9CDD-AE56-CF691B008A41}"/>
              </a:ext>
            </a:extLst>
          </p:cNvPr>
          <p:cNvSpPr>
            <a:spLocks noGrp="1"/>
          </p:cNvSpPr>
          <p:nvPr>
            <p:ph type="ctrTitle"/>
          </p:nvPr>
        </p:nvSpPr>
        <p:spPr>
          <a:xfrm>
            <a:off x="477981" y="1122363"/>
            <a:ext cx="4023360" cy="3204134"/>
          </a:xfrm>
        </p:spPr>
        <p:txBody>
          <a:bodyPr anchor="b">
            <a:normAutofit/>
          </a:bodyPr>
          <a:lstStyle/>
          <a:p>
            <a:pPr algn="l"/>
            <a:r>
              <a:rPr lang="en-US" sz="4800" b="1" dirty="0">
                <a:effectLst>
                  <a:outerShdw blurRad="38100" dist="38100" dir="2700000" algn="tl">
                    <a:srgbClr val="000000">
                      <a:alpha val="43137"/>
                    </a:srgbClr>
                  </a:outerShdw>
                </a:effectLst>
              </a:rPr>
              <a:t>Bridge</a:t>
            </a:r>
            <a:br>
              <a:rPr lang="en-US" sz="4800" b="1" dirty="0">
                <a:effectLst>
                  <a:outerShdw blurRad="38100" dist="38100" dir="2700000" algn="tl">
                    <a:srgbClr val="000000">
                      <a:alpha val="43137"/>
                    </a:srgbClr>
                  </a:outerShdw>
                </a:effectLst>
              </a:rPr>
            </a:br>
            <a:r>
              <a:rPr lang="en-US" sz="4800" b="1" dirty="0" err="1">
                <a:effectLst>
                  <a:outerShdw blurRad="38100" dist="38100" dir="2700000" algn="tl">
                    <a:srgbClr val="000000">
                      <a:alpha val="43137"/>
                    </a:srgbClr>
                  </a:outerShdw>
                </a:effectLst>
              </a:rPr>
              <a:t>Implementação</a:t>
            </a:r>
            <a:r>
              <a:rPr lang="en-US" sz="4800" b="1" dirty="0">
                <a:effectLst>
                  <a:outerShdw blurRad="38100" dist="38100" dir="2700000" algn="tl">
                    <a:srgbClr val="000000">
                      <a:alpha val="43137"/>
                    </a:srgbClr>
                  </a:outerShdw>
                </a:effectLst>
              </a:rPr>
              <a:t> </a:t>
            </a:r>
            <a:r>
              <a:rPr lang="en-US" sz="4800" b="1" dirty="0" err="1">
                <a:effectLst>
                  <a:outerShdw blurRad="38100" dist="38100" dir="2700000" algn="tl">
                    <a:srgbClr val="000000">
                      <a:alpha val="43137"/>
                    </a:srgbClr>
                  </a:outerShdw>
                </a:effectLst>
              </a:rPr>
              <a:t>em</a:t>
            </a:r>
            <a:r>
              <a:rPr lang="en-US" sz="4800" b="1" dirty="0">
                <a:effectLst>
                  <a:outerShdw blurRad="38100" dist="38100" dir="2700000" algn="tl">
                    <a:srgbClr val="000000">
                      <a:alpha val="43137"/>
                    </a:srgbClr>
                  </a:outerShdw>
                </a:effectLst>
              </a:rPr>
              <a:t> C#</a:t>
            </a:r>
          </a:p>
        </p:txBody>
      </p:sp>
      <p:sp>
        <p:nvSpPr>
          <p:cNvPr id="3" name="Subtítulo 2">
            <a:extLst>
              <a:ext uri="{FF2B5EF4-FFF2-40B4-BE49-F238E27FC236}">
                <a16:creationId xmlns:a16="http://schemas.microsoft.com/office/drawing/2014/main" id="{A782A01C-CDB4-BEF0-9F78-DD3F68C87023}"/>
              </a:ext>
            </a:extLst>
          </p:cNvPr>
          <p:cNvSpPr>
            <a:spLocks noGrp="1"/>
          </p:cNvSpPr>
          <p:nvPr>
            <p:ph type="subTitle" idx="1"/>
          </p:nvPr>
        </p:nvSpPr>
        <p:spPr>
          <a:xfrm>
            <a:off x="477980" y="4872922"/>
            <a:ext cx="4023359" cy="1208141"/>
          </a:xfrm>
        </p:spPr>
        <p:txBody>
          <a:bodyPr>
            <a:normAutofit/>
          </a:bodyPr>
          <a:lstStyle/>
          <a:p>
            <a:pPr algn="l"/>
            <a:r>
              <a:rPr lang="pt-BR" sz="2000"/>
              <a:t>Padrões de Projeto Estrutural II</a:t>
            </a:r>
          </a:p>
          <a:p>
            <a:pPr algn="l"/>
            <a:endParaRPr lang="pt-BR" sz="2000"/>
          </a:p>
          <a:p>
            <a:pPr algn="l"/>
            <a:r>
              <a:rPr lang="pt-BR" sz="2000"/>
              <a:t>Prof. Me Jefferson Passerini</a:t>
            </a:r>
          </a:p>
        </p:txBody>
      </p:sp>
      <p:sp>
        <p:nvSpPr>
          <p:cNvPr id="212" name="Rectangle 211">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14" name="Rectangle 213">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57883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4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2000"/>
                                  </p:stCondLst>
                                  <p:iterate type="lt">
                                    <p:tmPct val="10000"/>
                                  </p:iterate>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400"/>
                                        <p:tgtEl>
                                          <p:spTgt spid="3">
                                            <p:txEl>
                                              <p:pRg st="2" end="2"/>
                                            </p:txEl>
                                          </p:spTgt>
                                        </p:tgtEl>
                                      </p:cBhvr>
                                    </p:animEffect>
                                  </p:childTnLst>
                                </p:cTn>
                              </p:par>
                              <p:par>
                                <p:cTn id="13" presetID="10" presetClass="entr" presetSubtype="0" fill="hold" grpId="0" nodeType="withEffect">
                                  <p:stCondLst>
                                    <p:cond delay="1000"/>
                                  </p:stCondLst>
                                  <p:iterate type="lt">
                                    <p:tmPct val="10000"/>
                                  </p:iterate>
                                  <p:childTnLst>
                                    <p:set>
                                      <p:cBhvr>
                                        <p:cTn id="14" dur="1" fill="hold">
                                          <p:stCondLst>
                                            <p:cond delay="0"/>
                                          </p:stCondLst>
                                        </p:cTn>
                                        <p:tgtEl>
                                          <p:spTgt spid="2"/>
                                        </p:tgtEl>
                                        <p:attrNameLst>
                                          <p:attrName>style.visibility</p:attrName>
                                        </p:attrNameLst>
                                      </p:cBhvr>
                                      <p:to>
                                        <p:strVal val="visible"/>
                                      </p:to>
                                    </p:set>
                                    <p:animEffect transition="in" filter="fade">
                                      <p:cBhvr>
                                        <p:cTn id="15"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5EA05B02-D80D-3624-D3E0-6EB75542A97B}"/>
              </a:ext>
            </a:extLst>
          </p:cNvPr>
          <p:cNvSpPr txBox="1">
            <a:spLocks/>
          </p:cNvSpPr>
          <p:nvPr/>
        </p:nvSpPr>
        <p:spPr>
          <a:xfrm>
            <a:off x="923131" y="242746"/>
            <a:ext cx="11144250" cy="379413"/>
          </a:xfrm>
          <a:prstGeom prst="rect">
            <a:avLst/>
          </a:prstGeom>
          <a:solidFill>
            <a:srgbClr val="00000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pt-BR" sz="1935" b="1" dirty="0">
                <a:solidFill>
                  <a:schemeClr val="bg1"/>
                </a:solidFill>
              </a:rPr>
              <a:t>Padrões de Projetos Estrutural – Bridge</a:t>
            </a:r>
          </a:p>
        </p:txBody>
      </p:sp>
      <p:sp>
        <p:nvSpPr>
          <p:cNvPr id="3" name="Espaço Reservado para Conteúdo 2">
            <a:extLst>
              <a:ext uri="{FF2B5EF4-FFF2-40B4-BE49-F238E27FC236}">
                <a16:creationId xmlns:a16="http://schemas.microsoft.com/office/drawing/2014/main" id="{212081E4-07F6-C689-2ACC-B6CADD634983}"/>
              </a:ext>
            </a:extLst>
          </p:cNvPr>
          <p:cNvSpPr>
            <a:spLocks noGrp="1"/>
          </p:cNvSpPr>
          <p:nvPr>
            <p:ph idx="1"/>
          </p:nvPr>
        </p:nvSpPr>
        <p:spPr>
          <a:xfrm>
            <a:off x="923132" y="242746"/>
            <a:ext cx="4917832" cy="6523814"/>
          </a:xfrm>
        </p:spPr>
        <p:txBody>
          <a:bodyPr>
            <a:normAutofit/>
          </a:bodyPr>
          <a:lstStyle/>
          <a:p>
            <a:pPr marL="0" indent="0">
              <a:buNone/>
            </a:pPr>
            <a:r>
              <a:rPr lang="pt-BR" b="1" dirty="0">
                <a:solidFill>
                  <a:schemeClr val="bg1"/>
                </a:solidFill>
              </a:rPr>
              <a:t>C#</a:t>
            </a:r>
          </a:p>
          <a:p>
            <a:pPr algn="l"/>
            <a:r>
              <a:rPr lang="pt-BR" sz="1800" b="0" i="0" u="none" strike="noStrike" baseline="0" dirty="0">
                <a:latin typeface="CourierNew"/>
              </a:rPr>
              <a:t>Agora crie seu projeto em C# console e prepare a seguinte estrutura de pastas. Para armazenar nossa estrutura proposta.</a:t>
            </a:r>
          </a:p>
        </p:txBody>
      </p:sp>
      <p:pic>
        <p:nvPicPr>
          <p:cNvPr id="5" name="Imagem 4">
            <a:extLst>
              <a:ext uri="{FF2B5EF4-FFF2-40B4-BE49-F238E27FC236}">
                <a16:creationId xmlns:a16="http://schemas.microsoft.com/office/drawing/2014/main" id="{509D54EB-0FDA-51FB-516A-52A2A82100EA}"/>
              </a:ext>
            </a:extLst>
          </p:cNvPr>
          <p:cNvPicPr>
            <a:picLocks noChangeAspect="1"/>
          </p:cNvPicPr>
          <p:nvPr/>
        </p:nvPicPr>
        <p:blipFill>
          <a:blip r:embed="rId2"/>
          <a:stretch>
            <a:fillRect/>
          </a:stretch>
        </p:blipFill>
        <p:spPr>
          <a:xfrm>
            <a:off x="4854834" y="3637281"/>
            <a:ext cx="7337166" cy="3110813"/>
          </a:xfrm>
          <a:prstGeom prst="rect">
            <a:avLst/>
          </a:prstGeom>
        </p:spPr>
      </p:pic>
      <p:pic>
        <p:nvPicPr>
          <p:cNvPr id="6" name="Imagem 5">
            <a:extLst>
              <a:ext uri="{FF2B5EF4-FFF2-40B4-BE49-F238E27FC236}">
                <a16:creationId xmlns:a16="http://schemas.microsoft.com/office/drawing/2014/main" id="{3DB3EEB1-9702-2811-093E-DBAC5C0CA4D6}"/>
              </a:ext>
            </a:extLst>
          </p:cNvPr>
          <p:cNvPicPr>
            <a:picLocks noChangeAspect="1"/>
          </p:cNvPicPr>
          <p:nvPr/>
        </p:nvPicPr>
        <p:blipFill>
          <a:blip r:embed="rId3"/>
          <a:stretch>
            <a:fillRect/>
          </a:stretch>
        </p:blipFill>
        <p:spPr>
          <a:xfrm>
            <a:off x="7200133" y="710391"/>
            <a:ext cx="4867248" cy="2510328"/>
          </a:xfrm>
          <a:prstGeom prst="rect">
            <a:avLst/>
          </a:prstGeom>
        </p:spPr>
      </p:pic>
    </p:spTree>
    <p:extLst>
      <p:ext uri="{BB962C8B-B14F-4D97-AF65-F5344CB8AC3E}">
        <p14:creationId xmlns:p14="http://schemas.microsoft.com/office/powerpoint/2010/main" val="12342453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5EA05B02-D80D-3624-D3E0-6EB75542A97B}"/>
              </a:ext>
            </a:extLst>
          </p:cNvPr>
          <p:cNvSpPr txBox="1">
            <a:spLocks/>
          </p:cNvSpPr>
          <p:nvPr/>
        </p:nvSpPr>
        <p:spPr>
          <a:xfrm>
            <a:off x="923131" y="242746"/>
            <a:ext cx="11144250" cy="379413"/>
          </a:xfrm>
          <a:prstGeom prst="rect">
            <a:avLst/>
          </a:prstGeom>
          <a:solidFill>
            <a:srgbClr val="00000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pt-BR" sz="1935" b="1" dirty="0">
                <a:solidFill>
                  <a:schemeClr val="bg1"/>
                </a:solidFill>
              </a:rPr>
              <a:t>Padrões de Projetos Estrutural – Bridge</a:t>
            </a:r>
          </a:p>
        </p:txBody>
      </p:sp>
      <p:sp>
        <p:nvSpPr>
          <p:cNvPr id="3" name="Espaço Reservado para Conteúdo 2">
            <a:extLst>
              <a:ext uri="{FF2B5EF4-FFF2-40B4-BE49-F238E27FC236}">
                <a16:creationId xmlns:a16="http://schemas.microsoft.com/office/drawing/2014/main" id="{212081E4-07F6-C689-2ACC-B6CADD634983}"/>
              </a:ext>
            </a:extLst>
          </p:cNvPr>
          <p:cNvSpPr>
            <a:spLocks noGrp="1"/>
          </p:cNvSpPr>
          <p:nvPr>
            <p:ph idx="1"/>
          </p:nvPr>
        </p:nvSpPr>
        <p:spPr>
          <a:xfrm>
            <a:off x="1" y="242746"/>
            <a:ext cx="4488023" cy="6523814"/>
          </a:xfrm>
        </p:spPr>
        <p:txBody>
          <a:bodyPr>
            <a:normAutofit/>
          </a:bodyPr>
          <a:lstStyle/>
          <a:p>
            <a:pPr marL="0" indent="0">
              <a:buNone/>
            </a:pPr>
            <a:r>
              <a:rPr lang="pt-BR" b="1" dirty="0">
                <a:solidFill>
                  <a:schemeClr val="bg1"/>
                </a:solidFill>
              </a:rPr>
              <a:t>	C#</a:t>
            </a:r>
          </a:p>
          <a:p>
            <a:pPr algn="l"/>
            <a:r>
              <a:rPr lang="pt-BR" sz="1800" b="0" i="0" u="none" strike="noStrike" baseline="0" dirty="0">
                <a:latin typeface="CourierNew"/>
              </a:rPr>
              <a:t>Crie um arquivo para a interface </a:t>
            </a:r>
            <a:r>
              <a:rPr lang="pt-BR" sz="1800" b="0" i="0" u="none" strike="noStrike" baseline="0" dirty="0" err="1">
                <a:latin typeface="CourierNew"/>
              </a:rPr>
              <a:t>CanalDeEnvio</a:t>
            </a:r>
            <a:r>
              <a:rPr lang="pt-BR" sz="1800" b="0" i="0" u="none" strike="noStrike" baseline="0" dirty="0">
                <a:latin typeface="CourierNew"/>
              </a:rPr>
              <a:t> e declare a assinatura do método que deverá ser implementado pelas classes concretas.</a:t>
            </a:r>
          </a:p>
        </p:txBody>
      </p:sp>
      <p:pic>
        <p:nvPicPr>
          <p:cNvPr id="5" name="Imagem 4">
            <a:extLst>
              <a:ext uri="{FF2B5EF4-FFF2-40B4-BE49-F238E27FC236}">
                <a16:creationId xmlns:a16="http://schemas.microsoft.com/office/drawing/2014/main" id="{509D54EB-0FDA-51FB-516A-52A2A82100EA}"/>
              </a:ext>
            </a:extLst>
          </p:cNvPr>
          <p:cNvPicPr>
            <a:picLocks noChangeAspect="1"/>
          </p:cNvPicPr>
          <p:nvPr/>
        </p:nvPicPr>
        <p:blipFill>
          <a:blip r:embed="rId2"/>
          <a:stretch>
            <a:fillRect/>
          </a:stretch>
        </p:blipFill>
        <p:spPr>
          <a:xfrm>
            <a:off x="150754" y="3626194"/>
            <a:ext cx="7337166" cy="3110813"/>
          </a:xfrm>
          <a:prstGeom prst="rect">
            <a:avLst/>
          </a:prstGeom>
        </p:spPr>
      </p:pic>
      <p:pic>
        <p:nvPicPr>
          <p:cNvPr id="7" name="Imagem 6">
            <a:extLst>
              <a:ext uri="{FF2B5EF4-FFF2-40B4-BE49-F238E27FC236}">
                <a16:creationId xmlns:a16="http://schemas.microsoft.com/office/drawing/2014/main" id="{01441DBA-A28D-ED78-4398-3DB26EC94E76}"/>
              </a:ext>
            </a:extLst>
          </p:cNvPr>
          <p:cNvPicPr>
            <a:picLocks noChangeAspect="1"/>
          </p:cNvPicPr>
          <p:nvPr/>
        </p:nvPicPr>
        <p:blipFill>
          <a:blip r:embed="rId3"/>
          <a:stretch>
            <a:fillRect/>
          </a:stretch>
        </p:blipFill>
        <p:spPr>
          <a:xfrm>
            <a:off x="8260298" y="4071782"/>
            <a:ext cx="3504097" cy="2543472"/>
          </a:xfrm>
          <a:prstGeom prst="rect">
            <a:avLst/>
          </a:prstGeom>
        </p:spPr>
      </p:pic>
      <p:sp>
        <p:nvSpPr>
          <p:cNvPr id="8" name="Retângulo 7">
            <a:extLst>
              <a:ext uri="{FF2B5EF4-FFF2-40B4-BE49-F238E27FC236}">
                <a16:creationId xmlns:a16="http://schemas.microsoft.com/office/drawing/2014/main" id="{BED7B13A-1962-AEF6-8746-5FF9629CB436}"/>
              </a:ext>
            </a:extLst>
          </p:cNvPr>
          <p:cNvSpPr/>
          <p:nvPr/>
        </p:nvSpPr>
        <p:spPr>
          <a:xfrm>
            <a:off x="4281922" y="3923626"/>
            <a:ext cx="3205998" cy="68072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Retângulo 8">
            <a:extLst>
              <a:ext uri="{FF2B5EF4-FFF2-40B4-BE49-F238E27FC236}">
                <a16:creationId xmlns:a16="http://schemas.microsoft.com/office/drawing/2014/main" id="{A3F311DC-E0AB-0EB4-FBF4-F2C0617B710A}"/>
              </a:ext>
            </a:extLst>
          </p:cNvPr>
          <p:cNvSpPr/>
          <p:nvPr/>
        </p:nvSpPr>
        <p:spPr>
          <a:xfrm>
            <a:off x="8409347" y="5141166"/>
            <a:ext cx="3205998" cy="36389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1" name="Imagem 10">
            <a:extLst>
              <a:ext uri="{FF2B5EF4-FFF2-40B4-BE49-F238E27FC236}">
                <a16:creationId xmlns:a16="http://schemas.microsoft.com/office/drawing/2014/main" id="{D475E1AB-6626-7FC3-3E9F-A6E5D42BFC24}"/>
              </a:ext>
            </a:extLst>
          </p:cNvPr>
          <p:cNvPicPr>
            <a:picLocks noChangeAspect="1"/>
          </p:cNvPicPr>
          <p:nvPr/>
        </p:nvPicPr>
        <p:blipFill>
          <a:blip r:embed="rId4"/>
          <a:stretch>
            <a:fillRect/>
          </a:stretch>
        </p:blipFill>
        <p:spPr>
          <a:xfrm>
            <a:off x="4727809" y="679365"/>
            <a:ext cx="7050526" cy="3110813"/>
          </a:xfrm>
          <a:prstGeom prst="rect">
            <a:avLst/>
          </a:prstGeom>
        </p:spPr>
      </p:pic>
    </p:spTree>
    <p:extLst>
      <p:ext uri="{BB962C8B-B14F-4D97-AF65-F5344CB8AC3E}">
        <p14:creationId xmlns:p14="http://schemas.microsoft.com/office/powerpoint/2010/main" val="5370778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5EA05B02-D80D-3624-D3E0-6EB75542A97B}"/>
              </a:ext>
            </a:extLst>
          </p:cNvPr>
          <p:cNvSpPr txBox="1">
            <a:spLocks/>
          </p:cNvSpPr>
          <p:nvPr/>
        </p:nvSpPr>
        <p:spPr>
          <a:xfrm>
            <a:off x="923131" y="242746"/>
            <a:ext cx="11144250" cy="379413"/>
          </a:xfrm>
          <a:prstGeom prst="rect">
            <a:avLst/>
          </a:prstGeom>
          <a:solidFill>
            <a:srgbClr val="00000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pt-BR" sz="1935" b="1" dirty="0">
                <a:solidFill>
                  <a:schemeClr val="bg1"/>
                </a:solidFill>
              </a:rPr>
              <a:t>Padrões de Projetos Estrutural – Bridge</a:t>
            </a:r>
          </a:p>
        </p:txBody>
      </p:sp>
      <p:sp>
        <p:nvSpPr>
          <p:cNvPr id="3" name="Espaço Reservado para Conteúdo 2">
            <a:extLst>
              <a:ext uri="{FF2B5EF4-FFF2-40B4-BE49-F238E27FC236}">
                <a16:creationId xmlns:a16="http://schemas.microsoft.com/office/drawing/2014/main" id="{212081E4-07F6-C689-2ACC-B6CADD634983}"/>
              </a:ext>
            </a:extLst>
          </p:cNvPr>
          <p:cNvSpPr>
            <a:spLocks noGrp="1"/>
          </p:cNvSpPr>
          <p:nvPr>
            <p:ph idx="1"/>
          </p:nvPr>
        </p:nvSpPr>
        <p:spPr>
          <a:xfrm>
            <a:off x="1" y="242746"/>
            <a:ext cx="4488023" cy="6523814"/>
          </a:xfrm>
        </p:spPr>
        <p:txBody>
          <a:bodyPr>
            <a:normAutofit/>
          </a:bodyPr>
          <a:lstStyle/>
          <a:p>
            <a:pPr marL="0" indent="0">
              <a:buNone/>
            </a:pPr>
            <a:r>
              <a:rPr lang="pt-BR" b="1" dirty="0">
                <a:solidFill>
                  <a:schemeClr val="bg1"/>
                </a:solidFill>
              </a:rPr>
              <a:t>	C#</a:t>
            </a:r>
          </a:p>
          <a:p>
            <a:pPr algn="l"/>
            <a:r>
              <a:rPr lang="pt-BR" sz="1800" b="0" i="0" u="none" strike="noStrike" baseline="0" dirty="0">
                <a:latin typeface="CourierNew"/>
              </a:rPr>
              <a:t>Crie um arquivo para a classe Email que irá implementar o método </a:t>
            </a:r>
            <a:r>
              <a:rPr lang="pt-BR" sz="1800" b="0" i="0" u="none" strike="noStrike" baseline="0" dirty="0" err="1">
                <a:latin typeface="CourierNew"/>
              </a:rPr>
              <a:t>enviarMensagem</a:t>
            </a:r>
            <a:r>
              <a:rPr lang="pt-BR" sz="1800" dirty="0">
                <a:latin typeface="CourierNew"/>
              </a:rPr>
              <a:t>().</a:t>
            </a:r>
            <a:endParaRPr lang="pt-BR" sz="1800" b="0" i="0" u="none" strike="noStrike" baseline="0" dirty="0">
              <a:latin typeface="CourierNew"/>
            </a:endParaRPr>
          </a:p>
        </p:txBody>
      </p:sp>
      <p:pic>
        <p:nvPicPr>
          <p:cNvPr id="5" name="Imagem 4">
            <a:extLst>
              <a:ext uri="{FF2B5EF4-FFF2-40B4-BE49-F238E27FC236}">
                <a16:creationId xmlns:a16="http://schemas.microsoft.com/office/drawing/2014/main" id="{509D54EB-0FDA-51FB-516A-52A2A82100EA}"/>
              </a:ext>
            </a:extLst>
          </p:cNvPr>
          <p:cNvPicPr>
            <a:picLocks noChangeAspect="1"/>
          </p:cNvPicPr>
          <p:nvPr/>
        </p:nvPicPr>
        <p:blipFill>
          <a:blip r:embed="rId2"/>
          <a:stretch>
            <a:fillRect/>
          </a:stretch>
        </p:blipFill>
        <p:spPr>
          <a:xfrm>
            <a:off x="150754" y="4077478"/>
            <a:ext cx="6272767" cy="2659529"/>
          </a:xfrm>
          <a:prstGeom prst="rect">
            <a:avLst/>
          </a:prstGeom>
        </p:spPr>
      </p:pic>
      <p:sp>
        <p:nvSpPr>
          <p:cNvPr id="8" name="Retângulo 7">
            <a:extLst>
              <a:ext uri="{FF2B5EF4-FFF2-40B4-BE49-F238E27FC236}">
                <a16:creationId xmlns:a16="http://schemas.microsoft.com/office/drawing/2014/main" id="{BED7B13A-1962-AEF6-8746-5FF9629CB436}"/>
              </a:ext>
            </a:extLst>
          </p:cNvPr>
          <p:cNvSpPr/>
          <p:nvPr/>
        </p:nvSpPr>
        <p:spPr>
          <a:xfrm>
            <a:off x="2348826" y="5273745"/>
            <a:ext cx="3205998" cy="68072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Retângulo 8">
            <a:extLst>
              <a:ext uri="{FF2B5EF4-FFF2-40B4-BE49-F238E27FC236}">
                <a16:creationId xmlns:a16="http://schemas.microsoft.com/office/drawing/2014/main" id="{A3F311DC-E0AB-0EB4-FBF4-F2C0617B710A}"/>
              </a:ext>
            </a:extLst>
          </p:cNvPr>
          <p:cNvSpPr/>
          <p:nvPr/>
        </p:nvSpPr>
        <p:spPr>
          <a:xfrm>
            <a:off x="8402121" y="5501930"/>
            <a:ext cx="3205998" cy="36389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4" name="Imagem 13">
            <a:extLst>
              <a:ext uri="{FF2B5EF4-FFF2-40B4-BE49-F238E27FC236}">
                <a16:creationId xmlns:a16="http://schemas.microsoft.com/office/drawing/2014/main" id="{0AC6635D-1619-8454-7D30-A31DA1F69E09}"/>
              </a:ext>
            </a:extLst>
          </p:cNvPr>
          <p:cNvPicPr>
            <a:picLocks noChangeAspect="1"/>
          </p:cNvPicPr>
          <p:nvPr/>
        </p:nvPicPr>
        <p:blipFill>
          <a:blip r:embed="rId3"/>
          <a:stretch>
            <a:fillRect/>
          </a:stretch>
        </p:blipFill>
        <p:spPr>
          <a:xfrm>
            <a:off x="4488024" y="622158"/>
            <a:ext cx="7403373" cy="3651725"/>
          </a:xfrm>
          <a:prstGeom prst="rect">
            <a:avLst/>
          </a:prstGeom>
        </p:spPr>
      </p:pic>
      <p:pic>
        <p:nvPicPr>
          <p:cNvPr id="7" name="Imagem 6">
            <a:extLst>
              <a:ext uri="{FF2B5EF4-FFF2-40B4-BE49-F238E27FC236}">
                <a16:creationId xmlns:a16="http://schemas.microsoft.com/office/drawing/2014/main" id="{01441DBA-A28D-ED78-4398-3DB26EC94E76}"/>
              </a:ext>
            </a:extLst>
          </p:cNvPr>
          <p:cNvPicPr>
            <a:picLocks noChangeAspect="1"/>
          </p:cNvPicPr>
          <p:nvPr/>
        </p:nvPicPr>
        <p:blipFill>
          <a:blip r:embed="rId4"/>
          <a:stretch>
            <a:fillRect/>
          </a:stretch>
        </p:blipFill>
        <p:spPr>
          <a:xfrm>
            <a:off x="8253072" y="4174874"/>
            <a:ext cx="3504097" cy="2543472"/>
          </a:xfrm>
          <a:prstGeom prst="rect">
            <a:avLst/>
          </a:prstGeom>
        </p:spPr>
      </p:pic>
    </p:spTree>
    <p:extLst>
      <p:ext uri="{BB962C8B-B14F-4D97-AF65-F5344CB8AC3E}">
        <p14:creationId xmlns:p14="http://schemas.microsoft.com/office/powerpoint/2010/main" val="6620318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5EA05B02-D80D-3624-D3E0-6EB75542A97B}"/>
              </a:ext>
            </a:extLst>
          </p:cNvPr>
          <p:cNvSpPr txBox="1">
            <a:spLocks/>
          </p:cNvSpPr>
          <p:nvPr/>
        </p:nvSpPr>
        <p:spPr>
          <a:xfrm>
            <a:off x="923131" y="242746"/>
            <a:ext cx="11144250" cy="379413"/>
          </a:xfrm>
          <a:prstGeom prst="rect">
            <a:avLst/>
          </a:prstGeom>
          <a:solidFill>
            <a:srgbClr val="00000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pt-BR" sz="1935" b="1" dirty="0">
                <a:solidFill>
                  <a:schemeClr val="bg1"/>
                </a:solidFill>
              </a:rPr>
              <a:t>Padrões de Projetos Estrutural – Bridge</a:t>
            </a:r>
          </a:p>
        </p:txBody>
      </p:sp>
      <p:sp>
        <p:nvSpPr>
          <p:cNvPr id="3" name="Espaço Reservado para Conteúdo 2">
            <a:extLst>
              <a:ext uri="{FF2B5EF4-FFF2-40B4-BE49-F238E27FC236}">
                <a16:creationId xmlns:a16="http://schemas.microsoft.com/office/drawing/2014/main" id="{212081E4-07F6-C689-2ACC-B6CADD634983}"/>
              </a:ext>
            </a:extLst>
          </p:cNvPr>
          <p:cNvSpPr>
            <a:spLocks noGrp="1"/>
          </p:cNvSpPr>
          <p:nvPr>
            <p:ph idx="1"/>
          </p:nvPr>
        </p:nvSpPr>
        <p:spPr>
          <a:xfrm>
            <a:off x="1" y="242746"/>
            <a:ext cx="4488023" cy="6523814"/>
          </a:xfrm>
        </p:spPr>
        <p:txBody>
          <a:bodyPr>
            <a:normAutofit/>
          </a:bodyPr>
          <a:lstStyle/>
          <a:p>
            <a:pPr marL="0" indent="0">
              <a:buNone/>
            </a:pPr>
            <a:r>
              <a:rPr lang="pt-BR" b="1" dirty="0">
                <a:solidFill>
                  <a:schemeClr val="bg1"/>
                </a:solidFill>
              </a:rPr>
              <a:t>	C#</a:t>
            </a:r>
          </a:p>
          <a:p>
            <a:pPr algn="l"/>
            <a:r>
              <a:rPr lang="pt-BR" sz="1800" b="0" i="0" u="none" strike="noStrike" baseline="0" dirty="0">
                <a:latin typeface="CourierNew"/>
              </a:rPr>
              <a:t>Crie um arquivo para a classe </a:t>
            </a:r>
            <a:r>
              <a:rPr lang="pt-BR" sz="1800" b="0" i="0" u="none" strike="noStrike" baseline="0" dirty="0" err="1">
                <a:latin typeface="CourierNew"/>
              </a:rPr>
              <a:t>Sms</a:t>
            </a:r>
            <a:r>
              <a:rPr lang="pt-BR" sz="1800" b="0" i="0" u="none" strike="noStrike" baseline="0" dirty="0">
                <a:latin typeface="CourierNew"/>
              </a:rPr>
              <a:t> que irá implementar o método </a:t>
            </a:r>
            <a:r>
              <a:rPr lang="pt-BR" sz="1800" b="0" i="0" u="none" strike="noStrike" baseline="0" dirty="0" err="1">
                <a:latin typeface="CourierNew"/>
              </a:rPr>
              <a:t>enviarMensagem</a:t>
            </a:r>
            <a:r>
              <a:rPr lang="pt-BR" sz="1800" dirty="0">
                <a:latin typeface="CourierNew"/>
              </a:rPr>
              <a:t>().</a:t>
            </a:r>
            <a:endParaRPr lang="pt-BR" sz="1800" b="0" i="0" u="none" strike="noStrike" baseline="0" dirty="0">
              <a:latin typeface="CourierNew"/>
            </a:endParaRPr>
          </a:p>
        </p:txBody>
      </p:sp>
      <p:pic>
        <p:nvPicPr>
          <p:cNvPr id="5" name="Imagem 4">
            <a:extLst>
              <a:ext uri="{FF2B5EF4-FFF2-40B4-BE49-F238E27FC236}">
                <a16:creationId xmlns:a16="http://schemas.microsoft.com/office/drawing/2014/main" id="{509D54EB-0FDA-51FB-516A-52A2A82100EA}"/>
              </a:ext>
            </a:extLst>
          </p:cNvPr>
          <p:cNvPicPr>
            <a:picLocks noChangeAspect="1"/>
          </p:cNvPicPr>
          <p:nvPr/>
        </p:nvPicPr>
        <p:blipFill>
          <a:blip r:embed="rId2"/>
          <a:stretch>
            <a:fillRect/>
          </a:stretch>
        </p:blipFill>
        <p:spPr>
          <a:xfrm>
            <a:off x="245211" y="4174874"/>
            <a:ext cx="6250045" cy="2649895"/>
          </a:xfrm>
          <a:prstGeom prst="rect">
            <a:avLst/>
          </a:prstGeom>
        </p:spPr>
      </p:pic>
      <p:sp>
        <p:nvSpPr>
          <p:cNvPr id="8" name="Retângulo 7">
            <a:extLst>
              <a:ext uri="{FF2B5EF4-FFF2-40B4-BE49-F238E27FC236}">
                <a16:creationId xmlns:a16="http://schemas.microsoft.com/office/drawing/2014/main" id="{BED7B13A-1962-AEF6-8746-5FF9629CB436}"/>
              </a:ext>
            </a:extLst>
          </p:cNvPr>
          <p:cNvSpPr/>
          <p:nvPr/>
        </p:nvSpPr>
        <p:spPr>
          <a:xfrm>
            <a:off x="3556790" y="6034493"/>
            <a:ext cx="3205998" cy="68072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Retângulo 8">
            <a:extLst>
              <a:ext uri="{FF2B5EF4-FFF2-40B4-BE49-F238E27FC236}">
                <a16:creationId xmlns:a16="http://schemas.microsoft.com/office/drawing/2014/main" id="{A3F311DC-E0AB-0EB4-FBF4-F2C0617B710A}"/>
              </a:ext>
            </a:extLst>
          </p:cNvPr>
          <p:cNvSpPr/>
          <p:nvPr/>
        </p:nvSpPr>
        <p:spPr>
          <a:xfrm>
            <a:off x="8402121" y="5772517"/>
            <a:ext cx="3205998" cy="36389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2" name="Imagem 11">
            <a:extLst>
              <a:ext uri="{FF2B5EF4-FFF2-40B4-BE49-F238E27FC236}">
                <a16:creationId xmlns:a16="http://schemas.microsoft.com/office/drawing/2014/main" id="{19EC366B-1FEC-C193-A82C-C98B4F322D26}"/>
              </a:ext>
            </a:extLst>
          </p:cNvPr>
          <p:cNvPicPr>
            <a:picLocks noChangeAspect="1"/>
          </p:cNvPicPr>
          <p:nvPr/>
        </p:nvPicPr>
        <p:blipFill>
          <a:blip r:embed="rId3"/>
          <a:stretch>
            <a:fillRect/>
          </a:stretch>
        </p:blipFill>
        <p:spPr>
          <a:xfrm>
            <a:off x="4427265" y="622159"/>
            <a:ext cx="7640116" cy="3801005"/>
          </a:xfrm>
          <a:prstGeom prst="rect">
            <a:avLst/>
          </a:prstGeom>
        </p:spPr>
      </p:pic>
      <p:pic>
        <p:nvPicPr>
          <p:cNvPr id="7" name="Imagem 6">
            <a:extLst>
              <a:ext uri="{FF2B5EF4-FFF2-40B4-BE49-F238E27FC236}">
                <a16:creationId xmlns:a16="http://schemas.microsoft.com/office/drawing/2014/main" id="{01441DBA-A28D-ED78-4398-3DB26EC94E76}"/>
              </a:ext>
            </a:extLst>
          </p:cNvPr>
          <p:cNvPicPr>
            <a:picLocks noChangeAspect="1"/>
          </p:cNvPicPr>
          <p:nvPr/>
        </p:nvPicPr>
        <p:blipFill>
          <a:blip r:embed="rId4"/>
          <a:stretch>
            <a:fillRect/>
          </a:stretch>
        </p:blipFill>
        <p:spPr>
          <a:xfrm>
            <a:off x="8253072" y="4174874"/>
            <a:ext cx="3504097" cy="2543472"/>
          </a:xfrm>
          <a:prstGeom prst="rect">
            <a:avLst/>
          </a:prstGeom>
        </p:spPr>
      </p:pic>
    </p:spTree>
    <p:extLst>
      <p:ext uri="{BB962C8B-B14F-4D97-AF65-F5344CB8AC3E}">
        <p14:creationId xmlns:p14="http://schemas.microsoft.com/office/powerpoint/2010/main" val="9179337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m 5">
            <a:extLst>
              <a:ext uri="{FF2B5EF4-FFF2-40B4-BE49-F238E27FC236}">
                <a16:creationId xmlns:a16="http://schemas.microsoft.com/office/drawing/2014/main" id="{F9F9D653-5F76-DB43-2003-09C05593B8C8}"/>
              </a:ext>
            </a:extLst>
          </p:cNvPr>
          <p:cNvPicPr>
            <a:picLocks noChangeAspect="1"/>
          </p:cNvPicPr>
          <p:nvPr/>
        </p:nvPicPr>
        <p:blipFill>
          <a:blip r:embed="rId2"/>
          <a:stretch>
            <a:fillRect/>
          </a:stretch>
        </p:blipFill>
        <p:spPr>
          <a:xfrm>
            <a:off x="4885744" y="800308"/>
            <a:ext cx="3158984" cy="2371793"/>
          </a:xfrm>
          <a:prstGeom prst="rect">
            <a:avLst/>
          </a:prstGeom>
        </p:spPr>
      </p:pic>
      <p:sp>
        <p:nvSpPr>
          <p:cNvPr id="4" name="Título 3">
            <a:extLst>
              <a:ext uri="{FF2B5EF4-FFF2-40B4-BE49-F238E27FC236}">
                <a16:creationId xmlns:a16="http://schemas.microsoft.com/office/drawing/2014/main" id="{5EA05B02-D80D-3624-D3E0-6EB75542A97B}"/>
              </a:ext>
            </a:extLst>
          </p:cNvPr>
          <p:cNvSpPr txBox="1">
            <a:spLocks/>
          </p:cNvSpPr>
          <p:nvPr/>
        </p:nvSpPr>
        <p:spPr>
          <a:xfrm>
            <a:off x="923131" y="242746"/>
            <a:ext cx="11144250" cy="379413"/>
          </a:xfrm>
          <a:prstGeom prst="rect">
            <a:avLst/>
          </a:prstGeom>
          <a:solidFill>
            <a:srgbClr val="00000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pt-BR" sz="1935" b="1" dirty="0">
                <a:solidFill>
                  <a:schemeClr val="bg1"/>
                </a:solidFill>
              </a:rPr>
              <a:t>Padrões de Projetos Estrutural – Bridge</a:t>
            </a:r>
          </a:p>
        </p:txBody>
      </p:sp>
      <p:sp>
        <p:nvSpPr>
          <p:cNvPr id="3" name="Espaço Reservado para Conteúdo 2">
            <a:extLst>
              <a:ext uri="{FF2B5EF4-FFF2-40B4-BE49-F238E27FC236}">
                <a16:creationId xmlns:a16="http://schemas.microsoft.com/office/drawing/2014/main" id="{212081E4-07F6-C689-2ACC-B6CADD634983}"/>
              </a:ext>
            </a:extLst>
          </p:cNvPr>
          <p:cNvSpPr>
            <a:spLocks noGrp="1"/>
          </p:cNvSpPr>
          <p:nvPr>
            <p:ph idx="1"/>
          </p:nvPr>
        </p:nvSpPr>
        <p:spPr>
          <a:xfrm>
            <a:off x="0" y="242746"/>
            <a:ext cx="4488023" cy="379413"/>
          </a:xfrm>
        </p:spPr>
        <p:txBody>
          <a:bodyPr>
            <a:normAutofit fontScale="85000" lnSpcReduction="20000"/>
          </a:bodyPr>
          <a:lstStyle/>
          <a:p>
            <a:pPr marL="0" indent="0">
              <a:buNone/>
            </a:pPr>
            <a:r>
              <a:rPr lang="pt-BR" b="1" dirty="0">
                <a:solidFill>
                  <a:schemeClr val="bg1"/>
                </a:solidFill>
              </a:rPr>
              <a:t>	C#</a:t>
            </a:r>
          </a:p>
        </p:txBody>
      </p:sp>
      <p:pic>
        <p:nvPicPr>
          <p:cNvPr id="5" name="Imagem 4">
            <a:extLst>
              <a:ext uri="{FF2B5EF4-FFF2-40B4-BE49-F238E27FC236}">
                <a16:creationId xmlns:a16="http://schemas.microsoft.com/office/drawing/2014/main" id="{509D54EB-0FDA-51FB-516A-52A2A82100EA}"/>
              </a:ext>
            </a:extLst>
          </p:cNvPr>
          <p:cNvPicPr>
            <a:picLocks noChangeAspect="1"/>
          </p:cNvPicPr>
          <p:nvPr/>
        </p:nvPicPr>
        <p:blipFill>
          <a:blip r:embed="rId3"/>
          <a:stretch>
            <a:fillRect/>
          </a:stretch>
        </p:blipFill>
        <p:spPr>
          <a:xfrm>
            <a:off x="5563234" y="4164510"/>
            <a:ext cx="6250045" cy="2649895"/>
          </a:xfrm>
          <a:prstGeom prst="rect">
            <a:avLst/>
          </a:prstGeom>
        </p:spPr>
      </p:pic>
      <p:sp>
        <p:nvSpPr>
          <p:cNvPr id="8" name="Retângulo 7">
            <a:extLst>
              <a:ext uri="{FF2B5EF4-FFF2-40B4-BE49-F238E27FC236}">
                <a16:creationId xmlns:a16="http://schemas.microsoft.com/office/drawing/2014/main" id="{BED7B13A-1962-AEF6-8746-5FF9629CB436}"/>
              </a:ext>
            </a:extLst>
          </p:cNvPr>
          <p:cNvSpPr/>
          <p:nvPr/>
        </p:nvSpPr>
        <p:spPr>
          <a:xfrm>
            <a:off x="5660473" y="4094774"/>
            <a:ext cx="2080726" cy="177113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Retângulo 8">
            <a:extLst>
              <a:ext uri="{FF2B5EF4-FFF2-40B4-BE49-F238E27FC236}">
                <a16:creationId xmlns:a16="http://schemas.microsoft.com/office/drawing/2014/main" id="{A3F311DC-E0AB-0EB4-FBF4-F2C0617B710A}"/>
              </a:ext>
            </a:extLst>
          </p:cNvPr>
          <p:cNvSpPr/>
          <p:nvPr/>
        </p:nvSpPr>
        <p:spPr>
          <a:xfrm>
            <a:off x="4974623" y="1986204"/>
            <a:ext cx="2981225" cy="36389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15" name="Agrupar 14">
            <a:extLst>
              <a:ext uri="{FF2B5EF4-FFF2-40B4-BE49-F238E27FC236}">
                <a16:creationId xmlns:a16="http://schemas.microsoft.com/office/drawing/2014/main" id="{F0EE2ECD-881F-C527-9C6F-EED10426CE72}"/>
              </a:ext>
            </a:extLst>
          </p:cNvPr>
          <p:cNvGrpSpPr/>
          <p:nvPr/>
        </p:nvGrpSpPr>
        <p:grpSpPr>
          <a:xfrm>
            <a:off x="0" y="64597"/>
            <a:ext cx="4189346" cy="6728805"/>
            <a:chOff x="7286857" y="301561"/>
            <a:chExt cx="4053556" cy="6510703"/>
          </a:xfrm>
        </p:grpSpPr>
        <p:pic>
          <p:nvPicPr>
            <p:cNvPr id="12" name="Imagem 11">
              <a:extLst>
                <a:ext uri="{FF2B5EF4-FFF2-40B4-BE49-F238E27FC236}">
                  <a16:creationId xmlns:a16="http://schemas.microsoft.com/office/drawing/2014/main" id="{F1D46309-1697-E5AC-0C7B-DA63594FD287}"/>
                </a:ext>
              </a:extLst>
            </p:cNvPr>
            <p:cNvPicPr>
              <a:picLocks noChangeAspect="1"/>
            </p:cNvPicPr>
            <p:nvPr/>
          </p:nvPicPr>
          <p:blipFill>
            <a:blip r:embed="rId4"/>
            <a:stretch>
              <a:fillRect/>
            </a:stretch>
          </p:blipFill>
          <p:spPr>
            <a:xfrm>
              <a:off x="7286857" y="301561"/>
              <a:ext cx="3891708" cy="3987346"/>
            </a:xfrm>
            <a:prstGeom prst="rect">
              <a:avLst/>
            </a:prstGeom>
          </p:spPr>
        </p:pic>
        <p:pic>
          <p:nvPicPr>
            <p:cNvPr id="14" name="Imagem 13">
              <a:extLst>
                <a:ext uri="{FF2B5EF4-FFF2-40B4-BE49-F238E27FC236}">
                  <a16:creationId xmlns:a16="http://schemas.microsoft.com/office/drawing/2014/main" id="{629C1C02-6976-C5C3-CF7E-6AF252840F3F}"/>
                </a:ext>
              </a:extLst>
            </p:cNvPr>
            <p:cNvPicPr>
              <a:picLocks noChangeAspect="1"/>
            </p:cNvPicPr>
            <p:nvPr/>
          </p:nvPicPr>
          <p:blipFill>
            <a:blip r:embed="rId5"/>
            <a:stretch>
              <a:fillRect/>
            </a:stretch>
          </p:blipFill>
          <p:spPr>
            <a:xfrm>
              <a:off x="7286857" y="4288907"/>
              <a:ext cx="4053556" cy="2523357"/>
            </a:xfrm>
            <a:prstGeom prst="rect">
              <a:avLst/>
            </a:prstGeom>
          </p:spPr>
        </p:pic>
      </p:grpSp>
      <p:sp>
        <p:nvSpPr>
          <p:cNvPr id="18" name="Espaço Reservado para Conteúdo 2">
            <a:extLst>
              <a:ext uri="{FF2B5EF4-FFF2-40B4-BE49-F238E27FC236}">
                <a16:creationId xmlns:a16="http://schemas.microsoft.com/office/drawing/2014/main" id="{5CEBC650-C573-F25A-B6E8-50FDA877CF84}"/>
              </a:ext>
            </a:extLst>
          </p:cNvPr>
          <p:cNvSpPr txBox="1">
            <a:spLocks/>
          </p:cNvSpPr>
          <p:nvPr/>
        </p:nvSpPr>
        <p:spPr>
          <a:xfrm>
            <a:off x="8529684" y="781364"/>
            <a:ext cx="4488023" cy="73856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1800" dirty="0">
                <a:latin typeface="CourierNew"/>
              </a:rPr>
              <a:t>Crie a classe abstrata Mensagem.</a:t>
            </a:r>
          </a:p>
        </p:txBody>
      </p:sp>
    </p:spTree>
    <p:extLst>
      <p:ext uri="{BB962C8B-B14F-4D97-AF65-F5344CB8AC3E}">
        <p14:creationId xmlns:p14="http://schemas.microsoft.com/office/powerpoint/2010/main" val="18660375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m 5">
            <a:extLst>
              <a:ext uri="{FF2B5EF4-FFF2-40B4-BE49-F238E27FC236}">
                <a16:creationId xmlns:a16="http://schemas.microsoft.com/office/drawing/2014/main" id="{F9F9D653-5F76-DB43-2003-09C05593B8C8}"/>
              </a:ext>
            </a:extLst>
          </p:cNvPr>
          <p:cNvPicPr>
            <a:picLocks noChangeAspect="1"/>
          </p:cNvPicPr>
          <p:nvPr/>
        </p:nvPicPr>
        <p:blipFill>
          <a:blip r:embed="rId2"/>
          <a:stretch>
            <a:fillRect/>
          </a:stretch>
        </p:blipFill>
        <p:spPr>
          <a:xfrm>
            <a:off x="8776608" y="1571003"/>
            <a:ext cx="3158984" cy="2371793"/>
          </a:xfrm>
          <a:prstGeom prst="rect">
            <a:avLst/>
          </a:prstGeom>
        </p:spPr>
      </p:pic>
      <p:sp>
        <p:nvSpPr>
          <p:cNvPr id="4" name="Título 3">
            <a:extLst>
              <a:ext uri="{FF2B5EF4-FFF2-40B4-BE49-F238E27FC236}">
                <a16:creationId xmlns:a16="http://schemas.microsoft.com/office/drawing/2014/main" id="{5EA05B02-D80D-3624-D3E0-6EB75542A97B}"/>
              </a:ext>
            </a:extLst>
          </p:cNvPr>
          <p:cNvSpPr txBox="1">
            <a:spLocks/>
          </p:cNvSpPr>
          <p:nvPr/>
        </p:nvSpPr>
        <p:spPr>
          <a:xfrm>
            <a:off x="923131" y="242746"/>
            <a:ext cx="11144250" cy="379413"/>
          </a:xfrm>
          <a:prstGeom prst="rect">
            <a:avLst/>
          </a:prstGeom>
          <a:solidFill>
            <a:srgbClr val="00000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pt-BR" sz="1935" b="1" dirty="0">
                <a:solidFill>
                  <a:schemeClr val="bg1"/>
                </a:solidFill>
              </a:rPr>
              <a:t>Padrões de Projetos Estrutural – Bridge</a:t>
            </a:r>
          </a:p>
        </p:txBody>
      </p:sp>
      <p:sp>
        <p:nvSpPr>
          <p:cNvPr id="3" name="Espaço Reservado para Conteúdo 2">
            <a:extLst>
              <a:ext uri="{FF2B5EF4-FFF2-40B4-BE49-F238E27FC236}">
                <a16:creationId xmlns:a16="http://schemas.microsoft.com/office/drawing/2014/main" id="{212081E4-07F6-C689-2ACC-B6CADD634983}"/>
              </a:ext>
            </a:extLst>
          </p:cNvPr>
          <p:cNvSpPr>
            <a:spLocks noGrp="1"/>
          </p:cNvSpPr>
          <p:nvPr>
            <p:ph idx="1"/>
          </p:nvPr>
        </p:nvSpPr>
        <p:spPr>
          <a:xfrm>
            <a:off x="0" y="242746"/>
            <a:ext cx="4488023" cy="379413"/>
          </a:xfrm>
        </p:spPr>
        <p:txBody>
          <a:bodyPr>
            <a:normAutofit fontScale="85000" lnSpcReduction="20000"/>
          </a:bodyPr>
          <a:lstStyle/>
          <a:p>
            <a:pPr marL="0" indent="0">
              <a:buNone/>
            </a:pPr>
            <a:r>
              <a:rPr lang="pt-BR" b="1" dirty="0">
                <a:solidFill>
                  <a:schemeClr val="bg1"/>
                </a:solidFill>
              </a:rPr>
              <a:t>	C#</a:t>
            </a:r>
          </a:p>
        </p:txBody>
      </p:sp>
      <p:sp>
        <p:nvSpPr>
          <p:cNvPr id="9" name="Retângulo 8">
            <a:extLst>
              <a:ext uri="{FF2B5EF4-FFF2-40B4-BE49-F238E27FC236}">
                <a16:creationId xmlns:a16="http://schemas.microsoft.com/office/drawing/2014/main" id="{A3F311DC-E0AB-0EB4-FBF4-F2C0617B710A}"/>
              </a:ext>
            </a:extLst>
          </p:cNvPr>
          <p:cNvSpPr/>
          <p:nvPr/>
        </p:nvSpPr>
        <p:spPr>
          <a:xfrm>
            <a:off x="8865487" y="3016280"/>
            <a:ext cx="2981225" cy="36389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 name="Espaço Reservado para Conteúdo 2">
            <a:extLst>
              <a:ext uri="{FF2B5EF4-FFF2-40B4-BE49-F238E27FC236}">
                <a16:creationId xmlns:a16="http://schemas.microsoft.com/office/drawing/2014/main" id="{5CEBC650-C573-F25A-B6E8-50FDA877CF84}"/>
              </a:ext>
            </a:extLst>
          </p:cNvPr>
          <p:cNvSpPr txBox="1">
            <a:spLocks/>
          </p:cNvSpPr>
          <p:nvPr/>
        </p:nvSpPr>
        <p:spPr>
          <a:xfrm>
            <a:off x="8529684" y="781364"/>
            <a:ext cx="3537697" cy="73856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1800" dirty="0">
                <a:latin typeface="CourierNew"/>
              </a:rPr>
              <a:t>Crie a classe </a:t>
            </a:r>
            <a:r>
              <a:rPr lang="pt-BR" sz="1800" dirty="0" err="1">
                <a:latin typeface="CourierNew"/>
              </a:rPr>
              <a:t>MensagemAdmin</a:t>
            </a:r>
            <a:endParaRPr lang="pt-BR" sz="1800" dirty="0">
              <a:latin typeface="CourierNew"/>
            </a:endParaRPr>
          </a:p>
        </p:txBody>
      </p:sp>
      <p:pic>
        <p:nvPicPr>
          <p:cNvPr id="7" name="Imagem 6">
            <a:extLst>
              <a:ext uri="{FF2B5EF4-FFF2-40B4-BE49-F238E27FC236}">
                <a16:creationId xmlns:a16="http://schemas.microsoft.com/office/drawing/2014/main" id="{E16A7746-5CA2-C931-46C9-CA9AD7F85FA5}"/>
              </a:ext>
            </a:extLst>
          </p:cNvPr>
          <p:cNvPicPr>
            <a:picLocks noChangeAspect="1"/>
          </p:cNvPicPr>
          <p:nvPr/>
        </p:nvPicPr>
        <p:blipFill>
          <a:blip r:embed="rId3"/>
          <a:stretch>
            <a:fillRect/>
          </a:stretch>
        </p:blipFill>
        <p:spPr>
          <a:xfrm>
            <a:off x="0" y="1081124"/>
            <a:ext cx="6204857" cy="4981853"/>
          </a:xfrm>
          <a:prstGeom prst="rect">
            <a:avLst/>
          </a:prstGeom>
        </p:spPr>
      </p:pic>
      <p:pic>
        <p:nvPicPr>
          <p:cNvPr id="5" name="Imagem 4">
            <a:extLst>
              <a:ext uri="{FF2B5EF4-FFF2-40B4-BE49-F238E27FC236}">
                <a16:creationId xmlns:a16="http://schemas.microsoft.com/office/drawing/2014/main" id="{509D54EB-0FDA-51FB-516A-52A2A82100EA}"/>
              </a:ext>
            </a:extLst>
          </p:cNvPr>
          <p:cNvPicPr>
            <a:picLocks noChangeAspect="1"/>
          </p:cNvPicPr>
          <p:nvPr/>
        </p:nvPicPr>
        <p:blipFill>
          <a:blip r:embed="rId4"/>
          <a:stretch>
            <a:fillRect/>
          </a:stretch>
        </p:blipFill>
        <p:spPr>
          <a:xfrm>
            <a:off x="6122814" y="4401761"/>
            <a:ext cx="5690465" cy="2412644"/>
          </a:xfrm>
          <a:prstGeom prst="rect">
            <a:avLst/>
          </a:prstGeom>
        </p:spPr>
      </p:pic>
      <p:sp>
        <p:nvSpPr>
          <p:cNvPr id="8" name="Retângulo 7">
            <a:extLst>
              <a:ext uri="{FF2B5EF4-FFF2-40B4-BE49-F238E27FC236}">
                <a16:creationId xmlns:a16="http://schemas.microsoft.com/office/drawing/2014/main" id="{BED7B13A-1962-AEF6-8746-5FF9629CB436}"/>
              </a:ext>
            </a:extLst>
          </p:cNvPr>
          <p:cNvSpPr/>
          <p:nvPr/>
        </p:nvSpPr>
        <p:spPr>
          <a:xfrm>
            <a:off x="6096000" y="6130212"/>
            <a:ext cx="1097902" cy="68419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39112225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m 4">
            <a:extLst>
              <a:ext uri="{FF2B5EF4-FFF2-40B4-BE49-F238E27FC236}">
                <a16:creationId xmlns:a16="http://schemas.microsoft.com/office/drawing/2014/main" id="{509D54EB-0FDA-51FB-516A-52A2A82100EA}"/>
              </a:ext>
            </a:extLst>
          </p:cNvPr>
          <p:cNvPicPr>
            <a:picLocks noChangeAspect="1"/>
          </p:cNvPicPr>
          <p:nvPr/>
        </p:nvPicPr>
        <p:blipFill>
          <a:blip r:embed="rId2"/>
          <a:stretch>
            <a:fillRect/>
          </a:stretch>
        </p:blipFill>
        <p:spPr>
          <a:xfrm>
            <a:off x="6501535" y="4348185"/>
            <a:ext cx="5690465" cy="2412644"/>
          </a:xfrm>
          <a:prstGeom prst="rect">
            <a:avLst/>
          </a:prstGeom>
        </p:spPr>
      </p:pic>
      <p:pic>
        <p:nvPicPr>
          <p:cNvPr id="6" name="Imagem 5">
            <a:extLst>
              <a:ext uri="{FF2B5EF4-FFF2-40B4-BE49-F238E27FC236}">
                <a16:creationId xmlns:a16="http://schemas.microsoft.com/office/drawing/2014/main" id="{F9F9D653-5F76-DB43-2003-09C05593B8C8}"/>
              </a:ext>
            </a:extLst>
          </p:cNvPr>
          <p:cNvPicPr>
            <a:picLocks noChangeAspect="1"/>
          </p:cNvPicPr>
          <p:nvPr/>
        </p:nvPicPr>
        <p:blipFill>
          <a:blip r:embed="rId3"/>
          <a:stretch>
            <a:fillRect/>
          </a:stretch>
        </p:blipFill>
        <p:spPr>
          <a:xfrm>
            <a:off x="8776608" y="1571003"/>
            <a:ext cx="3158984" cy="2371793"/>
          </a:xfrm>
          <a:prstGeom prst="rect">
            <a:avLst/>
          </a:prstGeom>
        </p:spPr>
      </p:pic>
      <p:sp>
        <p:nvSpPr>
          <p:cNvPr id="4" name="Título 3">
            <a:extLst>
              <a:ext uri="{FF2B5EF4-FFF2-40B4-BE49-F238E27FC236}">
                <a16:creationId xmlns:a16="http://schemas.microsoft.com/office/drawing/2014/main" id="{5EA05B02-D80D-3624-D3E0-6EB75542A97B}"/>
              </a:ext>
            </a:extLst>
          </p:cNvPr>
          <p:cNvSpPr txBox="1">
            <a:spLocks/>
          </p:cNvSpPr>
          <p:nvPr/>
        </p:nvSpPr>
        <p:spPr>
          <a:xfrm>
            <a:off x="923131" y="242746"/>
            <a:ext cx="11144250" cy="379413"/>
          </a:xfrm>
          <a:prstGeom prst="rect">
            <a:avLst/>
          </a:prstGeom>
          <a:solidFill>
            <a:srgbClr val="00000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pt-BR" sz="1935" b="1" dirty="0">
                <a:solidFill>
                  <a:schemeClr val="bg1"/>
                </a:solidFill>
              </a:rPr>
              <a:t>Padrões de Projetos Estrutural – Bridge</a:t>
            </a:r>
          </a:p>
        </p:txBody>
      </p:sp>
      <p:sp>
        <p:nvSpPr>
          <p:cNvPr id="3" name="Espaço Reservado para Conteúdo 2">
            <a:extLst>
              <a:ext uri="{FF2B5EF4-FFF2-40B4-BE49-F238E27FC236}">
                <a16:creationId xmlns:a16="http://schemas.microsoft.com/office/drawing/2014/main" id="{212081E4-07F6-C689-2ACC-B6CADD634983}"/>
              </a:ext>
            </a:extLst>
          </p:cNvPr>
          <p:cNvSpPr>
            <a:spLocks noGrp="1"/>
          </p:cNvSpPr>
          <p:nvPr>
            <p:ph idx="1"/>
          </p:nvPr>
        </p:nvSpPr>
        <p:spPr>
          <a:xfrm>
            <a:off x="0" y="242746"/>
            <a:ext cx="4488023" cy="379413"/>
          </a:xfrm>
        </p:spPr>
        <p:txBody>
          <a:bodyPr>
            <a:normAutofit fontScale="85000" lnSpcReduction="20000"/>
          </a:bodyPr>
          <a:lstStyle/>
          <a:p>
            <a:pPr marL="0" indent="0">
              <a:buNone/>
            </a:pPr>
            <a:r>
              <a:rPr lang="pt-BR" b="1" dirty="0">
                <a:solidFill>
                  <a:schemeClr val="bg1"/>
                </a:solidFill>
              </a:rPr>
              <a:t>	C#</a:t>
            </a:r>
          </a:p>
        </p:txBody>
      </p:sp>
      <p:sp>
        <p:nvSpPr>
          <p:cNvPr id="9" name="Retângulo 8">
            <a:extLst>
              <a:ext uri="{FF2B5EF4-FFF2-40B4-BE49-F238E27FC236}">
                <a16:creationId xmlns:a16="http://schemas.microsoft.com/office/drawing/2014/main" id="{A3F311DC-E0AB-0EB4-FBF4-F2C0617B710A}"/>
              </a:ext>
            </a:extLst>
          </p:cNvPr>
          <p:cNvSpPr/>
          <p:nvPr/>
        </p:nvSpPr>
        <p:spPr>
          <a:xfrm>
            <a:off x="8865487" y="3247052"/>
            <a:ext cx="2981225" cy="36389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 name="Espaço Reservado para Conteúdo 2">
            <a:extLst>
              <a:ext uri="{FF2B5EF4-FFF2-40B4-BE49-F238E27FC236}">
                <a16:creationId xmlns:a16="http://schemas.microsoft.com/office/drawing/2014/main" id="{5CEBC650-C573-F25A-B6E8-50FDA877CF84}"/>
              </a:ext>
            </a:extLst>
          </p:cNvPr>
          <p:cNvSpPr txBox="1">
            <a:spLocks/>
          </p:cNvSpPr>
          <p:nvPr/>
        </p:nvSpPr>
        <p:spPr>
          <a:xfrm>
            <a:off x="8529684" y="781364"/>
            <a:ext cx="3537697" cy="73856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1800" dirty="0">
                <a:latin typeface="CourierNew"/>
              </a:rPr>
              <a:t>Crie a classe </a:t>
            </a:r>
            <a:r>
              <a:rPr lang="pt-BR" sz="1800" dirty="0" err="1">
                <a:latin typeface="CourierNew"/>
              </a:rPr>
              <a:t>MensagemUsuario</a:t>
            </a:r>
            <a:r>
              <a:rPr lang="pt-BR" sz="1800" dirty="0">
                <a:latin typeface="CourierNew"/>
              </a:rPr>
              <a:t>.</a:t>
            </a:r>
          </a:p>
        </p:txBody>
      </p:sp>
      <p:sp>
        <p:nvSpPr>
          <p:cNvPr id="8" name="Retângulo 7">
            <a:extLst>
              <a:ext uri="{FF2B5EF4-FFF2-40B4-BE49-F238E27FC236}">
                <a16:creationId xmlns:a16="http://schemas.microsoft.com/office/drawing/2014/main" id="{BED7B13A-1962-AEF6-8746-5FF9629CB436}"/>
              </a:ext>
            </a:extLst>
          </p:cNvPr>
          <p:cNvSpPr/>
          <p:nvPr/>
        </p:nvSpPr>
        <p:spPr>
          <a:xfrm>
            <a:off x="7504922" y="6076636"/>
            <a:ext cx="1097902" cy="68419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7" name="Imagem 6">
            <a:extLst>
              <a:ext uri="{FF2B5EF4-FFF2-40B4-BE49-F238E27FC236}">
                <a16:creationId xmlns:a16="http://schemas.microsoft.com/office/drawing/2014/main" id="{BC46ECC5-752B-30B3-A449-1E6CFC747728}"/>
              </a:ext>
            </a:extLst>
          </p:cNvPr>
          <p:cNvPicPr>
            <a:picLocks noChangeAspect="1"/>
          </p:cNvPicPr>
          <p:nvPr/>
        </p:nvPicPr>
        <p:blipFill>
          <a:blip r:embed="rId4"/>
          <a:stretch>
            <a:fillRect/>
          </a:stretch>
        </p:blipFill>
        <p:spPr>
          <a:xfrm>
            <a:off x="55826" y="880246"/>
            <a:ext cx="6439430" cy="5097506"/>
          </a:xfrm>
          <a:prstGeom prst="rect">
            <a:avLst/>
          </a:prstGeom>
        </p:spPr>
      </p:pic>
    </p:spTree>
    <p:extLst>
      <p:ext uri="{BB962C8B-B14F-4D97-AF65-F5344CB8AC3E}">
        <p14:creationId xmlns:p14="http://schemas.microsoft.com/office/powerpoint/2010/main" val="33333930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m 5">
            <a:extLst>
              <a:ext uri="{FF2B5EF4-FFF2-40B4-BE49-F238E27FC236}">
                <a16:creationId xmlns:a16="http://schemas.microsoft.com/office/drawing/2014/main" id="{F9F9D653-5F76-DB43-2003-09C05593B8C8}"/>
              </a:ext>
            </a:extLst>
          </p:cNvPr>
          <p:cNvPicPr>
            <a:picLocks noChangeAspect="1"/>
          </p:cNvPicPr>
          <p:nvPr/>
        </p:nvPicPr>
        <p:blipFill>
          <a:blip r:embed="rId2"/>
          <a:stretch>
            <a:fillRect/>
          </a:stretch>
        </p:blipFill>
        <p:spPr>
          <a:xfrm>
            <a:off x="8776608" y="1571003"/>
            <a:ext cx="3158984" cy="2371793"/>
          </a:xfrm>
          <a:prstGeom prst="rect">
            <a:avLst/>
          </a:prstGeom>
        </p:spPr>
      </p:pic>
      <p:sp>
        <p:nvSpPr>
          <p:cNvPr id="4" name="Título 3">
            <a:extLst>
              <a:ext uri="{FF2B5EF4-FFF2-40B4-BE49-F238E27FC236}">
                <a16:creationId xmlns:a16="http://schemas.microsoft.com/office/drawing/2014/main" id="{5EA05B02-D80D-3624-D3E0-6EB75542A97B}"/>
              </a:ext>
            </a:extLst>
          </p:cNvPr>
          <p:cNvSpPr txBox="1">
            <a:spLocks/>
          </p:cNvSpPr>
          <p:nvPr/>
        </p:nvSpPr>
        <p:spPr>
          <a:xfrm>
            <a:off x="923131" y="242746"/>
            <a:ext cx="11144250" cy="379413"/>
          </a:xfrm>
          <a:prstGeom prst="rect">
            <a:avLst/>
          </a:prstGeom>
          <a:solidFill>
            <a:srgbClr val="00000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pt-BR" sz="1935" b="1" dirty="0">
                <a:solidFill>
                  <a:schemeClr val="bg1"/>
                </a:solidFill>
              </a:rPr>
              <a:t>Padrões de Projetos Estrutural – Bridge</a:t>
            </a:r>
          </a:p>
        </p:txBody>
      </p:sp>
      <p:sp>
        <p:nvSpPr>
          <p:cNvPr id="3" name="Espaço Reservado para Conteúdo 2">
            <a:extLst>
              <a:ext uri="{FF2B5EF4-FFF2-40B4-BE49-F238E27FC236}">
                <a16:creationId xmlns:a16="http://schemas.microsoft.com/office/drawing/2014/main" id="{212081E4-07F6-C689-2ACC-B6CADD634983}"/>
              </a:ext>
            </a:extLst>
          </p:cNvPr>
          <p:cNvSpPr>
            <a:spLocks noGrp="1"/>
          </p:cNvSpPr>
          <p:nvPr>
            <p:ph idx="1"/>
          </p:nvPr>
        </p:nvSpPr>
        <p:spPr>
          <a:xfrm>
            <a:off x="0" y="242746"/>
            <a:ext cx="4488023" cy="379413"/>
          </a:xfrm>
        </p:spPr>
        <p:txBody>
          <a:bodyPr>
            <a:normAutofit fontScale="85000" lnSpcReduction="20000"/>
          </a:bodyPr>
          <a:lstStyle/>
          <a:p>
            <a:pPr marL="0" indent="0">
              <a:buNone/>
            </a:pPr>
            <a:r>
              <a:rPr lang="pt-BR" b="1" dirty="0">
                <a:solidFill>
                  <a:schemeClr val="bg1"/>
                </a:solidFill>
              </a:rPr>
              <a:t>	C#</a:t>
            </a:r>
          </a:p>
        </p:txBody>
      </p:sp>
      <p:sp>
        <p:nvSpPr>
          <p:cNvPr id="9" name="Retângulo 8">
            <a:extLst>
              <a:ext uri="{FF2B5EF4-FFF2-40B4-BE49-F238E27FC236}">
                <a16:creationId xmlns:a16="http://schemas.microsoft.com/office/drawing/2014/main" id="{A3F311DC-E0AB-0EB4-FBF4-F2C0617B710A}"/>
              </a:ext>
            </a:extLst>
          </p:cNvPr>
          <p:cNvSpPr/>
          <p:nvPr/>
        </p:nvSpPr>
        <p:spPr>
          <a:xfrm>
            <a:off x="8865487" y="3564294"/>
            <a:ext cx="2981225" cy="29857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 name="Espaço Reservado para Conteúdo 2">
            <a:extLst>
              <a:ext uri="{FF2B5EF4-FFF2-40B4-BE49-F238E27FC236}">
                <a16:creationId xmlns:a16="http://schemas.microsoft.com/office/drawing/2014/main" id="{5CEBC650-C573-F25A-B6E8-50FDA877CF84}"/>
              </a:ext>
            </a:extLst>
          </p:cNvPr>
          <p:cNvSpPr txBox="1">
            <a:spLocks/>
          </p:cNvSpPr>
          <p:nvPr/>
        </p:nvSpPr>
        <p:spPr>
          <a:xfrm>
            <a:off x="8529684" y="781364"/>
            <a:ext cx="3537697" cy="73856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1800" dirty="0">
                <a:latin typeface="CourierNew"/>
              </a:rPr>
              <a:t>Classe </a:t>
            </a:r>
            <a:r>
              <a:rPr lang="pt-BR" sz="1800" dirty="0" err="1">
                <a:latin typeface="CourierNew"/>
              </a:rPr>
              <a:t>Program</a:t>
            </a:r>
            <a:r>
              <a:rPr lang="pt-BR" sz="1800" dirty="0">
                <a:latin typeface="CourierNew"/>
              </a:rPr>
              <a:t> para testarmos o modelo.</a:t>
            </a:r>
          </a:p>
        </p:txBody>
      </p:sp>
      <p:pic>
        <p:nvPicPr>
          <p:cNvPr id="12" name="Imagem 11">
            <a:extLst>
              <a:ext uri="{FF2B5EF4-FFF2-40B4-BE49-F238E27FC236}">
                <a16:creationId xmlns:a16="http://schemas.microsoft.com/office/drawing/2014/main" id="{EE9AF8AE-1951-ADAA-0646-3511C76803A4}"/>
              </a:ext>
            </a:extLst>
          </p:cNvPr>
          <p:cNvPicPr>
            <a:picLocks noChangeAspect="1"/>
          </p:cNvPicPr>
          <p:nvPr/>
        </p:nvPicPr>
        <p:blipFill>
          <a:blip r:embed="rId3"/>
          <a:stretch>
            <a:fillRect/>
          </a:stretch>
        </p:blipFill>
        <p:spPr>
          <a:xfrm>
            <a:off x="6513950" y="4070939"/>
            <a:ext cx="5601272" cy="1579040"/>
          </a:xfrm>
          <a:prstGeom prst="rect">
            <a:avLst/>
          </a:prstGeom>
        </p:spPr>
      </p:pic>
      <p:pic>
        <p:nvPicPr>
          <p:cNvPr id="14" name="Imagem 13">
            <a:extLst>
              <a:ext uri="{FF2B5EF4-FFF2-40B4-BE49-F238E27FC236}">
                <a16:creationId xmlns:a16="http://schemas.microsoft.com/office/drawing/2014/main" id="{E7DBCAE2-21E8-218E-DB11-3A8AF615D024}"/>
              </a:ext>
            </a:extLst>
          </p:cNvPr>
          <p:cNvPicPr>
            <a:picLocks noChangeAspect="1"/>
          </p:cNvPicPr>
          <p:nvPr/>
        </p:nvPicPr>
        <p:blipFill>
          <a:blip r:embed="rId4"/>
          <a:stretch>
            <a:fillRect/>
          </a:stretch>
        </p:blipFill>
        <p:spPr>
          <a:xfrm>
            <a:off x="124619" y="781363"/>
            <a:ext cx="6300451" cy="5854215"/>
          </a:xfrm>
          <a:prstGeom prst="rect">
            <a:avLst/>
          </a:prstGeom>
        </p:spPr>
      </p:pic>
    </p:spTree>
    <p:extLst>
      <p:ext uri="{BB962C8B-B14F-4D97-AF65-F5344CB8AC3E}">
        <p14:creationId xmlns:p14="http://schemas.microsoft.com/office/powerpoint/2010/main" val="3132608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8" name="Rectangle 207">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m 4" descr="Diagrama, Desenho técnico&#10;&#10;Descrição gerada automaticamente">
            <a:extLst>
              <a:ext uri="{FF2B5EF4-FFF2-40B4-BE49-F238E27FC236}">
                <a16:creationId xmlns:a16="http://schemas.microsoft.com/office/drawing/2014/main" id="{329A845D-3092-509F-56C0-200AA530E0A2}"/>
              </a:ext>
            </a:extLst>
          </p:cNvPr>
          <p:cNvPicPr>
            <a:picLocks noChangeAspect="1"/>
          </p:cNvPicPr>
          <p:nvPr/>
        </p:nvPicPr>
        <p:blipFill>
          <a:blip r:embed="rId2">
            <a:extLst>
              <a:ext uri="{28A0092B-C50C-407E-A947-70E740481C1C}">
                <a14:useLocalDpi xmlns:a14="http://schemas.microsoft.com/office/drawing/2010/main" val="0"/>
              </a:ext>
            </a:extLst>
          </a:blip>
          <a:srcRect t="3107" r="909" b="18499"/>
          <a:stretch/>
        </p:blipFill>
        <p:spPr>
          <a:xfrm>
            <a:off x="3523488" y="10"/>
            <a:ext cx="8668512" cy="6857990"/>
          </a:xfrm>
          <a:prstGeom prst="rect">
            <a:avLst/>
          </a:prstGeom>
        </p:spPr>
      </p:pic>
      <p:sp>
        <p:nvSpPr>
          <p:cNvPr id="210" name="Rectangle 209">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2E243026-E16F-9CDD-AE56-CF691B008A41}"/>
              </a:ext>
            </a:extLst>
          </p:cNvPr>
          <p:cNvSpPr>
            <a:spLocks noGrp="1"/>
          </p:cNvSpPr>
          <p:nvPr>
            <p:ph type="ctrTitle"/>
          </p:nvPr>
        </p:nvSpPr>
        <p:spPr>
          <a:xfrm>
            <a:off x="477981" y="1122363"/>
            <a:ext cx="4023360" cy="3204134"/>
          </a:xfrm>
        </p:spPr>
        <p:txBody>
          <a:bodyPr anchor="b">
            <a:normAutofit/>
          </a:bodyPr>
          <a:lstStyle/>
          <a:p>
            <a:pPr algn="l"/>
            <a:r>
              <a:rPr lang="en-US" sz="4800" b="1" dirty="0">
                <a:effectLst>
                  <a:outerShdw blurRad="38100" dist="38100" dir="2700000" algn="tl">
                    <a:srgbClr val="000000">
                      <a:alpha val="43137"/>
                    </a:srgbClr>
                  </a:outerShdw>
                </a:effectLst>
              </a:rPr>
              <a:t>Bridge</a:t>
            </a:r>
            <a:br>
              <a:rPr lang="en-US" sz="4800" b="1" dirty="0">
                <a:effectLst>
                  <a:outerShdw blurRad="38100" dist="38100" dir="2700000" algn="tl">
                    <a:srgbClr val="000000">
                      <a:alpha val="43137"/>
                    </a:srgbClr>
                  </a:outerShdw>
                </a:effectLst>
              </a:rPr>
            </a:br>
            <a:r>
              <a:rPr lang="en-US" sz="4800" b="1" dirty="0" err="1">
                <a:effectLst>
                  <a:outerShdw blurRad="38100" dist="38100" dir="2700000" algn="tl">
                    <a:srgbClr val="000000">
                      <a:alpha val="43137"/>
                    </a:srgbClr>
                  </a:outerShdw>
                </a:effectLst>
              </a:rPr>
              <a:t>Implementação</a:t>
            </a:r>
            <a:r>
              <a:rPr lang="en-US" sz="4800" b="1" dirty="0">
                <a:effectLst>
                  <a:outerShdw blurRad="38100" dist="38100" dir="2700000" algn="tl">
                    <a:srgbClr val="000000">
                      <a:alpha val="43137"/>
                    </a:srgbClr>
                  </a:outerShdw>
                </a:effectLst>
              </a:rPr>
              <a:t> </a:t>
            </a:r>
            <a:r>
              <a:rPr lang="en-US" sz="4800" b="1" dirty="0" err="1">
                <a:effectLst>
                  <a:outerShdw blurRad="38100" dist="38100" dir="2700000" algn="tl">
                    <a:srgbClr val="000000">
                      <a:alpha val="43137"/>
                    </a:srgbClr>
                  </a:outerShdw>
                </a:effectLst>
              </a:rPr>
              <a:t>em</a:t>
            </a:r>
            <a:r>
              <a:rPr lang="en-US" sz="4800" b="1" dirty="0">
                <a:effectLst>
                  <a:outerShdw blurRad="38100" dist="38100" dir="2700000" algn="tl">
                    <a:srgbClr val="000000">
                      <a:alpha val="43137"/>
                    </a:srgbClr>
                  </a:outerShdw>
                </a:effectLst>
              </a:rPr>
              <a:t> Java</a:t>
            </a:r>
          </a:p>
        </p:txBody>
      </p:sp>
      <p:sp>
        <p:nvSpPr>
          <p:cNvPr id="3" name="Subtítulo 2">
            <a:extLst>
              <a:ext uri="{FF2B5EF4-FFF2-40B4-BE49-F238E27FC236}">
                <a16:creationId xmlns:a16="http://schemas.microsoft.com/office/drawing/2014/main" id="{A782A01C-CDB4-BEF0-9F78-DD3F68C87023}"/>
              </a:ext>
            </a:extLst>
          </p:cNvPr>
          <p:cNvSpPr>
            <a:spLocks noGrp="1"/>
          </p:cNvSpPr>
          <p:nvPr>
            <p:ph type="subTitle" idx="1"/>
          </p:nvPr>
        </p:nvSpPr>
        <p:spPr>
          <a:xfrm>
            <a:off x="477980" y="4872922"/>
            <a:ext cx="4023359" cy="1208141"/>
          </a:xfrm>
        </p:spPr>
        <p:txBody>
          <a:bodyPr>
            <a:normAutofit/>
          </a:bodyPr>
          <a:lstStyle/>
          <a:p>
            <a:pPr algn="l"/>
            <a:r>
              <a:rPr lang="pt-BR" sz="2000"/>
              <a:t>Padrões de Projeto Estrutural II</a:t>
            </a:r>
          </a:p>
          <a:p>
            <a:pPr algn="l"/>
            <a:endParaRPr lang="pt-BR" sz="2000"/>
          </a:p>
          <a:p>
            <a:pPr algn="l"/>
            <a:r>
              <a:rPr lang="pt-BR" sz="2000"/>
              <a:t>Prof. Me Jefferson Passerini</a:t>
            </a:r>
          </a:p>
        </p:txBody>
      </p:sp>
      <p:sp>
        <p:nvSpPr>
          <p:cNvPr id="212" name="Rectangle 211">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14" name="Rectangle 213">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21456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4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2000"/>
                                  </p:stCondLst>
                                  <p:iterate type="lt">
                                    <p:tmPct val="10000"/>
                                  </p:iterate>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400"/>
                                        <p:tgtEl>
                                          <p:spTgt spid="3">
                                            <p:txEl>
                                              <p:pRg st="2" end="2"/>
                                            </p:txEl>
                                          </p:spTgt>
                                        </p:tgtEl>
                                      </p:cBhvr>
                                    </p:animEffect>
                                  </p:childTnLst>
                                </p:cTn>
                              </p:par>
                              <p:par>
                                <p:cTn id="13" presetID="10" presetClass="entr" presetSubtype="0" fill="hold" grpId="0" nodeType="withEffect">
                                  <p:stCondLst>
                                    <p:cond delay="1000"/>
                                  </p:stCondLst>
                                  <p:iterate type="lt">
                                    <p:tmPct val="10000"/>
                                  </p:iterate>
                                  <p:childTnLst>
                                    <p:set>
                                      <p:cBhvr>
                                        <p:cTn id="14" dur="1" fill="hold">
                                          <p:stCondLst>
                                            <p:cond delay="0"/>
                                          </p:stCondLst>
                                        </p:cTn>
                                        <p:tgtEl>
                                          <p:spTgt spid="2"/>
                                        </p:tgtEl>
                                        <p:attrNameLst>
                                          <p:attrName>style.visibility</p:attrName>
                                        </p:attrNameLst>
                                      </p:cBhvr>
                                      <p:to>
                                        <p:strVal val="visible"/>
                                      </p:to>
                                    </p:set>
                                    <p:animEffect transition="in" filter="fade">
                                      <p:cBhvr>
                                        <p:cTn id="15"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8" name="Rectangle 207">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m 4" descr="Diagrama, Desenho técnico&#10;&#10;Descrição gerada automaticamente">
            <a:extLst>
              <a:ext uri="{FF2B5EF4-FFF2-40B4-BE49-F238E27FC236}">
                <a16:creationId xmlns:a16="http://schemas.microsoft.com/office/drawing/2014/main" id="{329A845D-3092-509F-56C0-200AA530E0A2}"/>
              </a:ext>
            </a:extLst>
          </p:cNvPr>
          <p:cNvPicPr>
            <a:picLocks noChangeAspect="1"/>
          </p:cNvPicPr>
          <p:nvPr/>
        </p:nvPicPr>
        <p:blipFill>
          <a:blip r:embed="rId2">
            <a:extLst>
              <a:ext uri="{28A0092B-C50C-407E-A947-70E740481C1C}">
                <a14:useLocalDpi xmlns:a14="http://schemas.microsoft.com/office/drawing/2010/main" val="0"/>
              </a:ext>
            </a:extLst>
          </a:blip>
          <a:srcRect t="3107" r="909" b="18499"/>
          <a:stretch/>
        </p:blipFill>
        <p:spPr>
          <a:xfrm>
            <a:off x="3523488" y="10"/>
            <a:ext cx="8668512" cy="6857990"/>
          </a:xfrm>
          <a:prstGeom prst="rect">
            <a:avLst/>
          </a:prstGeom>
        </p:spPr>
      </p:pic>
      <p:sp>
        <p:nvSpPr>
          <p:cNvPr id="210" name="Rectangle 209">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2E243026-E16F-9CDD-AE56-CF691B008A41}"/>
              </a:ext>
            </a:extLst>
          </p:cNvPr>
          <p:cNvSpPr>
            <a:spLocks noGrp="1"/>
          </p:cNvSpPr>
          <p:nvPr>
            <p:ph type="ctrTitle"/>
          </p:nvPr>
        </p:nvSpPr>
        <p:spPr>
          <a:xfrm>
            <a:off x="477981" y="1122363"/>
            <a:ext cx="4023360" cy="3204134"/>
          </a:xfrm>
        </p:spPr>
        <p:txBody>
          <a:bodyPr anchor="b">
            <a:normAutofit/>
          </a:bodyPr>
          <a:lstStyle/>
          <a:p>
            <a:pPr algn="l"/>
            <a:r>
              <a:rPr lang="en-US" sz="4800" b="1" dirty="0">
                <a:effectLst>
                  <a:outerShdw blurRad="38100" dist="38100" dir="2700000" algn="tl">
                    <a:srgbClr val="000000">
                      <a:alpha val="43137"/>
                    </a:srgbClr>
                  </a:outerShdw>
                </a:effectLst>
              </a:rPr>
              <a:t>Bridge</a:t>
            </a:r>
            <a:br>
              <a:rPr lang="en-US" sz="4800" b="1" dirty="0">
                <a:effectLst>
                  <a:outerShdw blurRad="38100" dist="38100" dir="2700000" algn="tl">
                    <a:srgbClr val="000000">
                      <a:alpha val="43137"/>
                    </a:srgbClr>
                  </a:outerShdw>
                </a:effectLst>
              </a:rPr>
            </a:br>
            <a:r>
              <a:rPr lang="en-US" sz="4800" b="1" dirty="0" err="1">
                <a:effectLst>
                  <a:outerShdw blurRad="38100" dist="38100" dir="2700000" algn="tl">
                    <a:srgbClr val="000000">
                      <a:alpha val="43137"/>
                    </a:srgbClr>
                  </a:outerShdw>
                </a:effectLst>
              </a:rPr>
              <a:t>Consequências</a:t>
            </a:r>
            <a:endParaRPr lang="en-US" sz="4800" b="1" dirty="0">
              <a:effectLst>
                <a:outerShdw blurRad="38100" dist="38100" dir="2700000" algn="tl">
                  <a:srgbClr val="000000">
                    <a:alpha val="43137"/>
                  </a:srgbClr>
                </a:outerShdw>
              </a:effectLst>
            </a:endParaRPr>
          </a:p>
        </p:txBody>
      </p:sp>
      <p:sp>
        <p:nvSpPr>
          <p:cNvPr id="3" name="Subtítulo 2">
            <a:extLst>
              <a:ext uri="{FF2B5EF4-FFF2-40B4-BE49-F238E27FC236}">
                <a16:creationId xmlns:a16="http://schemas.microsoft.com/office/drawing/2014/main" id="{A782A01C-CDB4-BEF0-9F78-DD3F68C87023}"/>
              </a:ext>
            </a:extLst>
          </p:cNvPr>
          <p:cNvSpPr>
            <a:spLocks noGrp="1"/>
          </p:cNvSpPr>
          <p:nvPr>
            <p:ph type="subTitle" idx="1"/>
          </p:nvPr>
        </p:nvSpPr>
        <p:spPr>
          <a:xfrm>
            <a:off x="477980" y="4872922"/>
            <a:ext cx="4023359" cy="1208141"/>
          </a:xfrm>
        </p:spPr>
        <p:txBody>
          <a:bodyPr>
            <a:normAutofit/>
          </a:bodyPr>
          <a:lstStyle/>
          <a:p>
            <a:pPr algn="l"/>
            <a:r>
              <a:rPr lang="pt-BR" sz="2000" dirty="0"/>
              <a:t>Padrões de Projeto Estrutural II</a:t>
            </a:r>
          </a:p>
          <a:p>
            <a:pPr algn="l"/>
            <a:endParaRPr lang="pt-BR" sz="2000" dirty="0"/>
          </a:p>
          <a:p>
            <a:pPr algn="l"/>
            <a:r>
              <a:rPr lang="pt-BR" sz="2000" dirty="0"/>
              <a:t>Prof. Me Jefferson Passerini</a:t>
            </a:r>
          </a:p>
        </p:txBody>
      </p:sp>
      <p:sp>
        <p:nvSpPr>
          <p:cNvPr id="212" name="Rectangle 211">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14" name="Rectangle 213">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00197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4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2000"/>
                                  </p:stCondLst>
                                  <p:iterate type="lt">
                                    <p:tmPct val="10000"/>
                                  </p:iterate>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400"/>
                                        <p:tgtEl>
                                          <p:spTgt spid="3">
                                            <p:txEl>
                                              <p:pRg st="2" end="2"/>
                                            </p:txEl>
                                          </p:spTgt>
                                        </p:tgtEl>
                                      </p:cBhvr>
                                    </p:animEffect>
                                  </p:childTnLst>
                                </p:cTn>
                              </p:par>
                              <p:par>
                                <p:cTn id="13" presetID="10" presetClass="entr" presetSubtype="0" fill="hold" grpId="0" nodeType="withEffect">
                                  <p:stCondLst>
                                    <p:cond delay="1000"/>
                                  </p:stCondLst>
                                  <p:iterate type="lt">
                                    <p:tmPct val="10000"/>
                                  </p:iterate>
                                  <p:childTnLst>
                                    <p:set>
                                      <p:cBhvr>
                                        <p:cTn id="14" dur="1" fill="hold">
                                          <p:stCondLst>
                                            <p:cond delay="0"/>
                                          </p:stCondLst>
                                        </p:cTn>
                                        <p:tgtEl>
                                          <p:spTgt spid="2"/>
                                        </p:tgtEl>
                                        <p:attrNameLst>
                                          <p:attrName>style.visibility</p:attrName>
                                        </p:attrNameLst>
                                      </p:cBhvr>
                                      <p:to>
                                        <p:strVal val="visible"/>
                                      </p:to>
                                    </p:set>
                                    <p:animEffect transition="in" filter="fade">
                                      <p:cBhvr>
                                        <p:cTn id="15"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5EA05B02-D80D-3624-D3E0-6EB75542A97B}"/>
              </a:ext>
            </a:extLst>
          </p:cNvPr>
          <p:cNvSpPr txBox="1">
            <a:spLocks/>
          </p:cNvSpPr>
          <p:nvPr/>
        </p:nvSpPr>
        <p:spPr>
          <a:xfrm>
            <a:off x="923131" y="242746"/>
            <a:ext cx="11144250" cy="379413"/>
          </a:xfrm>
          <a:prstGeom prst="rect">
            <a:avLst/>
          </a:prstGeom>
          <a:solidFill>
            <a:srgbClr val="00000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pt-BR" sz="1935" b="1" dirty="0">
                <a:solidFill>
                  <a:schemeClr val="bg1"/>
                </a:solidFill>
              </a:rPr>
              <a:t>Padrões de Projetos Estrutural – Bridge</a:t>
            </a:r>
          </a:p>
        </p:txBody>
      </p:sp>
      <p:sp>
        <p:nvSpPr>
          <p:cNvPr id="3" name="Espaço Reservado para Conteúdo 2">
            <a:extLst>
              <a:ext uri="{FF2B5EF4-FFF2-40B4-BE49-F238E27FC236}">
                <a16:creationId xmlns:a16="http://schemas.microsoft.com/office/drawing/2014/main" id="{212081E4-07F6-C689-2ACC-B6CADD634983}"/>
              </a:ext>
            </a:extLst>
          </p:cNvPr>
          <p:cNvSpPr>
            <a:spLocks noGrp="1"/>
          </p:cNvSpPr>
          <p:nvPr>
            <p:ph idx="1"/>
          </p:nvPr>
        </p:nvSpPr>
        <p:spPr>
          <a:xfrm>
            <a:off x="838199" y="242746"/>
            <a:ext cx="11229182" cy="6242030"/>
          </a:xfrm>
        </p:spPr>
        <p:txBody>
          <a:bodyPr>
            <a:normAutofit/>
          </a:bodyPr>
          <a:lstStyle/>
          <a:p>
            <a:pPr marL="0" indent="0">
              <a:buNone/>
            </a:pPr>
            <a:r>
              <a:rPr lang="pt-BR" b="1" dirty="0">
                <a:solidFill>
                  <a:schemeClr val="bg1"/>
                </a:solidFill>
              </a:rPr>
              <a:t>Consequências</a:t>
            </a:r>
          </a:p>
          <a:p>
            <a:pPr algn="just"/>
            <a:r>
              <a:rPr lang="pt-BR" sz="2400" b="0" i="0" u="none" strike="noStrike" baseline="0" dirty="0">
                <a:latin typeface="CourierNew"/>
              </a:rPr>
              <a:t>Desacopla a interface da implementação. Uma implementação não fica vinculada permanentemente a uma interface. A implementação de uma abstração pode ser configurada em tempo de execução. É até possível para um objeto alterar sua implementação em tempo de execução.</a:t>
            </a:r>
          </a:p>
          <a:p>
            <a:pPr algn="just"/>
            <a:endParaRPr lang="pt-BR" sz="2400" b="0" i="0" u="none" strike="noStrike" baseline="0" dirty="0">
              <a:latin typeface="CourierNew"/>
            </a:endParaRPr>
          </a:p>
          <a:p>
            <a:pPr algn="just"/>
            <a:r>
              <a:rPr lang="pt-BR" sz="2400" b="0" i="0" u="none" strike="noStrike" baseline="0" dirty="0">
                <a:latin typeface="CourierNew"/>
              </a:rPr>
              <a:t>O desacoplamento de </a:t>
            </a:r>
            <a:r>
              <a:rPr lang="pt-BR" sz="2400" b="0" i="0" u="none" strike="noStrike" baseline="0" dirty="0" err="1">
                <a:latin typeface="Consolas" panose="020B0609020204030204" pitchFamily="49" charset="0"/>
              </a:rPr>
              <a:t>Abstracao</a:t>
            </a:r>
            <a:r>
              <a:rPr lang="pt-BR" sz="2400" b="0" i="0" u="none" strike="noStrike" baseline="0" dirty="0">
                <a:latin typeface="Consolas" panose="020B0609020204030204" pitchFamily="49" charset="0"/>
              </a:rPr>
              <a:t> </a:t>
            </a:r>
            <a:r>
              <a:rPr lang="pt-BR" sz="2400" b="0" i="0" u="none" strike="noStrike" baseline="0" dirty="0">
                <a:latin typeface="CourierNew"/>
              </a:rPr>
              <a:t>e </a:t>
            </a:r>
            <a:r>
              <a:rPr lang="pt-BR" sz="2400" b="0" i="0" u="none" strike="noStrike" baseline="0" dirty="0">
                <a:latin typeface="Consolas" panose="020B0609020204030204" pitchFamily="49" charset="0"/>
              </a:rPr>
              <a:t>Implementador </a:t>
            </a:r>
            <a:r>
              <a:rPr lang="pt-BR" sz="2400" b="0" i="0" u="none" strike="noStrike" baseline="0" dirty="0">
                <a:latin typeface="CourierNew"/>
              </a:rPr>
              <a:t>também elimina dependências de tempo de compilação na implementação. Alterar uma classe de implementação não requer recompilação da classe </a:t>
            </a:r>
            <a:r>
              <a:rPr lang="pt-BR" sz="2400" b="0" i="0" u="none" strike="noStrike" baseline="0" dirty="0" err="1">
                <a:latin typeface="Consolas" panose="020B0609020204030204" pitchFamily="49" charset="0"/>
              </a:rPr>
              <a:t>Abstracao</a:t>
            </a:r>
            <a:r>
              <a:rPr lang="pt-BR" sz="2400" b="0" i="0" u="none" strike="noStrike" baseline="0" dirty="0">
                <a:latin typeface="Consolas" panose="020B0609020204030204" pitchFamily="49" charset="0"/>
              </a:rPr>
              <a:t> </a:t>
            </a:r>
            <a:r>
              <a:rPr lang="pt-BR" sz="2400" b="0" i="0" u="none" strike="noStrike" baseline="0" dirty="0">
                <a:latin typeface="CourierNew"/>
              </a:rPr>
              <a:t>e seus clientes. </a:t>
            </a:r>
          </a:p>
          <a:p>
            <a:pPr algn="just"/>
            <a:endParaRPr lang="pt-BR" sz="2400" dirty="0">
              <a:latin typeface="CourierNew"/>
            </a:endParaRPr>
          </a:p>
          <a:p>
            <a:pPr algn="just"/>
            <a:r>
              <a:rPr lang="pt-BR" sz="2400" b="0" i="0" u="none" strike="noStrike" baseline="0" dirty="0">
                <a:latin typeface="CourierNew"/>
              </a:rPr>
              <a:t>Além disso, tal desacoplamento incentiva o uso de camadas que podem levar a um sistema melhor estruturado. A parte de alto nível de um sistema precisa apenas conhecer </a:t>
            </a:r>
            <a:r>
              <a:rPr lang="pt-BR" sz="2400" b="0" i="0" u="none" strike="noStrike" baseline="0" dirty="0" err="1">
                <a:latin typeface="Consolas" panose="020B0609020204030204" pitchFamily="49" charset="0"/>
              </a:rPr>
              <a:t>Abstracao</a:t>
            </a:r>
            <a:r>
              <a:rPr lang="pt-BR" sz="2400" b="0" i="0" u="none" strike="noStrike" baseline="0" dirty="0">
                <a:latin typeface="Consolas" panose="020B0609020204030204" pitchFamily="49" charset="0"/>
              </a:rPr>
              <a:t> </a:t>
            </a:r>
            <a:r>
              <a:rPr lang="pt-BR" sz="2400" b="0" i="0" u="none" strike="noStrike" baseline="0" dirty="0">
                <a:latin typeface="CourierNew"/>
              </a:rPr>
              <a:t>e </a:t>
            </a:r>
            <a:r>
              <a:rPr lang="pt-BR" sz="2400" b="0" i="0" u="none" strike="noStrike" baseline="0" dirty="0">
                <a:latin typeface="Consolas" panose="020B0609020204030204" pitchFamily="49" charset="0"/>
              </a:rPr>
              <a:t>Implementador</a:t>
            </a:r>
            <a:r>
              <a:rPr lang="pt-BR" sz="2400" b="0" i="0" u="none" strike="noStrike" baseline="0" dirty="0">
                <a:latin typeface="CourierNew"/>
              </a:rPr>
              <a:t>.</a:t>
            </a:r>
            <a:endParaRPr lang="pt-BR" sz="2400" b="1" i="1" dirty="0"/>
          </a:p>
        </p:txBody>
      </p:sp>
    </p:spTree>
    <p:extLst>
      <p:ext uri="{BB962C8B-B14F-4D97-AF65-F5344CB8AC3E}">
        <p14:creationId xmlns:p14="http://schemas.microsoft.com/office/powerpoint/2010/main" val="2499902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5EA05B02-D80D-3624-D3E0-6EB75542A97B}"/>
              </a:ext>
            </a:extLst>
          </p:cNvPr>
          <p:cNvSpPr txBox="1">
            <a:spLocks/>
          </p:cNvSpPr>
          <p:nvPr/>
        </p:nvSpPr>
        <p:spPr>
          <a:xfrm>
            <a:off x="923131" y="242746"/>
            <a:ext cx="11144250" cy="379413"/>
          </a:xfrm>
          <a:prstGeom prst="rect">
            <a:avLst/>
          </a:prstGeom>
          <a:solidFill>
            <a:srgbClr val="00000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pt-BR" sz="1935" b="1" dirty="0">
                <a:solidFill>
                  <a:schemeClr val="bg1"/>
                </a:solidFill>
              </a:rPr>
              <a:t>Padrões de Projetos Estrutural – Bridge</a:t>
            </a:r>
          </a:p>
        </p:txBody>
      </p:sp>
      <p:sp>
        <p:nvSpPr>
          <p:cNvPr id="3" name="Espaço Reservado para Conteúdo 2">
            <a:extLst>
              <a:ext uri="{FF2B5EF4-FFF2-40B4-BE49-F238E27FC236}">
                <a16:creationId xmlns:a16="http://schemas.microsoft.com/office/drawing/2014/main" id="{212081E4-07F6-C689-2ACC-B6CADD634983}"/>
              </a:ext>
            </a:extLst>
          </p:cNvPr>
          <p:cNvSpPr>
            <a:spLocks noGrp="1"/>
          </p:cNvSpPr>
          <p:nvPr>
            <p:ph idx="1"/>
          </p:nvPr>
        </p:nvSpPr>
        <p:spPr>
          <a:xfrm>
            <a:off x="838199" y="242746"/>
            <a:ext cx="11229182" cy="6242030"/>
          </a:xfrm>
        </p:spPr>
        <p:txBody>
          <a:bodyPr>
            <a:normAutofit/>
          </a:bodyPr>
          <a:lstStyle/>
          <a:p>
            <a:pPr marL="0" indent="0">
              <a:buNone/>
            </a:pPr>
            <a:r>
              <a:rPr lang="pt-BR" b="1" dirty="0">
                <a:solidFill>
                  <a:schemeClr val="bg1"/>
                </a:solidFill>
              </a:rPr>
              <a:t>Consequências</a:t>
            </a:r>
          </a:p>
          <a:p>
            <a:pPr algn="just"/>
            <a:r>
              <a:rPr lang="pt-BR" sz="2400" b="0" i="0" u="none" strike="noStrike" baseline="0" dirty="0">
                <a:latin typeface="CourierNew"/>
              </a:rPr>
              <a:t>Extensibilidade aprimorada. É possível estender as hierarquias de </a:t>
            </a:r>
            <a:r>
              <a:rPr lang="pt-BR" sz="2400" b="0" i="0" u="none" strike="noStrike" baseline="0" dirty="0" err="1">
                <a:latin typeface="Consolas" panose="020B0609020204030204" pitchFamily="49" charset="0"/>
              </a:rPr>
              <a:t>Abstracao</a:t>
            </a:r>
            <a:r>
              <a:rPr lang="pt-BR" sz="2400" b="0" i="0" u="none" strike="noStrike" baseline="0" dirty="0">
                <a:latin typeface="Consolas" panose="020B0609020204030204" pitchFamily="49" charset="0"/>
              </a:rPr>
              <a:t> </a:t>
            </a:r>
            <a:r>
              <a:rPr lang="pt-BR" sz="2400" b="0" i="0" u="none" strike="noStrike" baseline="0" dirty="0">
                <a:latin typeface="CourierNew"/>
              </a:rPr>
              <a:t>e </a:t>
            </a:r>
            <a:r>
              <a:rPr lang="pt-BR" sz="2400" b="0" i="0" u="none" strike="noStrike" baseline="0" dirty="0">
                <a:latin typeface="Consolas" panose="020B0609020204030204" pitchFamily="49" charset="0"/>
              </a:rPr>
              <a:t>Implementador </a:t>
            </a:r>
            <a:r>
              <a:rPr lang="pt-BR" sz="2400" b="0" i="0" u="none" strike="noStrike" baseline="0" dirty="0">
                <a:latin typeface="CourierNew"/>
              </a:rPr>
              <a:t>de forma independente.</a:t>
            </a:r>
          </a:p>
          <a:p>
            <a:pPr algn="just"/>
            <a:endParaRPr lang="pt-BR" sz="2400" b="0" i="0" u="none" strike="noStrike" baseline="0" dirty="0">
              <a:latin typeface="CourierNew"/>
            </a:endParaRPr>
          </a:p>
          <a:p>
            <a:pPr algn="just"/>
            <a:r>
              <a:rPr lang="pt-BR" sz="2400" b="0" i="0" u="none" strike="noStrike" baseline="0" dirty="0">
                <a:latin typeface="CourierNew"/>
              </a:rPr>
              <a:t>Ocultação de detalhes de implementação dos clientes. é possível proteger os clientes de detalhes de implementação, tais como o compartilhamento de objetos do </a:t>
            </a:r>
            <a:r>
              <a:rPr lang="pt-BR" sz="2400" b="0" i="0" u="none" strike="noStrike" baseline="0" dirty="0">
                <a:latin typeface="Consolas" panose="020B0609020204030204" pitchFamily="49" charset="0"/>
              </a:rPr>
              <a:t>Implementador</a:t>
            </a:r>
            <a:r>
              <a:rPr lang="pt-BR" sz="2400" b="0" i="0" u="none" strike="noStrike" baseline="0" dirty="0">
                <a:latin typeface="CourierNew"/>
              </a:rPr>
              <a:t>.</a:t>
            </a:r>
            <a:endParaRPr lang="pt-BR" sz="2400" b="1" i="1" dirty="0"/>
          </a:p>
        </p:txBody>
      </p:sp>
    </p:spTree>
    <p:extLst>
      <p:ext uri="{BB962C8B-B14F-4D97-AF65-F5344CB8AC3E}">
        <p14:creationId xmlns:p14="http://schemas.microsoft.com/office/powerpoint/2010/main" val="2410767089"/>
      </p:ext>
    </p:extLst>
  </p:cSld>
  <p:clrMapOvr>
    <a:masterClrMapping/>
  </p:clrMapOvr>
</p:sld>
</file>

<file path=ppt/theme/theme1.xml><?xml version="1.0" encoding="utf-8"?>
<a:theme xmlns:a="http://schemas.openxmlformats.org/drawingml/2006/main" name="Tema do Office 2013 - 2022">
  <a:themeElements>
    <a:clrScheme name="Tema do 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o 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o Offic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24A1F76-290B-4D85-9F22-79B95E89849F}">
  <we:reference id="wa200005566" version="3.0.0.2" store="pt-BR" storeType="OMEX"/>
  <we:alternateReferences>
    <we:reference id="WA200005566" version="3.0.0.2"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2013 - 2022 Theme</Template>
  <TotalTime>3966</TotalTime>
  <Words>1226</Words>
  <Application>Microsoft Office PowerPoint</Application>
  <PresentationFormat>Widescreen</PresentationFormat>
  <Paragraphs>105</Paragraphs>
  <Slides>25</Slides>
  <Notes>0</Notes>
  <HiddenSlides>0</HiddenSlides>
  <MMClips>0</MMClips>
  <ScaleCrop>false</ScaleCrop>
  <HeadingPairs>
    <vt:vector size="6" baseType="variant">
      <vt:variant>
        <vt:lpstr>Fontes usadas</vt:lpstr>
      </vt:variant>
      <vt:variant>
        <vt:i4>8</vt:i4>
      </vt:variant>
      <vt:variant>
        <vt:lpstr>Tema</vt:lpstr>
      </vt:variant>
      <vt:variant>
        <vt:i4>1</vt:i4>
      </vt:variant>
      <vt:variant>
        <vt:lpstr>Títulos de slides</vt:lpstr>
      </vt:variant>
      <vt:variant>
        <vt:i4>25</vt:i4>
      </vt:variant>
    </vt:vector>
  </HeadingPairs>
  <TitlesOfParts>
    <vt:vector size="34" baseType="lpstr">
      <vt:lpstr>Aptos</vt:lpstr>
      <vt:lpstr>Arial</vt:lpstr>
      <vt:lpstr>Calibri</vt:lpstr>
      <vt:lpstr>Calibri Light</vt:lpstr>
      <vt:lpstr>Consolas</vt:lpstr>
      <vt:lpstr>CourierNew</vt:lpstr>
      <vt:lpstr>CourierNew-Bold</vt:lpstr>
      <vt:lpstr>CourierNew-Italic</vt:lpstr>
      <vt:lpstr>Tema do Office 2013 - 2022</vt:lpstr>
      <vt:lpstr>Bridge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Bridge Implementação em C#</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Bridge Implementação em Java</vt:lpstr>
      <vt:lpstr>Bridge Consequências</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Observer</dc:title>
  <dc:creator>Jefferson Passerini</dc:creator>
  <cp:lastModifiedBy>Jefferson Passerini</cp:lastModifiedBy>
  <cp:revision>13</cp:revision>
  <dcterms:created xsi:type="dcterms:W3CDTF">2024-03-09T16:36:41Z</dcterms:created>
  <dcterms:modified xsi:type="dcterms:W3CDTF">2024-08-20T14:56:09Z</dcterms:modified>
</cp:coreProperties>
</file>