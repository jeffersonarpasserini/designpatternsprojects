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3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9" r:id="rId9"/>
    <p:sldId id="300" r:id="rId10"/>
    <p:sldId id="301" r:id="rId11"/>
    <p:sldId id="296" r:id="rId12"/>
    <p:sldId id="303" r:id="rId13"/>
    <p:sldId id="305" r:id="rId14"/>
    <p:sldId id="306" r:id="rId15"/>
    <p:sldId id="307" r:id="rId16"/>
    <p:sldId id="308" r:id="rId17"/>
    <p:sldId id="309" r:id="rId18"/>
    <p:sldId id="311" r:id="rId19"/>
    <p:sldId id="310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298" r:id="rId28"/>
    <p:sldId id="297" r:id="rId29"/>
    <p:sldId id="293" r:id="rId30"/>
    <p:sldId id="294" r:id="rId31"/>
    <p:sldId id="29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73BFF-648F-4201-870A-41E70D3BDDF9}" v="142" dt="2024-09-11T16:20:14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6CE4740C-C01E-423C-B89A-17ABC0EA52B4}"/>
    <pc:docChg chg="undo custSel addSld delSld modSld sldOrd">
      <pc:chgData name="Jefferson Passerini" userId="ec684a97d9b6a829" providerId="LiveId" clId="{6CE4740C-C01E-423C-B89A-17ABC0EA52B4}" dt="2024-08-20T14:56:00.306" v="1544" actId="1076"/>
      <pc:docMkLst>
        <pc:docMk/>
      </pc:docMkLst>
      <pc:sldChg chg="addSp delSp modSp mod modAnim">
        <pc:chgData name="Jefferson Passerini" userId="ec684a97d9b6a829" providerId="LiveId" clId="{6CE4740C-C01E-423C-B89A-17ABC0EA52B4}" dt="2024-08-20T13:44:44.556" v="683" actId="26606"/>
        <pc:sldMkLst>
          <pc:docMk/>
          <pc:sldMk cId="3568309152" sldId="256"/>
        </pc:sldMkLst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199" creationId="{22A397E7-BF60-45B2-84C7-B074B76C37A7}"/>
          </ac:spMkLst>
        </pc:spChg>
        <pc:spChg chg="del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1" creationId="{890DEF05-784E-4B61-89E4-04C4ECF4E5A0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08" creationId="{E91DC736-0EF8-4F87-9146-EBF1D2EE4D3D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0" creationId="{097CD68E-23E3-4007-8847-CD0944C4F7BE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2" creationId="{AF2F604E-43BE-4DC3-B983-E071523364F8}"/>
          </ac:spMkLst>
        </pc:spChg>
        <pc:spChg chg="add">
          <ac:chgData name="Jefferson Passerini" userId="ec684a97d9b6a829" providerId="LiveId" clId="{6CE4740C-C01E-423C-B89A-17ABC0EA52B4}" dt="2024-08-20T13:44:44.556" v="683" actId="26606"/>
          <ac:spMkLst>
            <pc:docMk/>
            <pc:sldMk cId="3568309152" sldId="256"/>
            <ac:spMk id="214" creationId="{08C9B587-E65E-4B52-B37C-ABEBB6E87928}"/>
          </ac:spMkLst>
        </pc:spChg>
        <pc:picChg chg="add mod ord">
          <ac:chgData name="Jefferson Passerini" userId="ec684a97d9b6a829" providerId="LiveId" clId="{6CE4740C-C01E-423C-B89A-17ABC0EA52B4}" dt="2024-08-20T13:44:44.556" v="683" actId="26606"/>
          <ac:picMkLst>
            <pc:docMk/>
            <pc:sldMk cId="3568309152" sldId="256"/>
            <ac:picMk id="5" creationId="{329A845D-3092-509F-56C0-200AA530E0A2}"/>
          </ac:picMkLst>
        </pc:picChg>
        <pc:picChg chg="del">
          <ac:chgData name="Jefferson Passerini" userId="ec684a97d9b6a829" providerId="LiveId" clId="{6CE4740C-C01E-423C-B89A-17ABC0EA52B4}" dt="2024-08-20T13:44:04.984" v="678" actId="478"/>
          <ac:picMkLst>
            <pc:docMk/>
            <pc:sldMk cId="3568309152" sldId="256"/>
            <ac:picMk id="7" creationId="{574A7D5F-7384-8CA7-C16E-B73DE64B5EA0}"/>
          </ac:picMkLst>
        </pc:picChg>
        <pc:cxnChg chg="del">
          <ac:chgData name="Jefferson Passerini" userId="ec684a97d9b6a829" providerId="LiveId" clId="{6CE4740C-C01E-423C-B89A-17ABC0EA52B4}" dt="2024-08-20T13:44:44.556" v="683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6CE4740C-C01E-423C-B89A-17ABC0EA52B4}" dt="2024-08-20T13:16:34.040" v="353" actId="20577"/>
        <pc:sldMkLst>
          <pc:docMk/>
          <pc:sldMk cId="1879529569" sldId="287"/>
        </pc:sldMkLst>
        <pc:spChg chg="mod">
          <ac:chgData name="Jefferson Passerini" userId="ec684a97d9b6a829" providerId="LiveId" clId="{6CE4740C-C01E-423C-B89A-17ABC0EA52B4}" dt="2024-08-20T13:16:34.040" v="35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3:13:42.624" v="79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6CE4740C-C01E-423C-B89A-17ABC0EA52B4}" dt="2024-08-20T13:33:38.730" v="618" actId="255"/>
        <pc:sldMkLst>
          <pc:docMk/>
          <pc:sldMk cId="4110157163" sldId="288"/>
        </pc:sldMkLst>
        <pc:spChg chg="mod">
          <ac:chgData name="Jefferson Passerini" userId="ec684a97d9b6a829" providerId="LiveId" clId="{6CE4740C-C01E-423C-B89A-17ABC0EA52B4}" dt="2024-08-20T13:33:38.730" v="618" actId="255"/>
          <ac:spMkLst>
            <pc:docMk/>
            <pc:sldMk cId="4110157163" sldId="288"/>
            <ac:spMk id="3" creationId="{212081E4-07F6-C689-2ACC-B6CADD634983}"/>
          </ac:spMkLst>
        </pc:spChg>
        <pc:picChg chg="add del mod">
          <ac:chgData name="Jefferson Passerini" userId="ec684a97d9b6a829" providerId="LiveId" clId="{6CE4740C-C01E-423C-B89A-17ABC0EA52B4}" dt="2024-08-20T13:31:19.229" v="584" actId="478"/>
          <ac:picMkLst>
            <pc:docMk/>
            <pc:sldMk cId="4110157163" sldId="288"/>
            <ac:picMk id="5" creationId="{5DDF6A9A-172E-7235-B0E6-156187356DF4}"/>
          </ac:picMkLst>
        </pc:picChg>
      </pc:sldChg>
      <pc:sldChg chg="modSp add mod">
        <pc:chgData name="Jefferson Passerini" userId="ec684a97d9b6a829" providerId="LiveId" clId="{6CE4740C-C01E-423C-B89A-17ABC0EA52B4}" dt="2024-08-20T13:20:44.969" v="430" actId="20577"/>
        <pc:sldMkLst>
          <pc:docMk/>
          <pc:sldMk cId="1164232335" sldId="289"/>
        </pc:sldMkLst>
        <pc:spChg chg="mod">
          <ac:chgData name="Jefferson Passerini" userId="ec684a97d9b6a829" providerId="LiveId" clId="{6CE4740C-C01E-423C-B89A-17ABC0EA52B4}" dt="2024-08-20T13:20:44.969" v="430" actId="20577"/>
          <ac:spMkLst>
            <pc:docMk/>
            <pc:sldMk cId="1164232335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55.869" v="97" actId="47"/>
        <pc:sldMkLst>
          <pc:docMk/>
          <pc:sldMk cId="3838484681" sldId="289"/>
        </pc:sldMkLst>
      </pc:sldChg>
      <pc:sldChg chg="del">
        <pc:chgData name="Jefferson Passerini" userId="ec684a97d9b6a829" providerId="LiveId" clId="{6CE4740C-C01E-423C-B89A-17ABC0EA52B4}" dt="2024-08-20T13:14:55.063" v="96" actId="47"/>
        <pc:sldMkLst>
          <pc:docMk/>
          <pc:sldMk cId="522826668" sldId="290"/>
        </pc:sldMkLst>
      </pc:sldChg>
      <pc:sldChg chg="addSp delSp modSp add mod">
        <pc:chgData name="Jefferson Passerini" userId="ec684a97d9b6a829" providerId="LiveId" clId="{6CE4740C-C01E-423C-B89A-17ABC0EA52B4}" dt="2024-08-20T13:24:42.302" v="483" actId="113"/>
        <pc:sldMkLst>
          <pc:docMk/>
          <pc:sldMk cId="1898369336" sldId="290"/>
        </pc:sldMkLst>
        <pc:spChg chg="mod">
          <ac:chgData name="Jefferson Passerini" userId="ec684a97d9b6a829" providerId="LiveId" clId="{6CE4740C-C01E-423C-B89A-17ABC0EA52B4}" dt="2024-08-20T13:24:42.302" v="483" actId="113"/>
          <ac:spMkLst>
            <pc:docMk/>
            <pc:sldMk cId="1898369336" sldId="290"/>
            <ac:spMk id="3" creationId="{212081E4-07F6-C689-2ACC-B6CADD634983}"/>
          </ac:spMkLst>
        </pc:spChg>
        <pc:spChg chg="mod ord">
          <ac:chgData name="Jefferson Passerini" userId="ec684a97d9b6a829" providerId="LiveId" clId="{6CE4740C-C01E-423C-B89A-17ABC0EA52B4}" dt="2024-08-20T13:24:17.912" v="479" actId="167"/>
          <ac:spMkLst>
            <pc:docMk/>
            <pc:sldMk cId="1898369336" sldId="290"/>
            <ac:spMk id="4" creationId="{5EA05B02-D80D-3624-D3E0-6EB75542A97B}"/>
          </ac:spMkLst>
        </pc:spChg>
        <pc:picChg chg="del">
          <ac:chgData name="Jefferson Passerini" userId="ec684a97d9b6a829" providerId="LiveId" clId="{6CE4740C-C01E-423C-B89A-17ABC0EA52B4}" dt="2024-08-20T13:21:46.042" v="439" actId="478"/>
          <ac:picMkLst>
            <pc:docMk/>
            <pc:sldMk cId="1898369336" sldId="290"/>
            <ac:picMk id="5" creationId="{5DDF6A9A-172E-7235-B0E6-156187356DF4}"/>
          </ac:picMkLst>
        </pc:picChg>
        <pc:picChg chg="add mod ord">
          <ac:chgData name="Jefferson Passerini" userId="ec684a97d9b6a829" providerId="LiveId" clId="{6CE4740C-C01E-423C-B89A-17ABC0EA52B4}" dt="2024-08-20T13:22:48.732" v="457" actId="1076"/>
          <ac:picMkLst>
            <pc:docMk/>
            <pc:sldMk cId="1898369336" sldId="290"/>
            <ac:picMk id="6" creationId="{DC6C2E49-F58D-C979-3030-88B36F463122}"/>
          </ac:picMkLst>
        </pc:picChg>
      </pc:sldChg>
      <pc:sldChg chg="del">
        <pc:chgData name="Jefferson Passerini" userId="ec684a97d9b6a829" providerId="LiveId" clId="{6CE4740C-C01E-423C-B89A-17ABC0EA52B4}" dt="2024-08-20T13:14:52.999" v="95" actId="47"/>
        <pc:sldMkLst>
          <pc:docMk/>
          <pc:sldMk cId="1323548143" sldId="291"/>
        </pc:sldMkLst>
      </pc:sldChg>
      <pc:sldChg chg="delSp modSp add mod">
        <pc:chgData name="Jefferson Passerini" userId="ec684a97d9b6a829" providerId="LiveId" clId="{6CE4740C-C01E-423C-B89A-17ABC0EA52B4}" dt="2024-08-20T13:26:47.661" v="518" actId="313"/>
        <pc:sldMkLst>
          <pc:docMk/>
          <pc:sldMk cId="2638506918" sldId="291"/>
        </pc:sldMkLst>
        <pc:spChg chg="mod">
          <ac:chgData name="Jefferson Passerini" userId="ec684a97d9b6a829" providerId="LiveId" clId="{6CE4740C-C01E-423C-B89A-17ABC0EA52B4}" dt="2024-08-20T13:26:47.661" v="518" actId="313"/>
          <ac:spMkLst>
            <pc:docMk/>
            <pc:sldMk cId="2638506918" sldId="291"/>
            <ac:spMk id="3" creationId="{212081E4-07F6-C689-2ACC-B6CADD634983}"/>
          </ac:spMkLst>
        </pc:spChg>
        <pc:picChg chg="del">
          <ac:chgData name="Jefferson Passerini" userId="ec684a97d9b6a829" providerId="LiveId" clId="{6CE4740C-C01E-423C-B89A-17ABC0EA52B4}" dt="2024-08-20T13:25:03.340" v="485" actId="478"/>
          <ac:picMkLst>
            <pc:docMk/>
            <pc:sldMk cId="2638506918" sldId="291"/>
            <ac:picMk id="6" creationId="{DC6C2E49-F58D-C979-3030-88B36F463122}"/>
          </ac:picMkLst>
        </pc:picChg>
      </pc:sldChg>
      <pc:sldChg chg="addSp modSp add mod">
        <pc:chgData name="Jefferson Passerini" userId="ec684a97d9b6a829" providerId="LiveId" clId="{6CE4740C-C01E-423C-B89A-17ABC0EA52B4}" dt="2024-08-20T13:27:29.877" v="525" actId="1076"/>
        <pc:sldMkLst>
          <pc:docMk/>
          <pc:sldMk cId="1838801267" sldId="292"/>
        </pc:sldMkLst>
        <pc:spChg chg="mod">
          <ac:chgData name="Jefferson Passerini" userId="ec684a97d9b6a829" providerId="LiveId" clId="{6CE4740C-C01E-423C-B89A-17ABC0EA52B4}" dt="2024-08-20T13:27:00.895" v="521" actId="14100"/>
          <ac:spMkLst>
            <pc:docMk/>
            <pc:sldMk cId="1838801267" sldId="292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27:29.877" v="525" actId="1076"/>
          <ac:picMkLst>
            <pc:docMk/>
            <pc:sldMk cId="1838801267" sldId="292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2.119" v="94" actId="47"/>
        <pc:sldMkLst>
          <pc:docMk/>
          <pc:sldMk cId="1998634926" sldId="292"/>
        </pc:sldMkLst>
      </pc:sldChg>
      <pc:sldChg chg="modSp add mod">
        <pc:chgData name="Jefferson Passerini" userId="ec684a97d9b6a829" providerId="LiveId" clId="{6CE4740C-C01E-423C-B89A-17ABC0EA52B4}" dt="2024-08-20T13:30:28.390" v="568" actId="1076"/>
        <pc:sldMkLst>
          <pc:docMk/>
          <pc:sldMk cId="2496172313" sldId="293"/>
        </pc:sldMkLst>
        <pc:spChg chg="mod">
          <ac:chgData name="Jefferson Passerini" userId="ec684a97d9b6a829" providerId="LiveId" clId="{6CE4740C-C01E-423C-B89A-17ABC0EA52B4}" dt="2024-08-20T13:30:24.466" v="567" actId="20577"/>
          <ac:spMkLst>
            <pc:docMk/>
            <pc:sldMk cId="2496172313" sldId="29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0:28.390" v="568" actId="1076"/>
          <ac:picMkLst>
            <pc:docMk/>
            <pc:sldMk cId="2496172313" sldId="293"/>
            <ac:picMk id="5" creationId="{509D54EB-0FDA-51FB-516A-52A2A82100EA}"/>
          </ac:picMkLst>
        </pc:picChg>
      </pc:sldChg>
      <pc:sldChg chg="del">
        <pc:chgData name="Jefferson Passerini" userId="ec684a97d9b6a829" providerId="LiveId" clId="{6CE4740C-C01E-423C-B89A-17ABC0EA52B4}" dt="2024-08-20T13:14:51.226" v="93" actId="47"/>
        <pc:sldMkLst>
          <pc:docMk/>
          <pc:sldMk cId="2665549346" sldId="293"/>
        </pc:sldMkLst>
      </pc:sldChg>
      <pc:sldChg chg="del">
        <pc:chgData name="Jefferson Passerini" userId="ec684a97d9b6a829" providerId="LiveId" clId="{6CE4740C-C01E-423C-B89A-17ABC0EA52B4}" dt="2024-08-20T13:14:50.503" v="92" actId="47"/>
        <pc:sldMkLst>
          <pc:docMk/>
          <pc:sldMk cId="1838402090" sldId="294"/>
        </pc:sldMkLst>
      </pc:sldChg>
      <pc:sldChg chg="add">
        <pc:chgData name="Jefferson Passerini" userId="ec684a97d9b6a829" providerId="LiveId" clId="{6CE4740C-C01E-423C-B89A-17ABC0EA52B4}" dt="2024-08-20T13:30:49.124" v="569" actId="2890"/>
        <pc:sldMkLst>
          <pc:docMk/>
          <pc:sldMk cId="4018733981" sldId="294"/>
        </pc:sldMkLst>
      </pc:sldChg>
      <pc:sldChg chg="addSp modSp add mod">
        <pc:chgData name="Jefferson Passerini" userId="ec684a97d9b6a829" providerId="LiveId" clId="{6CE4740C-C01E-423C-B89A-17ABC0EA52B4}" dt="2024-08-20T13:37:06.705" v="659" actId="1076"/>
        <pc:sldMkLst>
          <pc:docMk/>
          <pc:sldMk cId="2064743227" sldId="295"/>
        </pc:sldMkLst>
        <pc:spChg chg="mod">
          <ac:chgData name="Jefferson Passerini" userId="ec684a97d9b6a829" providerId="LiveId" clId="{6CE4740C-C01E-423C-B89A-17ABC0EA52B4}" dt="2024-08-20T13:36:53.571" v="656" actId="20577"/>
          <ac:spMkLst>
            <pc:docMk/>
            <pc:sldMk cId="2064743227" sldId="295"/>
            <ac:spMk id="3" creationId="{212081E4-07F6-C689-2ACC-B6CADD634983}"/>
          </ac:spMkLst>
        </pc:spChg>
        <pc:picChg chg="add mod">
          <ac:chgData name="Jefferson Passerini" userId="ec684a97d9b6a829" providerId="LiveId" clId="{6CE4740C-C01E-423C-B89A-17ABC0EA52B4}" dt="2024-08-20T13:37:06.705" v="659" actId="1076"/>
          <ac:picMkLst>
            <pc:docMk/>
            <pc:sldMk cId="2064743227" sldId="295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9.671" v="91" actId="47"/>
        <pc:sldMkLst>
          <pc:docMk/>
          <pc:sldMk cId="2120685856" sldId="295"/>
        </pc:sldMkLst>
      </pc:sldChg>
      <pc:sldChg chg="modSp add mod">
        <pc:chgData name="Jefferson Passerini" userId="ec684a97d9b6a829" providerId="LiveId" clId="{6CE4740C-C01E-423C-B89A-17ABC0EA52B4}" dt="2024-08-20T13:37:41.026" v="672" actId="1076"/>
        <pc:sldMkLst>
          <pc:docMk/>
          <pc:sldMk cId="1327895311" sldId="296"/>
        </pc:sldMkLst>
        <pc:spChg chg="mod">
          <ac:chgData name="Jefferson Passerini" userId="ec684a97d9b6a829" providerId="LiveId" clId="{6CE4740C-C01E-423C-B89A-17ABC0EA52B4}" dt="2024-08-20T13:37:34.890" v="671" actId="20577"/>
          <ac:spMkLst>
            <pc:docMk/>
            <pc:sldMk cId="1327895311" sldId="296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7:41.026" v="672" actId="1076"/>
          <ac:picMkLst>
            <pc:docMk/>
            <pc:sldMk cId="1327895311" sldId="296"/>
            <ac:picMk id="5" creationId="{01DA638D-00EA-B8AF-543D-E59DF09940BF}"/>
          </ac:picMkLst>
        </pc:picChg>
      </pc:sldChg>
      <pc:sldChg chg="del">
        <pc:chgData name="Jefferson Passerini" userId="ec684a97d9b6a829" providerId="LiveId" clId="{6CE4740C-C01E-423C-B89A-17ABC0EA52B4}" dt="2024-08-20T13:14:48.902" v="90" actId="47"/>
        <pc:sldMkLst>
          <pc:docMk/>
          <pc:sldMk cId="2209514330" sldId="296"/>
        </pc:sldMkLst>
      </pc:sldChg>
      <pc:sldChg chg="del">
        <pc:chgData name="Jefferson Passerini" userId="ec684a97d9b6a829" providerId="LiveId" clId="{6CE4740C-C01E-423C-B89A-17ABC0EA52B4}" dt="2024-08-20T13:14:47.992" v="89" actId="47"/>
        <pc:sldMkLst>
          <pc:docMk/>
          <pc:sldMk cId="1266118256" sldId="297"/>
        </pc:sldMkLst>
      </pc:sldChg>
      <pc:sldChg chg="modSp add mod">
        <pc:chgData name="Jefferson Passerini" userId="ec684a97d9b6a829" providerId="LiveId" clId="{6CE4740C-C01E-423C-B89A-17ABC0EA52B4}" dt="2024-08-20T13:38:06.247" v="677" actId="1076"/>
        <pc:sldMkLst>
          <pc:docMk/>
          <pc:sldMk cId="2392581070" sldId="297"/>
        </pc:sldMkLst>
        <pc:spChg chg="mod">
          <ac:chgData name="Jefferson Passerini" userId="ec684a97d9b6a829" providerId="LiveId" clId="{6CE4740C-C01E-423C-B89A-17ABC0EA52B4}" dt="2024-08-20T13:38:01.175" v="676" actId="20577"/>
          <ac:spMkLst>
            <pc:docMk/>
            <pc:sldMk cId="2392581070" sldId="297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3:38:06.247" v="677" actId="1076"/>
          <ac:picMkLst>
            <pc:docMk/>
            <pc:sldMk cId="2392581070" sldId="297"/>
            <ac:picMk id="5" creationId="{01DA638D-00EA-B8AF-543D-E59DF09940BF}"/>
          </ac:picMkLst>
        </pc:picChg>
      </pc:sldChg>
      <pc:sldChg chg="modSp add ord">
        <pc:chgData name="Jefferson Passerini" userId="ec684a97d9b6a829" providerId="LiveId" clId="{6CE4740C-C01E-423C-B89A-17ABC0EA52B4}" dt="2024-08-20T13:45:09.231" v="706" actId="20577"/>
        <pc:sldMkLst>
          <pc:docMk/>
          <pc:sldMk cId="3157883851" sldId="298"/>
        </pc:sldMkLst>
        <pc:spChg chg="mod">
          <ac:chgData name="Jefferson Passerini" userId="ec684a97d9b6a829" providerId="LiveId" clId="{6CE4740C-C01E-423C-B89A-17ABC0EA52B4}" dt="2024-08-20T13:45:09.231" v="706" actId="20577"/>
          <ac:spMkLst>
            <pc:docMk/>
            <pc:sldMk cId="3157883851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7.176" v="88" actId="47"/>
        <pc:sldMkLst>
          <pc:docMk/>
          <pc:sldMk cId="3160059937" sldId="298"/>
        </pc:sldMkLst>
      </pc:sldChg>
      <pc:sldChg chg="modSp add">
        <pc:chgData name="Jefferson Passerini" userId="ec684a97d9b6a829" providerId="LiveId" clId="{6CE4740C-C01E-423C-B89A-17ABC0EA52B4}" dt="2024-08-20T13:45:16.468" v="713" actId="20577"/>
        <pc:sldMkLst>
          <pc:docMk/>
          <pc:sldMk cId="921456888" sldId="299"/>
        </pc:sldMkLst>
        <pc:spChg chg="mod">
          <ac:chgData name="Jefferson Passerini" userId="ec684a97d9b6a829" providerId="LiveId" clId="{6CE4740C-C01E-423C-B89A-17ABC0EA52B4}" dt="2024-08-20T13:45:16.468" v="713" actId="20577"/>
          <ac:spMkLst>
            <pc:docMk/>
            <pc:sldMk cId="921456888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6.213" v="87" actId="47"/>
        <pc:sldMkLst>
          <pc:docMk/>
          <pc:sldMk cId="2788255460" sldId="299"/>
        </pc:sldMkLst>
      </pc:sldChg>
      <pc:sldChg chg="modSp add">
        <pc:chgData name="Jefferson Passerini" userId="ec684a97d9b6a829" providerId="LiveId" clId="{6CE4740C-C01E-423C-B89A-17ABC0EA52B4}" dt="2024-08-20T13:45:26.844" v="727" actId="20577"/>
        <pc:sldMkLst>
          <pc:docMk/>
          <pc:sldMk cId="1000197930" sldId="300"/>
        </pc:sldMkLst>
        <pc:spChg chg="mod">
          <ac:chgData name="Jefferson Passerini" userId="ec684a97d9b6a829" providerId="LiveId" clId="{6CE4740C-C01E-423C-B89A-17ABC0EA52B4}" dt="2024-08-20T13:45:26.844" v="727" actId="20577"/>
          <ac:spMkLst>
            <pc:docMk/>
            <pc:sldMk cId="1000197930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6CE4740C-C01E-423C-B89A-17ABC0EA52B4}" dt="2024-08-20T13:14:45.214" v="86" actId="47"/>
        <pc:sldMkLst>
          <pc:docMk/>
          <pc:sldMk cId="3027120737" sldId="300"/>
        </pc:sldMkLst>
      </pc:sldChg>
      <pc:sldChg chg="modSp add mod ord">
        <pc:chgData name="Jefferson Passerini" userId="ec684a97d9b6a829" providerId="LiveId" clId="{6CE4740C-C01E-423C-B89A-17ABC0EA52B4}" dt="2024-08-20T13:47:12.464" v="786" actId="20577"/>
        <pc:sldMkLst>
          <pc:docMk/>
          <pc:sldMk cId="249990205" sldId="301"/>
        </pc:sldMkLst>
        <pc:spChg chg="mod">
          <ac:chgData name="Jefferson Passerini" userId="ec684a97d9b6a829" providerId="LiveId" clId="{6CE4740C-C01E-423C-B89A-17ABC0EA52B4}" dt="2024-08-20T13:47:12.464" v="786" actId="20577"/>
          <ac:spMkLst>
            <pc:docMk/>
            <pc:sldMk cId="249990205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4.083" v="85" actId="47"/>
        <pc:sldMkLst>
          <pc:docMk/>
          <pc:sldMk cId="1811027880" sldId="301"/>
        </pc:sldMkLst>
      </pc:sldChg>
      <pc:sldChg chg="modSp add mod">
        <pc:chgData name="Jefferson Passerini" userId="ec684a97d9b6a829" providerId="LiveId" clId="{6CE4740C-C01E-423C-B89A-17ABC0EA52B4}" dt="2024-08-20T13:47:58.808" v="800" actId="255"/>
        <pc:sldMkLst>
          <pc:docMk/>
          <pc:sldMk cId="2410767089" sldId="302"/>
        </pc:sldMkLst>
        <pc:spChg chg="mod">
          <ac:chgData name="Jefferson Passerini" userId="ec684a97d9b6a829" providerId="LiveId" clId="{6CE4740C-C01E-423C-B89A-17ABC0EA52B4}" dt="2024-08-20T13:47:58.808" v="800" actId="255"/>
          <ac:spMkLst>
            <pc:docMk/>
            <pc:sldMk cId="2410767089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6CE4740C-C01E-423C-B89A-17ABC0EA52B4}" dt="2024-08-20T13:14:42.953" v="84" actId="47"/>
        <pc:sldMkLst>
          <pc:docMk/>
          <pc:sldMk cId="3464557575" sldId="302"/>
        </pc:sldMkLst>
      </pc:sldChg>
      <pc:sldChg chg="addSp modSp add mod ord">
        <pc:chgData name="Jefferson Passerini" userId="ec684a97d9b6a829" providerId="LiveId" clId="{6CE4740C-C01E-423C-B89A-17ABC0EA52B4}" dt="2024-08-20T14:11:19.016" v="1000" actId="1076"/>
        <pc:sldMkLst>
          <pc:docMk/>
          <pc:sldMk cId="1234245302" sldId="303"/>
        </pc:sldMkLst>
        <pc:spChg chg="mod">
          <ac:chgData name="Jefferson Passerini" userId="ec684a97d9b6a829" providerId="LiveId" clId="{6CE4740C-C01E-423C-B89A-17ABC0EA52B4}" dt="2024-08-20T14:10:43.535" v="990" actId="20577"/>
          <ac:spMkLst>
            <pc:docMk/>
            <pc:sldMk cId="1234245302" sldId="303"/>
            <ac:spMk id="3" creationId="{212081E4-07F6-C689-2ACC-B6CADD634983}"/>
          </ac:spMkLst>
        </pc:spChg>
        <pc:picChg chg="mod">
          <ac:chgData name="Jefferson Passerini" userId="ec684a97d9b6a829" providerId="LiveId" clId="{6CE4740C-C01E-423C-B89A-17ABC0EA52B4}" dt="2024-08-20T14:11:16.680" v="999" actId="1076"/>
          <ac:picMkLst>
            <pc:docMk/>
            <pc:sldMk cId="1234245302" sldId="303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11:19.016" v="1000" actId="1076"/>
          <ac:picMkLst>
            <pc:docMk/>
            <pc:sldMk cId="1234245302" sldId="303"/>
            <ac:picMk id="6" creationId="{3DB3EEB1-9702-2811-093E-DBAC5C0CA4D6}"/>
          </ac:picMkLst>
        </pc:picChg>
      </pc:sldChg>
      <pc:sldChg chg="del">
        <pc:chgData name="Jefferson Passerini" userId="ec684a97d9b6a829" providerId="LiveId" clId="{6CE4740C-C01E-423C-B89A-17ABC0EA52B4}" dt="2024-08-20T13:14:42.003" v="83" actId="47"/>
        <pc:sldMkLst>
          <pc:docMk/>
          <pc:sldMk cId="1562452729" sldId="303"/>
        </pc:sldMkLst>
      </pc:sldChg>
      <pc:sldChg chg="addSp delSp modSp add mod">
        <pc:chgData name="Jefferson Passerini" userId="ec684a97d9b6a829" providerId="LiveId" clId="{6CE4740C-C01E-423C-B89A-17ABC0EA52B4}" dt="2024-08-20T14:15:10.419" v="1195" actId="14100"/>
        <pc:sldMkLst>
          <pc:docMk/>
          <pc:sldMk cId="537077854" sldId="304"/>
        </pc:sldMkLst>
        <pc:spChg chg="mod">
          <ac:chgData name="Jefferson Passerini" userId="ec684a97d9b6a829" providerId="LiveId" clId="{6CE4740C-C01E-423C-B89A-17ABC0EA52B4}" dt="2024-08-20T14:15:04.987" v="1193" actId="14100"/>
          <ac:spMkLst>
            <pc:docMk/>
            <pc:sldMk cId="537077854" sldId="304"/>
            <ac:spMk id="3" creationId="{212081E4-07F6-C689-2ACC-B6CADD634983}"/>
          </ac:spMkLst>
        </pc:spChg>
        <pc:spChg chg="add mod">
          <ac:chgData name="Jefferson Passerini" userId="ec684a97d9b6a829" providerId="LiveId" clId="{6CE4740C-C01E-423C-B89A-17ABC0EA52B4}" dt="2024-08-20T14:14:18.020" v="1183" actId="14100"/>
          <ac:spMkLst>
            <pc:docMk/>
            <pc:sldMk cId="537077854" sldId="304"/>
            <ac:spMk id="8" creationId="{BED7B13A-1962-AEF6-8746-5FF9629CB436}"/>
          </ac:spMkLst>
        </pc:spChg>
        <pc:spChg chg="add mod">
          <ac:chgData name="Jefferson Passerini" userId="ec684a97d9b6a829" providerId="LiveId" clId="{6CE4740C-C01E-423C-B89A-17ABC0EA52B4}" dt="2024-08-20T14:14:29.947" v="1187" actId="14100"/>
          <ac:spMkLst>
            <pc:docMk/>
            <pc:sldMk cId="537077854" sldId="304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13:49.443" v="1174" actId="1076"/>
          <ac:picMkLst>
            <pc:docMk/>
            <pc:sldMk cId="537077854" sldId="304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13:31.926" v="1171" actId="478"/>
          <ac:picMkLst>
            <pc:docMk/>
            <pc:sldMk cId="537077854" sldId="304"/>
            <ac:picMk id="6" creationId="{3DB3EEB1-9702-2811-093E-DBAC5C0CA4D6}"/>
          </ac:picMkLst>
        </pc:picChg>
        <pc:picChg chg="add mod">
          <ac:chgData name="Jefferson Passerini" userId="ec684a97d9b6a829" providerId="LiveId" clId="{6CE4740C-C01E-423C-B89A-17ABC0EA52B4}" dt="2024-08-20T14:13:55.947" v="1177" actId="1076"/>
          <ac:picMkLst>
            <pc:docMk/>
            <pc:sldMk cId="537077854" sldId="304"/>
            <ac:picMk id="7" creationId="{01441DBA-A28D-ED78-4398-3DB26EC94E76}"/>
          </ac:picMkLst>
        </pc:picChg>
        <pc:picChg chg="add mod">
          <ac:chgData name="Jefferson Passerini" userId="ec684a97d9b6a829" providerId="LiveId" clId="{6CE4740C-C01E-423C-B89A-17ABC0EA52B4}" dt="2024-08-20T14:15:10.419" v="1195" actId="14100"/>
          <ac:picMkLst>
            <pc:docMk/>
            <pc:sldMk cId="537077854" sldId="304"/>
            <ac:picMk id="11" creationId="{D475E1AB-6626-7FC3-3E9F-A6E5D42BFC24}"/>
          </ac:picMkLst>
        </pc:picChg>
      </pc:sldChg>
      <pc:sldChg chg="del">
        <pc:chgData name="Jefferson Passerini" userId="ec684a97d9b6a829" providerId="LiveId" clId="{6CE4740C-C01E-423C-B89A-17ABC0EA52B4}" dt="2024-08-20T13:14:40.929" v="82" actId="47"/>
        <pc:sldMkLst>
          <pc:docMk/>
          <pc:sldMk cId="1294797388" sldId="304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456466504" sldId="305"/>
        </pc:sldMkLst>
      </pc:sldChg>
      <pc:sldChg chg="addSp delSp modSp add mod">
        <pc:chgData name="Jefferson Passerini" userId="ec684a97d9b6a829" providerId="LiveId" clId="{6CE4740C-C01E-423C-B89A-17ABC0EA52B4}" dt="2024-08-20T14:45:58.146" v="1417" actId="166"/>
        <pc:sldMkLst>
          <pc:docMk/>
          <pc:sldMk cId="662031841" sldId="305"/>
        </pc:sldMkLst>
        <pc:spChg chg="mod">
          <ac:chgData name="Jefferson Passerini" userId="ec684a97d9b6a829" providerId="LiveId" clId="{6CE4740C-C01E-423C-B89A-17ABC0EA52B4}" dt="2024-08-20T14:21:24.606" v="1287" actId="20577"/>
          <ac:spMkLst>
            <pc:docMk/>
            <pc:sldMk cId="662031841" sldId="305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45:47.592" v="1414" actId="1076"/>
          <ac:spMkLst>
            <pc:docMk/>
            <pc:sldMk cId="662031841" sldId="305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0:53.631" v="1199" actId="1076"/>
          <ac:spMkLst>
            <pc:docMk/>
            <pc:sldMk cId="662031841" sldId="305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45:45.472" v="1413" actId="14100"/>
          <ac:picMkLst>
            <pc:docMk/>
            <pc:sldMk cId="662031841" sldId="305"/>
            <ac:picMk id="5" creationId="{509D54EB-0FDA-51FB-516A-52A2A82100EA}"/>
          </ac:picMkLst>
        </pc:picChg>
        <pc:picChg chg="add del mod">
          <ac:chgData name="Jefferson Passerini" userId="ec684a97d9b6a829" providerId="LiveId" clId="{6CE4740C-C01E-423C-B89A-17ABC0EA52B4}" dt="2024-08-20T14:22:33.399" v="1299" actId="478"/>
          <ac:picMkLst>
            <pc:docMk/>
            <pc:sldMk cId="662031841" sldId="305"/>
            <ac:picMk id="6" creationId="{D193A654-45FA-9A37-A671-4E00F27BB761}"/>
          </ac:picMkLst>
        </pc:picChg>
        <pc:picChg chg="mod ord">
          <ac:chgData name="Jefferson Passerini" userId="ec684a97d9b6a829" providerId="LiveId" clId="{6CE4740C-C01E-423C-B89A-17ABC0EA52B4}" dt="2024-08-20T14:45:58.146" v="1417" actId="166"/>
          <ac:picMkLst>
            <pc:docMk/>
            <pc:sldMk cId="662031841" sldId="305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0:56.019" v="1200" actId="478"/>
          <ac:picMkLst>
            <pc:docMk/>
            <pc:sldMk cId="662031841" sldId="305"/>
            <ac:picMk id="11" creationId="{D475E1AB-6626-7FC3-3E9F-A6E5D42BFC24}"/>
          </ac:picMkLst>
        </pc:picChg>
        <pc:picChg chg="add del mod">
          <ac:chgData name="Jefferson Passerini" userId="ec684a97d9b6a829" providerId="LiveId" clId="{6CE4740C-C01E-423C-B89A-17ABC0EA52B4}" dt="2024-08-20T14:45:26.510" v="1408" actId="478"/>
          <ac:picMkLst>
            <pc:docMk/>
            <pc:sldMk cId="662031841" sldId="305"/>
            <ac:picMk id="12" creationId="{7F4E9CCB-852F-50E2-1E34-45A26C4735FD}"/>
          </ac:picMkLst>
        </pc:picChg>
        <pc:picChg chg="add mod">
          <ac:chgData name="Jefferson Passerini" userId="ec684a97d9b6a829" providerId="LiveId" clId="{6CE4740C-C01E-423C-B89A-17ABC0EA52B4}" dt="2024-08-20T14:45:55.287" v="1416" actId="14100"/>
          <ac:picMkLst>
            <pc:docMk/>
            <pc:sldMk cId="662031841" sldId="305"/>
            <ac:picMk id="14" creationId="{0AC6635D-1619-8454-7D30-A31DA1F69E09}"/>
          </ac:picMkLst>
        </pc:picChg>
      </pc:sldChg>
      <pc:sldChg chg="addSp delSp modSp add mod">
        <pc:chgData name="Jefferson Passerini" userId="ec684a97d9b6a829" providerId="LiveId" clId="{6CE4740C-C01E-423C-B89A-17ABC0EA52B4}" dt="2024-08-20T14:46:36.031" v="1421" actId="166"/>
        <pc:sldMkLst>
          <pc:docMk/>
          <pc:sldMk cId="917933702" sldId="306"/>
        </pc:sldMkLst>
        <pc:spChg chg="mod">
          <ac:chgData name="Jefferson Passerini" userId="ec684a97d9b6a829" providerId="LiveId" clId="{6CE4740C-C01E-423C-B89A-17ABC0EA52B4}" dt="2024-08-20T14:22:02.064" v="1295" actId="20577"/>
          <ac:spMkLst>
            <pc:docMk/>
            <pc:sldMk cId="917933702" sldId="306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24:08.368" v="1311" actId="1076"/>
          <ac:spMkLst>
            <pc:docMk/>
            <pc:sldMk cId="917933702" sldId="306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22:11.757" v="1297" actId="1076"/>
          <ac:spMkLst>
            <pc:docMk/>
            <pc:sldMk cId="917933702" sldId="306"/>
            <ac:spMk id="9" creationId="{A3F311DC-E0AB-0EB4-FBF4-F2C0617B710A}"/>
          </ac:spMkLst>
        </pc:spChg>
        <pc:picChg chg="mod">
          <ac:chgData name="Jefferson Passerini" userId="ec684a97d9b6a829" providerId="LiveId" clId="{6CE4740C-C01E-423C-B89A-17ABC0EA52B4}" dt="2024-08-20T14:24:04.973" v="1310" actId="1076"/>
          <ac:picMkLst>
            <pc:docMk/>
            <pc:sldMk cId="917933702" sldId="306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22:04.930" v="1296" actId="478"/>
          <ac:picMkLst>
            <pc:docMk/>
            <pc:sldMk cId="917933702" sldId="306"/>
            <ac:picMk id="6" creationId="{D193A654-45FA-9A37-A671-4E00F27BB761}"/>
          </ac:picMkLst>
        </pc:picChg>
        <pc:picChg chg="ord">
          <ac:chgData name="Jefferson Passerini" userId="ec684a97d9b6a829" providerId="LiveId" clId="{6CE4740C-C01E-423C-B89A-17ABC0EA52B4}" dt="2024-08-20T14:46:36.031" v="1421" actId="166"/>
          <ac:picMkLst>
            <pc:docMk/>
            <pc:sldMk cId="917933702" sldId="306"/>
            <ac:picMk id="7" creationId="{01441DBA-A28D-ED78-4398-3DB26EC94E76}"/>
          </ac:picMkLst>
        </pc:picChg>
        <pc:picChg chg="add del mod">
          <ac:chgData name="Jefferson Passerini" userId="ec684a97d9b6a829" providerId="LiveId" clId="{6CE4740C-C01E-423C-B89A-17ABC0EA52B4}" dt="2024-08-20T14:46:05.070" v="1418" actId="478"/>
          <ac:picMkLst>
            <pc:docMk/>
            <pc:sldMk cId="917933702" sldId="306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46:32.391" v="1420" actId="1076"/>
          <ac:picMkLst>
            <pc:docMk/>
            <pc:sldMk cId="917933702" sldId="306"/>
            <ac:picMk id="12" creationId="{19EC366B-1FEC-C193-A82C-C98B4F322D26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57113321" sldId="306"/>
        </pc:sldMkLst>
      </pc:sldChg>
      <pc:sldChg chg="addSp delSp modSp add mod">
        <pc:chgData name="Jefferson Passerini" userId="ec684a97d9b6a829" providerId="LiveId" clId="{6CE4740C-C01E-423C-B89A-17ABC0EA52B4}" dt="2024-08-20T14:34:00.467" v="1401" actId="1076"/>
        <pc:sldMkLst>
          <pc:docMk/>
          <pc:sldMk cId="1866037543" sldId="307"/>
        </pc:sldMkLst>
        <pc:spChg chg="mod">
          <ac:chgData name="Jefferson Passerini" userId="ec684a97d9b6a829" providerId="LiveId" clId="{6CE4740C-C01E-423C-B89A-17ABC0EA52B4}" dt="2024-08-20T14:33:33.960" v="1393" actId="27636"/>
          <ac:spMkLst>
            <pc:docMk/>
            <pc:sldMk cId="1866037543" sldId="307"/>
            <ac:spMk id="3" creationId="{212081E4-07F6-C689-2ACC-B6CADD634983}"/>
          </ac:spMkLst>
        </pc:spChg>
        <pc:spChg chg="mod">
          <ac:chgData name="Jefferson Passerini" userId="ec684a97d9b6a829" providerId="LiveId" clId="{6CE4740C-C01E-423C-B89A-17ABC0EA52B4}" dt="2024-08-20T14:33:51.419" v="1399" actId="1076"/>
          <ac:spMkLst>
            <pc:docMk/>
            <pc:sldMk cId="1866037543" sldId="307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34:00.467" v="1401" actId="1076"/>
          <ac:spMkLst>
            <pc:docMk/>
            <pc:sldMk cId="1866037543" sldId="307"/>
            <ac:spMk id="9" creationId="{A3F311DC-E0AB-0EB4-FBF4-F2C0617B710A}"/>
          </ac:spMkLst>
        </pc:spChg>
        <pc:spChg chg="add mod">
          <ac:chgData name="Jefferson Passerini" userId="ec684a97d9b6a829" providerId="LiveId" clId="{6CE4740C-C01E-423C-B89A-17ABC0EA52B4}" dt="2024-08-20T14:33:25.386" v="1388" actId="1076"/>
          <ac:spMkLst>
            <pc:docMk/>
            <pc:sldMk cId="1866037543" sldId="307"/>
            <ac:spMk id="18" creationId="{5CEBC650-C573-F25A-B6E8-50FDA877CF84}"/>
          </ac:spMkLst>
        </pc:spChg>
        <pc:grpChg chg="add mod">
          <ac:chgData name="Jefferson Passerini" userId="ec684a97d9b6a829" providerId="LiveId" clId="{6CE4740C-C01E-423C-B89A-17ABC0EA52B4}" dt="2024-08-20T14:33:46.166" v="1397" actId="1076"/>
          <ac:grpSpMkLst>
            <pc:docMk/>
            <pc:sldMk cId="1866037543" sldId="307"/>
            <ac:grpSpMk id="15" creationId="{F0EE2ECD-881F-C527-9C6F-EED10426CE72}"/>
          </ac:grpSpMkLst>
        </pc:grpChg>
        <pc:picChg chg="mod">
          <ac:chgData name="Jefferson Passerini" userId="ec684a97d9b6a829" providerId="LiveId" clId="{6CE4740C-C01E-423C-B89A-17ABC0EA52B4}" dt="2024-08-20T14:33:47.794" v="1398" actId="1076"/>
          <ac:picMkLst>
            <pc:docMk/>
            <pc:sldMk cId="1866037543" sldId="307"/>
            <ac:picMk id="5" creationId="{509D54EB-0FDA-51FB-516A-52A2A82100EA}"/>
          </ac:picMkLst>
        </pc:picChg>
        <pc:picChg chg="add mod ord">
          <ac:chgData name="Jefferson Passerini" userId="ec684a97d9b6a829" providerId="LiveId" clId="{6CE4740C-C01E-423C-B89A-17ABC0EA52B4}" dt="2024-08-20T14:33:55.283" v="1400" actId="1076"/>
          <ac:picMkLst>
            <pc:docMk/>
            <pc:sldMk cId="1866037543" sldId="307"/>
            <ac:picMk id="6" creationId="{F9F9D653-5F76-DB43-2003-09C05593B8C8}"/>
          </ac:picMkLst>
        </pc:picChg>
        <pc:picChg chg="del">
          <ac:chgData name="Jefferson Passerini" userId="ec684a97d9b6a829" providerId="LiveId" clId="{6CE4740C-C01E-423C-B89A-17ABC0EA52B4}" dt="2024-08-20T14:24:50.643" v="1318" actId="478"/>
          <ac:picMkLst>
            <pc:docMk/>
            <pc:sldMk cId="1866037543" sldId="307"/>
            <ac:picMk id="7" creationId="{01441DBA-A28D-ED78-4398-3DB26EC94E76}"/>
          </ac:picMkLst>
        </pc:picChg>
        <pc:picChg chg="del">
          <ac:chgData name="Jefferson Passerini" userId="ec684a97d9b6a829" providerId="LiveId" clId="{6CE4740C-C01E-423C-B89A-17ABC0EA52B4}" dt="2024-08-20T14:25:34.815" v="1351" actId="478"/>
          <ac:picMkLst>
            <pc:docMk/>
            <pc:sldMk cId="1866037543" sldId="307"/>
            <ac:picMk id="10" creationId="{E4DD478A-2E24-99F3-5E82-EC7EEC86B8FF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2" creationId="{F1D46309-1697-E5AC-0C7B-DA63594FD287}"/>
          </ac:picMkLst>
        </pc:picChg>
        <pc:picChg chg="add mod">
          <ac:chgData name="Jefferson Passerini" userId="ec684a97d9b6a829" providerId="LiveId" clId="{6CE4740C-C01E-423C-B89A-17ABC0EA52B4}" dt="2024-08-20T14:32:40.381" v="1374" actId="164"/>
          <ac:picMkLst>
            <pc:docMk/>
            <pc:sldMk cId="1866037543" sldId="307"/>
            <ac:picMk id="14" creationId="{629C1C02-6976-C5C3-CF7E-6AF252840F3F}"/>
          </ac:picMkLst>
        </pc:picChg>
        <pc:picChg chg="add del">
          <ac:chgData name="Jefferson Passerini" userId="ec684a97d9b6a829" providerId="LiveId" clId="{6CE4740C-C01E-423C-B89A-17ABC0EA52B4}" dt="2024-08-20T14:33:09.301" v="1383" actId="478"/>
          <ac:picMkLst>
            <pc:docMk/>
            <pc:sldMk cId="1866037543" sldId="307"/>
            <ac:picMk id="17" creationId="{2A11F59A-0043-5560-7B88-41F01054CD9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3728630244" sldId="307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3198860" sldId="308"/>
        </pc:sldMkLst>
      </pc:sldChg>
      <pc:sldChg chg="addSp delSp modSp add mod">
        <pc:chgData name="Jefferson Passerini" userId="ec684a97d9b6a829" providerId="LiveId" clId="{6CE4740C-C01E-423C-B89A-17ABC0EA52B4}" dt="2024-08-20T14:50:37.706" v="1476" actId="20577"/>
        <pc:sldMkLst>
          <pc:docMk/>
          <pc:sldMk cId="3911222565" sldId="308"/>
        </pc:sldMkLst>
        <pc:spChg chg="mod ord">
          <ac:chgData name="Jefferson Passerini" userId="ec684a97d9b6a829" providerId="LiveId" clId="{6CE4740C-C01E-423C-B89A-17ABC0EA52B4}" dt="2024-08-20T14:48:11.396" v="1434" actId="166"/>
          <ac:spMkLst>
            <pc:docMk/>
            <pc:sldMk cId="3911222565" sldId="308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47:41.459" v="1425" actId="1076"/>
          <ac:spMkLst>
            <pc:docMk/>
            <pc:sldMk cId="3911222565" sldId="308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0:37.706" v="1476" actId="20577"/>
          <ac:spMkLst>
            <pc:docMk/>
            <pc:sldMk cId="3911222565" sldId="308"/>
            <ac:spMk id="18" creationId="{5CEBC650-C573-F25A-B6E8-50FDA877CF84}"/>
          </ac:spMkLst>
        </pc:spChg>
        <pc:grpChg chg="del">
          <ac:chgData name="Jefferson Passerini" userId="ec684a97d9b6a829" providerId="LiveId" clId="{6CE4740C-C01E-423C-B89A-17ABC0EA52B4}" dt="2024-08-20T14:34:12.115" v="1403" actId="478"/>
          <ac:grpSpMkLst>
            <pc:docMk/>
            <pc:sldMk cId="3911222565" sldId="308"/>
            <ac:grpSpMk id="15" creationId="{F0EE2ECD-881F-C527-9C6F-EED10426CE72}"/>
          </ac:grpSpMkLst>
        </pc:grpChg>
        <pc:picChg chg="mod ord">
          <ac:chgData name="Jefferson Passerini" userId="ec684a97d9b6a829" providerId="LiveId" clId="{6CE4740C-C01E-423C-B89A-17ABC0EA52B4}" dt="2024-08-20T14:47:59.274" v="1432" actId="166"/>
          <ac:picMkLst>
            <pc:docMk/>
            <pc:sldMk cId="3911222565" sldId="308"/>
            <ac:picMk id="5" creationId="{509D54EB-0FDA-51FB-516A-52A2A82100EA}"/>
          </ac:picMkLst>
        </pc:picChg>
        <pc:picChg chg="mod">
          <ac:chgData name="Jefferson Passerini" userId="ec684a97d9b6a829" providerId="LiveId" clId="{6CE4740C-C01E-423C-B89A-17ABC0EA52B4}" dt="2024-08-20T14:47:41.459" v="1425" actId="1076"/>
          <ac:picMkLst>
            <pc:docMk/>
            <pc:sldMk cId="3911222565" sldId="308"/>
            <ac:picMk id="6" creationId="{F9F9D653-5F76-DB43-2003-09C05593B8C8}"/>
          </ac:picMkLst>
        </pc:picChg>
        <pc:picChg chg="add mod">
          <ac:chgData name="Jefferson Passerini" userId="ec684a97d9b6a829" providerId="LiveId" clId="{6CE4740C-C01E-423C-B89A-17ABC0EA52B4}" dt="2024-08-20T14:48:03.444" v="1433" actId="14100"/>
          <ac:picMkLst>
            <pc:docMk/>
            <pc:sldMk cId="3911222565" sldId="308"/>
            <ac:picMk id="7" creationId="{E16A7746-5CA2-C931-46C9-CA9AD7F85FA5}"/>
          </ac:picMkLst>
        </pc:picChg>
      </pc:sldChg>
      <pc:sldChg chg="addSp delSp modSp add mod">
        <pc:chgData name="Jefferson Passerini" userId="ec684a97d9b6a829" providerId="LiveId" clId="{6CE4740C-C01E-423C-B89A-17ABC0EA52B4}" dt="2024-08-20T14:55:15.049" v="1536" actId="14100"/>
        <pc:sldMkLst>
          <pc:docMk/>
          <pc:sldMk cId="313260873" sldId="309"/>
        </pc:sldMkLst>
        <pc:spChg chg="del mod">
          <ac:chgData name="Jefferson Passerini" userId="ec684a97d9b6a829" providerId="LiveId" clId="{6CE4740C-C01E-423C-B89A-17ABC0EA52B4}" dt="2024-08-20T14:51:11.117" v="1483" actId="478"/>
          <ac:spMkLst>
            <pc:docMk/>
            <pc:sldMk cId="313260873" sldId="309"/>
            <ac:spMk id="8" creationId="{BED7B13A-1962-AEF6-8746-5FF9629CB436}"/>
          </ac:spMkLst>
        </pc:spChg>
        <pc:spChg chg="mod">
          <ac:chgData name="Jefferson Passerini" userId="ec684a97d9b6a829" providerId="LiveId" clId="{6CE4740C-C01E-423C-B89A-17ABC0EA52B4}" dt="2024-08-20T14:55:08.341" v="1533" actId="14100"/>
          <ac:spMkLst>
            <pc:docMk/>
            <pc:sldMk cId="313260873" sldId="309"/>
            <ac:spMk id="9" creationId="{A3F311DC-E0AB-0EB4-FBF4-F2C0617B710A}"/>
          </ac:spMkLst>
        </pc:spChg>
        <pc:spChg chg="mod">
          <ac:chgData name="Jefferson Passerini" userId="ec684a97d9b6a829" providerId="LiveId" clId="{6CE4740C-C01E-423C-B89A-17ABC0EA52B4}" dt="2024-08-20T14:51:23.464" v="1522" actId="20577"/>
          <ac:spMkLst>
            <pc:docMk/>
            <pc:sldMk cId="313260873" sldId="309"/>
            <ac:spMk id="18" creationId="{5CEBC650-C573-F25A-B6E8-50FDA877CF84}"/>
          </ac:spMkLst>
        </pc:spChg>
        <pc:picChg chg="del mod ord">
          <ac:chgData name="Jefferson Passerini" userId="ec684a97d9b6a829" providerId="LiveId" clId="{6CE4740C-C01E-423C-B89A-17ABC0EA52B4}" dt="2024-08-20T14:51:09.169" v="1482" actId="478"/>
          <ac:picMkLst>
            <pc:docMk/>
            <pc:sldMk cId="313260873" sldId="309"/>
            <ac:picMk id="5" creationId="{509D54EB-0FDA-51FB-516A-52A2A82100EA}"/>
          </ac:picMkLst>
        </pc:picChg>
        <pc:picChg chg="del">
          <ac:chgData name="Jefferson Passerini" userId="ec684a97d9b6a829" providerId="LiveId" clId="{6CE4740C-C01E-423C-B89A-17ABC0EA52B4}" dt="2024-08-20T14:48:21.157" v="1436" actId="478"/>
          <ac:picMkLst>
            <pc:docMk/>
            <pc:sldMk cId="313260873" sldId="309"/>
            <ac:picMk id="7" creationId="{E16A7746-5CA2-C931-46C9-CA9AD7F85FA5}"/>
          </ac:picMkLst>
        </pc:picChg>
        <pc:picChg chg="add del mod">
          <ac:chgData name="Jefferson Passerini" userId="ec684a97d9b6a829" providerId="LiveId" clId="{6CE4740C-C01E-423C-B89A-17ABC0EA52B4}" dt="2024-08-20T14:51:26.001" v="1523" actId="478"/>
          <ac:picMkLst>
            <pc:docMk/>
            <pc:sldMk cId="313260873" sldId="309"/>
            <ac:picMk id="10" creationId="{766E25A0-F875-D839-4EFF-E4A468FA8C82}"/>
          </ac:picMkLst>
        </pc:picChg>
        <pc:picChg chg="add mod">
          <ac:chgData name="Jefferson Passerini" userId="ec684a97d9b6a829" providerId="LiveId" clId="{6CE4740C-C01E-423C-B89A-17ABC0EA52B4}" dt="2024-08-20T14:55:00.453" v="1530" actId="1076"/>
          <ac:picMkLst>
            <pc:docMk/>
            <pc:sldMk cId="313260873" sldId="309"/>
            <ac:picMk id="12" creationId="{EE9AF8AE-1951-ADAA-0646-3511C76803A4}"/>
          </ac:picMkLst>
        </pc:picChg>
        <pc:picChg chg="add mod">
          <ac:chgData name="Jefferson Passerini" userId="ec684a97d9b6a829" providerId="LiveId" clId="{6CE4740C-C01E-423C-B89A-17ABC0EA52B4}" dt="2024-08-20T14:55:15.049" v="1536" actId="14100"/>
          <ac:picMkLst>
            <pc:docMk/>
            <pc:sldMk cId="313260873" sldId="309"/>
            <ac:picMk id="14" creationId="{E7DBCAE2-21E8-218E-DB11-3A8AF615D024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1794963229" sldId="309"/>
        </pc:sldMkLst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357573264" sldId="310"/>
        </pc:sldMkLst>
      </pc:sldChg>
      <pc:sldChg chg="addSp delSp modSp add mod ord">
        <pc:chgData name="Jefferson Passerini" userId="ec684a97d9b6a829" providerId="LiveId" clId="{6CE4740C-C01E-423C-B89A-17ABC0EA52B4}" dt="2024-08-20T14:56:00.306" v="1544" actId="1076"/>
        <pc:sldMkLst>
          <pc:docMk/>
          <pc:sldMk cId="3333393032" sldId="310"/>
        </pc:sldMkLst>
        <pc:picChg chg="mod ord">
          <ac:chgData name="Jefferson Passerini" userId="ec684a97d9b6a829" providerId="LiveId" clId="{6CE4740C-C01E-423C-B89A-17ABC0EA52B4}" dt="2024-08-20T14:55:35.051" v="1540" actId="167"/>
          <ac:picMkLst>
            <pc:docMk/>
            <pc:sldMk cId="3333393032" sldId="310"/>
            <ac:picMk id="5" creationId="{509D54EB-0FDA-51FB-516A-52A2A82100EA}"/>
          </ac:picMkLst>
        </pc:picChg>
        <pc:picChg chg="add mod">
          <ac:chgData name="Jefferson Passerini" userId="ec684a97d9b6a829" providerId="LiveId" clId="{6CE4740C-C01E-423C-B89A-17ABC0EA52B4}" dt="2024-08-20T14:56:00.306" v="1544" actId="1076"/>
          <ac:picMkLst>
            <pc:docMk/>
            <pc:sldMk cId="3333393032" sldId="310"/>
            <ac:picMk id="7" creationId="{BC46ECC5-752B-30B3-A449-1E6CFC747728}"/>
          </ac:picMkLst>
        </pc:picChg>
        <pc:picChg chg="del">
          <ac:chgData name="Jefferson Passerini" userId="ec684a97d9b6a829" providerId="LiveId" clId="{6CE4740C-C01E-423C-B89A-17ABC0EA52B4}" dt="2024-08-20T14:50:53.495" v="1478" actId="478"/>
          <ac:picMkLst>
            <pc:docMk/>
            <pc:sldMk cId="3333393032" sldId="310"/>
            <ac:picMk id="10" creationId="{766E25A0-F875-D839-4EFF-E4A468FA8C82}"/>
          </ac:picMkLst>
        </pc:picChg>
      </pc:sldChg>
      <pc:sldChg chg="del">
        <pc:chgData name="Jefferson Passerini" userId="ec684a97d9b6a829" providerId="LiveId" clId="{6CE4740C-C01E-423C-B89A-17ABC0EA52B4}" dt="2024-08-20T13:14:37.821" v="81" actId="47"/>
        <pc:sldMkLst>
          <pc:docMk/>
          <pc:sldMk cId="2534638159" sldId="31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54700481" sldId="31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244208355" sldId="31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724568739" sldId="31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147112385" sldId="315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13586987" sldId="316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609885474" sldId="317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632405001" sldId="318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576831718" sldId="319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860135609" sldId="320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2551870368" sldId="321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3854585396" sldId="322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537278518" sldId="323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1852741127" sldId="324"/>
        </pc:sldMkLst>
      </pc:sldChg>
      <pc:sldChg chg="del">
        <pc:chgData name="Jefferson Passerini" userId="ec684a97d9b6a829" providerId="LiveId" clId="{6CE4740C-C01E-423C-B89A-17ABC0EA52B4}" dt="2024-08-20T13:14:21.112" v="80" actId="47"/>
        <pc:sldMkLst>
          <pc:docMk/>
          <pc:sldMk cId="4146740212" sldId="325"/>
        </pc:sldMkLst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9B9C2921-3405-4AE7-A664-A59C5D7FC136}"/>
    <pc:docChg chg="undo custSel addSld delSld modSld sldOrd">
      <pc:chgData name="Jefferson Passerini" userId="ec684a97d9b6a829" providerId="LiveId" clId="{9B9C2921-3405-4AE7-A664-A59C5D7FC136}" dt="2024-08-19T02:24:15.709" v="1197" actId="27636"/>
      <pc:docMkLst>
        <pc:docMk/>
      </pc:docMkLst>
      <pc:sldChg chg="del">
        <pc:chgData name="Jefferson Passerini" userId="ec684a97d9b6a829" providerId="LiveId" clId="{9B9C2921-3405-4AE7-A664-A59C5D7FC136}" dt="2024-08-18T23:27:55.746" v="0" actId="47"/>
        <pc:sldMkLst>
          <pc:docMk/>
          <pc:sldMk cId="617917625" sldId="288"/>
        </pc:sldMkLst>
      </pc:sldChg>
      <pc:sldChg chg="addSp delSp modSp add mod">
        <pc:chgData name="Jefferson Passerini" userId="ec684a97d9b6a829" providerId="LiveId" clId="{9B9C2921-3405-4AE7-A664-A59C5D7FC136}" dt="2024-08-19T02:17:21.869" v="970" actId="1076"/>
        <pc:sldMkLst>
          <pc:docMk/>
          <pc:sldMk cId="1562452729" sldId="303"/>
        </pc:sldMkLst>
        <pc:spChg chg="del">
          <ac:chgData name="Jefferson Passerini" userId="ec684a97d9b6a829" providerId="LiveId" clId="{9B9C2921-3405-4AE7-A664-A59C5D7FC136}" dt="2024-08-19T00:54:36.880" v="3" actId="478"/>
          <ac:spMkLst>
            <pc:docMk/>
            <pc:sldMk cId="1562452729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9B9C2921-3405-4AE7-A664-A59C5D7FC136}" dt="2024-08-19T00:54:39.565" v="4" actId="478"/>
          <ac:spMkLst>
            <pc:docMk/>
            <pc:sldMk cId="1562452729" sldId="303"/>
            <ac:spMk id="7" creationId="{40AAA1BB-E42F-7A47-1C2B-7992EED8EF6D}"/>
          </ac:spMkLst>
        </pc:spChg>
        <pc:picChg chg="del">
          <ac:chgData name="Jefferson Passerini" userId="ec684a97d9b6a829" providerId="LiveId" clId="{9B9C2921-3405-4AE7-A664-A59C5D7FC136}" dt="2024-08-19T00:54:04.446" v="2" actId="478"/>
          <ac:picMkLst>
            <pc:docMk/>
            <pc:sldMk cId="1562452729" sldId="303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4:50.048" v="8" actId="1076"/>
          <ac:picMkLst>
            <pc:docMk/>
            <pc:sldMk cId="1562452729" sldId="303"/>
            <ac:picMk id="9" creationId="{905D9853-0631-83C3-EB36-1F0F10ABF0FD}"/>
          </ac:picMkLst>
        </pc:picChg>
        <pc:picChg chg="add del mod">
          <ac:chgData name="Jefferson Passerini" userId="ec684a97d9b6a829" providerId="LiveId" clId="{9B9C2921-3405-4AE7-A664-A59C5D7FC136}" dt="2024-08-19T02:17:04.740" v="966" actId="478"/>
          <ac:picMkLst>
            <pc:docMk/>
            <pc:sldMk cId="1562452729" sldId="303"/>
            <ac:picMk id="11" creationId="{70C5606E-6969-A787-7AED-DD7DF4468883}"/>
          </ac:picMkLst>
        </pc:picChg>
        <pc:picChg chg="add mod">
          <ac:chgData name="Jefferson Passerini" userId="ec684a97d9b6a829" providerId="LiveId" clId="{9B9C2921-3405-4AE7-A664-A59C5D7FC136}" dt="2024-08-19T00:55:34.393" v="14" actId="1076"/>
          <ac:picMkLst>
            <pc:docMk/>
            <pc:sldMk cId="1562452729" sldId="303"/>
            <ac:picMk id="13" creationId="{FE01604E-5CA2-6815-6311-6A18E86D4FC8}"/>
          </ac:picMkLst>
        </pc:picChg>
        <pc:picChg chg="add mod">
          <ac:chgData name="Jefferson Passerini" userId="ec684a97d9b6a829" providerId="LiveId" clId="{9B9C2921-3405-4AE7-A664-A59C5D7FC136}" dt="2024-08-19T02:17:21.869" v="970" actId="1076"/>
          <ac:picMkLst>
            <pc:docMk/>
            <pc:sldMk cId="1562452729" sldId="303"/>
            <ac:picMk id="15" creationId="{3EFFB951-3780-DA86-6896-F3A907F4CEF4}"/>
          </ac:picMkLst>
        </pc:picChg>
      </pc:sldChg>
      <pc:sldChg chg="addSp delSp modSp add mod">
        <pc:chgData name="Jefferson Passerini" userId="ec684a97d9b6a829" providerId="LiveId" clId="{9B9C2921-3405-4AE7-A664-A59C5D7FC136}" dt="2024-08-19T00:57:06.601" v="31" actId="1076"/>
        <pc:sldMkLst>
          <pc:docMk/>
          <pc:sldMk cId="1294797388" sldId="304"/>
        </pc:sldMkLst>
        <pc:picChg chg="add mod">
          <ac:chgData name="Jefferson Passerini" userId="ec684a97d9b6a829" providerId="LiveId" clId="{9B9C2921-3405-4AE7-A664-A59C5D7FC136}" dt="2024-08-19T00:56:12.846" v="22" actId="1076"/>
          <ac:picMkLst>
            <pc:docMk/>
            <pc:sldMk cId="1294797388" sldId="304"/>
            <ac:picMk id="5" creationId="{4521A85E-49B0-8F93-3C19-5B331DB71B05}"/>
          </ac:picMkLst>
        </pc:picChg>
        <pc:picChg chg="add mod">
          <ac:chgData name="Jefferson Passerini" userId="ec684a97d9b6a829" providerId="LiveId" clId="{9B9C2921-3405-4AE7-A664-A59C5D7FC136}" dt="2024-08-19T00:56:51.418" v="29" actId="1076"/>
          <ac:picMkLst>
            <pc:docMk/>
            <pc:sldMk cId="1294797388" sldId="304"/>
            <ac:picMk id="7" creationId="{760AFB9D-FAE6-F609-B6A5-47ADA0958FD9}"/>
          </ac:picMkLst>
        </pc:picChg>
        <pc:picChg chg="del">
          <ac:chgData name="Jefferson Passerini" userId="ec684a97d9b6a829" providerId="LiveId" clId="{9B9C2921-3405-4AE7-A664-A59C5D7FC136}" dt="2024-08-19T00:55:39.020" v="16" actId="478"/>
          <ac:picMkLst>
            <pc:docMk/>
            <pc:sldMk cId="1294797388" sldId="304"/>
            <ac:picMk id="9" creationId="{905D9853-0631-83C3-EB36-1F0F10ABF0FD}"/>
          </ac:picMkLst>
        </pc:picChg>
        <pc:picChg chg="add mod">
          <ac:chgData name="Jefferson Passerini" userId="ec684a97d9b6a829" providerId="LiveId" clId="{9B9C2921-3405-4AE7-A664-A59C5D7FC136}" dt="2024-08-19T00:57:06.601" v="31" actId="1076"/>
          <ac:picMkLst>
            <pc:docMk/>
            <pc:sldMk cId="1294797388" sldId="304"/>
            <ac:picMk id="10" creationId="{C4BEBE52-9A83-09F3-3052-253A15487D1B}"/>
          </ac:picMkLst>
        </pc:picChg>
        <pc:picChg chg="del">
          <ac:chgData name="Jefferson Passerini" userId="ec684a97d9b6a829" providerId="LiveId" clId="{9B9C2921-3405-4AE7-A664-A59C5D7FC136}" dt="2024-08-19T00:55:40.092" v="17" actId="478"/>
          <ac:picMkLst>
            <pc:docMk/>
            <pc:sldMk cId="1294797388" sldId="304"/>
            <ac:picMk id="11" creationId="{70C5606E-6969-A787-7AED-DD7DF4468883}"/>
          </ac:picMkLst>
        </pc:picChg>
        <pc:picChg chg="del">
          <ac:chgData name="Jefferson Passerini" userId="ec684a97d9b6a829" providerId="LiveId" clId="{9B9C2921-3405-4AE7-A664-A59C5D7FC136}" dt="2024-08-19T00:55:41.044" v="18" actId="478"/>
          <ac:picMkLst>
            <pc:docMk/>
            <pc:sldMk cId="1294797388" sldId="304"/>
            <ac:picMk id="13" creationId="{FE01604E-5CA2-6815-6311-6A18E86D4FC8}"/>
          </ac:picMkLst>
        </pc:picChg>
      </pc:sldChg>
      <pc:sldChg chg="addSp delSp modSp add mod ord">
        <pc:chgData name="Jefferson Passerini" userId="ec684a97d9b6a829" providerId="LiveId" clId="{9B9C2921-3405-4AE7-A664-A59C5D7FC136}" dt="2024-08-19T00:58:18.348" v="57" actId="1076"/>
        <pc:sldMkLst>
          <pc:docMk/>
          <pc:sldMk cId="456466504" sldId="305"/>
        </pc:sldMkLst>
        <pc:spChg chg="mod">
          <ac:chgData name="Jefferson Passerini" userId="ec684a97d9b6a829" providerId="LiveId" clId="{9B9C2921-3405-4AE7-A664-A59C5D7FC136}" dt="2024-08-19T00:58:00.228" v="54" actId="27636"/>
          <ac:spMkLst>
            <pc:docMk/>
            <pc:sldMk cId="456466504" sldId="30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0:58:04.795" v="55" actId="478"/>
          <ac:picMkLst>
            <pc:docMk/>
            <pc:sldMk cId="456466504" sldId="305"/>
            <ac:picMk id="6" creationId="{E019D0FD-28BD-43A4-3BC3-B3ACD1DBDF75}"/>
          </ac:picMkLst>
        </pc:picChg>
        <pc:picChg chg="add mod">
          <ac:chgData name="Jefferson Passerini" userId="ec684a97d9b6a829" providerId="LiveId" clId="{9B9C2921-3405-4AE7-A664-A59C5D7FC136}" dt="2024-08-19T00:58:18.348" v="57" actId="1076"/>
          <ac:picMkLst>
            <pc:docMk/>
            <pc:sldMk cId="456466504" sldId="305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0:59:27.871" v="84" actId="27636"/>
        <pc:sldMkLst>
          <pc:docMk/>
          <pc:sldMk cId="1757113321" sldId="306"/>
        </pc:sldMkLst>
        <pc:spChg chg="mod">
          <ac:chgData name="Jefferson Passerini" userId="ec684a97d9b6a829" providerId="LiveId" clId="{9B9C2921-3405-4AE7-A664-A59C5D7FC136}" dt="2024-08-19T00:59:27.871" v="84" actId="27636"/>
          <ac:spMkLst>
            <pc:docMk/>
            <pc:sldMk cId="1757113321" sldId="30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0:35.159" v="103" actId="27636"/>
        <pc:sldMkLst>
          <pc:docMk/>
          <pc:sldMk cId="3728630244" sldId="307"/>
        </pc:sldMkLst>
        <pc:spChg chg="mod">
          <ac:chgData name="Jefferson Passerini" userId="ec684a97d9b6a829" providerId="LiveId" clId="{9B9C2921-3405-4AE7-A664-A59C5D7FC136}" dt="2024-08-19T01:00:35.159" v="103" actId="27636"/>
          <ac:spMkLst>
            <pc:docMk/>
            <pc:sldMk cId="3728630244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B9C2921-3405-4AE7-A664-A59C5D7FC136}" dt="2024-08-19T01:01:36.555" v="117" actId="113"/>
        <pc:sldMkLst>
          <pc:docMk/>
          <pc:sldMk cId="233198860" sldId="308"/>
        </pc:sldMkLst>
        <pc:spChg chg="mod">
          <ac:chgData name="Jefferson Passerini" userId="ec684a97d9b6a829" providerId="LiveId" clId="{9B9C2921-3405-4AE7-A664-A59C5D7FC136}" dt="2024-08-19T01:01:36.555" v="117" actId="113"/>
          <ac:spMkLst>
            <pc:docMk/>
            <pc:sldMk cId="233198860" sldId="308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1:20.743" v="115" actId="14100"/>
          <ac:picMkLst>
            <pc:docMk/>
            <pc:sldMk cId="233198860" sldId="308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2:40.649" v="135" actId="20577"/>
        <pc:sldMkLst>
          <pc:docMk/>
          <pc:sldMk cId="1794963229" sldId="309"/>
        </pc:sldMkLst>
        <pc:spChg chg="mod">
          <ac:chgData name="Jefferson Passerini" userId="ec684a97d9b6a829" providerId="LiveId" clId="{9B9C2921-3405-4AE7-A664-A59C5D7FC136}" dt="2024-08-19T01:02:40.649" v="135" actId="20577"/>
          <ac:spMkLst>
            <pc:docMk/>
            <pc:sldMk cId="1794963229" sldId="309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9B9C2921-3405-4AE7-A664-A59C5D7FC136}" dt="2024-08-19T01:04:19.331" v="160" actId="1076"/>
        <pc:sldMkLst>
          <pc:docMk/>
          <pc:sldMk cId="2357573264" sldId="310"/>
        </pc:sldMkLst>
        <pc:spChg chg="mod">
          <ac:chgData name="Jefferson Passerini" userId="ec684a97d9b6a829" providerId="LiveId" clId="{9B9C2921-3405-4AE7-A664-A59C5D7FC136}" dt="2024-08-19T01:04:14.794" v="159" actId="114"/>
          <ac:spMkLst>
            <pc:docMk/>
            <pc:sldMk cId="2357573264" sldId="310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04:19.331" v="160" actId="1076"/>
          <ac:picMkLst>
            <pc:docMk/>
            <pc:sldMk cId="2357573264" sldId="310"/>
            <ac:picMk id="6" creationId="{56248FB6-5FC8-64DB-4990-51D2F2772009}"/>
          </ac:picMkLst>
        </pc:picChg>
        <pc:picChg chg="del">
          <ac:chgData name="Jefferson Passerini" userId="ec684a97d9b6a829" providerId="LiveId" clId="{9B9C2921-3405-4AE7-A664-A59C5D7FC136}" dt="2024-08-19T01:02:55.832" v="137" actId="478"/>
          <ac:picMkLst>
            <pc:docMk/>
            <pc:sldMk cId="2357573264" sldId="310"/>
            <ac:picMk id="7" creationId="{2D539B4D-DABA-7892-41DB-6DE9B47F9258}"/>
          </ac:picMkLst>
        </pc:picChg>
      </pc:sldChg>
      <pc:sldChg chg="modSp add mod">
        <pc:chgData name="Jefferson Passerini" userId="ec684a97d9b6a829" providerId="LiveId" clId="{9B9C2921-3405-4AE7-A664-A59C5D7FC136}" dt="2024-08-19T01:06:07.255" v="188" actId="20577"/>
        <pc:sldMkLst>
          <pc:docMk/>
          <pc:sldMk cId="2534638159" sldId="311"/>
        </pc:sldMkLst>
        <pc:spChg chg="mod">
          <ac:chgData name="Jefferson Passerini" userId="ec684a97d9b6a829" providerId="LiveId" clId="{9B9C2921-3405-4AE7-A664-A59C5D7FC136}" dt="2024-08-19T01:06:07.255" v="188" actId="20577"/>
          <ac:spMkLst>
            <pc:docMk/>
            <pc:sldMk cId="2534638159" sldId="311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5:50.564" v="177" actId="1076"/>
          <ac:picMkLst>
            <pc:docMk/>
            <pc:sldMk cId="2534638159" sldId="311"/>
            <ac:picMk id="6" creationId="{56248FB6-5FC8-64DB-4990-51D2F2772009}"/>
          </ac:picMkLst>
        </pc:picChg>
      </pc:sldChg>
      <pc:sldChg chg="modSp add mod">
        <pc:chgData name="Jefferson Passerini" userId="ec684a97d9b6a829" providerId="LiveId" clId="{9B9C2921-3405-4AE7-A664-A59C5D7FC136}" dt="2024-08-19T01:07:47.809" v="217" actId="1076"/>
        <pc:sldMkLst>
          <pc:docMk/>
          <pc:sldMk cId="2154700481" sldId="312"/>
        </pc:sldMkLst>
        <pc:spChg chg="mod">
          <ac:chgData name="Jefferson Passerini" userId="ec684a97d9b6a829" providerId="LiveId" clId="{9B9C2921-3405-4AE7-A664-A59C5D7FC136}" dt="2024-08-19T01:07:40.728" v="216" actId="108"/>
          <ac:spMkLst>
            <pc:docMk/>
            <pc:sldMk cId="2154700481" sldId="312"/>
            <ac:spMk id="3" creationId="{212081E4-07F6-C689-2ACC-B6CADD634983}"/>
          </ac:spMkLst>
        </pc:spChg>
        <pc:picChg chg="mod">
          <ac:chgData name="Jefferson Passerini" userId="ec684a97d9b6a829" providerId="LiveId" clId="{9B9C2921-3405-4AE7-A664-A59C5D7FC136}" dt="2024-08-19T01:07:47.809" v="217" actId="1076"/>
          <ac:picMkLst>
            <pc:docMk/>
            <pc:sldMk cId="2154700481" sldId="312"/>
            <ac:picMk id="6" creationId="{56248FB6-5FC8-64DB-4990-51D2F2772009}"/>
          </ac:picMkLst>
        </pc:picChg>
      </pc:sldChg>
      <pc:sldChg chg="addSp delSp modSp add mod">
        <pc:chgData name="Jefferson Passerini" userId="ec684a97d9b6a829" providerId="LiveId" clId="{9B9C2921-3405-4AE7-A664-A59C5D7FC136}" dt="2024-08-19T01:10:37.389" v="300" actId="1076"/>
        <pc:sldMkLst>
          <pc:docMk/>
          <pc:sldMk cId="4244208355" sldId="313"/>
        </pc:sldMkLst>
        <pc:spChg chg="mod">
          <ac:chgData name="Jefferson Passerini" userId="ec684a97d9b6a829" providerId="LiveId" clId="{9B9C2921-3405-4AE7-A664-A59C5D7FC136}" dt="2024-08-19T01:08:48.882" v="296" actId="14100"/>
          <ac:spMkLst>
            <pc:docMk/>
            <pc:sldMk cId="4244208355" sldId="31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07:57.925" v="219" actId="478"/>
          <ac:picMkLst>
            <pc:docMk/>
            <pc:sldMk cId="4244208355" sldId="313"/>
            <ac:picMk id="6" creationId="{56248FB6-5FC8-64DB-4990-51D2F2772009}"/>
          </ac:picMkLst>
        </pc:picChg>
        <pc:picChg chg="add mod">
          <ac:chgData name="Jefferson Passerini" userId="ec684a97d9b6a829" providerId="LiveId" clId="{9B9C2921-3405-4AE7-A664-A59C5D7FC136}" dt="2024-08-19T01:10:23.884" v="298" actId="1076"/>
          <ac:picMkLst>
            <pc:docMk/>
            <pc:sldMk cId="4244208355" sldId="313"/>
            <ac:picMk id="7" creationId="{8D697BF5-82EF-0C46-F68D-17EDE4C53D16}"/>
          </ac:picMkLst>
        </pc:picChg>
        <pc:picChg chg="add mod">
          <ac:chgData name="Jefferson Passerini" userId="ec684a97d9b6a829" providerId="LiveId" clId="{9B9C2921-3405-4AE7-A664-A59C5D7FC136}" dt="2024-08-19T01:10:37.389" v="300" actId="1076"/>
          <ac:picMkLst>
            <pc:docMk/>
            <pc:sldMk cId="4244208355" sldId="313"/>
            <ac:picMk id="9" creationId="{2D881BD3-A8CA-EF2A-AB41-9299EB34DC30}"/>
          </ac:picMkLst>
        </pc:picChg>
      </pc:sldChg>
      <pc:sldChg chg="addSp delSp modSp add mod">
        <pc:chgData name="Jefferson Passerini" userId="ec684a97d9b6a829" providerId="LiveId" clId="{9B9C2921-3405-4AE7-A664-A59C5D7FC136}" dt="2024-08-19T01:14:36.651" v="438" actId="113"/>
        <pc:sldMkLst>
          <pc:docMk/>
          <pc:sldMk cId="3724568739" sldId="314"/>
        </pc:sldMkLst>
        <pc:spChg chg="mod">
          <ac:chgData name="Jefferson Passerini" userId="ec684a97d9b6a829" providerId="LiveId" clId="{9B9C2921-3405-4AE7-A664-A59C5D7FC136}" dt="2024-08-19T01:14:36.651" v="438" actId="113"/>
          <ac:spMkLst>
            <pc:docMk/>
            <pc:sldMk cId="37245687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4:30.469" v="424" actId="1076"/>
          <ac:picMkLst>
            <pc:docMk/>
            <pc:sldMk cId="3724568739" sldId="314"/>
            <ac:picMk id="6" creationId="{01540713-3C46-DE47-EDA2-4044A0F818ED}"/>
          </ac:picMkLst>
        </pc:picChg>
        <pc:picChg chg="del">
          <ac:chgData name="Jefferson Passerini" userId="ec684a97d9b6a829" providerId="LiveId" clId="{9B9C2921-3405-4AE7-A664-A59C5D7FC136}" dt="2024-08-19T01:11:34.891" v="416" actId="478"/>
          <ac:picMkLst>
            <pc:docMk/>
            <pc:sldMk cId="3724568739" sldId="314"/>
            <ac:picMk id="7" creationId="{8D697BF5-82EF-0C46-F68D-17EDE4C53D16}"/>
          </ac:picMkLst>
        </pc:picChg>
        <pc:picChg chg="del">
          <ac:chgData name="Jefferson Passerini" userId="ec684a97d9b6a829" providerId="LiveId" clId="{9B9C2921-3405-4AE7-A664-A59C5D7FC136}" dt="2024-08-19T01:11:35.475" v="417" actId="478"/>
          <ac:picMkLst>
            <pc:docMk/>
            <pc:sldMk cId="3724568739" sldId="314"/>
            <ac:picMk id="9" creationId="{2D881BD3-A8CA-EF2A-AB41-9299EB34DC30}"/>
          </ac:picMkLst>
        </pc:picChg>
        <pc:picChg chg="add mod">
          <ac:chgData name="Jefferson Passerini" userId="ec684a97d9b6a829" providerId="LiveId" clId="{9B9C2921-3405-4AE7-A664-A59C5D7FC136}" dt="2024-08-19T01:14:23.973" v="422" actId="1076"/>
          <ac:picMkLst>
            <pc:docMk/>
            <pc:sldMk cId="3724568739" sldId="314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6:33.841" v="451" actId="1076"/>
        <pc:sldMkLst>
          <pc:docMk/>
          <pc:sldMk cId="2147112385" sldId="315"/>
        </pc:sldMkLst>
        <pc:spChg chg="mod">
          <ac:chgData name="Jefferson Passerini" userId="ec684a97d9b6a829" providerId="LiveId" clId="{9B9C2921-3405-4AE7-A664-A59C5D7FC136}" dt="2024-08-19T01:14:59.266" v="446" actId="20577"/>
          <ac:spMkLst>
            <pc:docMk/>
            <pc:sldMk cId="2147112385" sldId="315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14:54.001" v="441" actId="478"/>
          <ac:picMkLst>
            <pc:docMk/>
            <pc:sldMk cId="2147112385" sldId="315"/>
            <ac:picMk id="6" creationId="{01540713-3C46-DE47-EDA2-4044A0F818ED}"/>
          </ac:picMkLst>
        </pc:picChg>
        <pc:picChg chg="add mod">
          <ac:chgData name="Jefferson Passerini" userId="ec684a97d9b6a829" providerId="LiveId" clId="{9B9C2921-3405-4AE7-A664-A59C5D7FC136}" dt="2024-08-19T01:16:20.420" v="448" actId="1076"/>
          <ac:picMkLst>
            <pc:docMk/>
            <pc:sldMk cId="2147112385" sldId="315"/>
            <ac:picMk id="7" creationId="{F338B1F9-059A-F8DD-BFDD-AF899918063A}"/>
          </ac:picMkLst>
        </pc:picChg>
        <pc:picChg chg="add mod">
          <ac:chgData name="Jefferson Passerini" userId="ec684a97d9b6a829" providerId="LiveId" clId="{9B9C2921-3405-4AE7-A664-A59C5D7FC136}" dt="2024-08-19T01:16:33.841" v="451" actId="1076"/>
          <ac:picMkLst>
            <pc:docMk/>
            <pc:sldMk cId="2147112385" sldId="315"/>
            <ac:picMk id="9" creationId="{CCA42A9C-1F28-DE4D-1D64-A811648C9272}"/>
          </ac:picMkLst>
        </pc:picChg>
        <pc:picChg chg="del">
          <ac:chgData name="Jefferson Passerini" userId="ec684a97d9b6a829" providerId="LiveId" clId="{9B9C2921-3405-4AE7-A664-A59C5D7FC136}" dt="2024-08-19T01:14:52.177" v="440" actId="478"/>
          <ac:picMkLst>
            <pc:docMk/>
            <pc:sldMk cId="2147112385" sldId="315"/>
            <ac:picMk id="10" creationId="{CDF0ED86-751B-CACF-7223-F4ED1CE27A19}"/>
          </ac:picMkLst>
        </pc:picChg>
      </pc:sldChg>
      <pc:sldChg chg="addSp delSp modSp add mod">
        <pc:chgData name="Jefferson Passerini" userId="ec684a97d9b6a829" providerId="LiveId" clId="{9B9C2921-3405-4AE7-A664-A59C5D7FC136}" dt="2024-08-19T01:19:53.367" v="494" actId="1076"/>
        <pc:sldMkLst>
          <pc:docMk/>
          <pc:sldMk cId="1513586987" sldId="316"/>
        </pc:sldMkLst>
        <pc:spChg chg="mod">
          <ac:chgData name="Jefferson Passerini" userId="ec684a97d9b6a829" providerId="LiveId" clId="{9B9C2921-3405-4AE7-A664-A59C5D7FC136}" dt="2024-08-19T01:17:09.805" v="487" actId="14100"/>
          <ac:spMkLst>
            <pc:docMk/>
            <pc:sldMk cId="1513586987" sldId="316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19:35.679" v="491" actId="1076"/>
          <ac:picMkLst>
            <pc:docMk/>
            <pc:sldMk cId="1513586987" sldId="316"/>
            <ac:picMk id="6" creationId="{85E085D4-B63A-7ED8-342D-DA11D130AAD7}"/>
          </ac:picMkLst>
        </pc:picChg>
        <pc:picChg chg="del">
          <ac:chgData name="Jefferson Passerini" userId="ec684a97d9b6a829" providerId="LiveId" clId="{9B9C2921-3405-4AE7-A664-A59C5D7FC136}" dt="2024-08-19T01:17:11.319" v="488" actId="478"/>
          <ac:picMkLst>
            <pc:docMk/>
            <pc:sldMk cId="1513586987" sldId="316"/>
            <ac:picMk id="7" creationId="{F338B1F9-059A-F8DD-BFDD-AF899918063A}"/>
          </ac:picMkLst>
        </pc:picChg>
        <pc:picChg chg="del">
          <ac:chgData name="Jefferson Passerini" userId="ec684a97d9b6a829" providerId="LiveId" clId="{9B9C2921-3405-4AE7-A664-A59C5D7FC136}" dt="2024-08-19T01:17:12.047" v="489" actId="478"/>
          <ac:picMkLst>
            <pc:docMk/>
            <pc:sldMk cId="1513586987" sldId="316"/>
            <ac:picMk id="9" creationId="{CCA42A9C-1F28-DE4D-1D64-A811648C9272}"/>
          </ac:picMkLst>
        </pc:picChg>
        <pc:picChg chg="add mod">
          <ac:chgData name="Jefferson Passerini" userId="ec684a97d9b6a829" providerId="LiveId" clId="{9B9C2921-3405-4AE7-A664-A59C5D7FC136}" dt="2024-08-19T01:19:53.367" v="494" actId="1076"/>
          <ac:picMkLst>
            <pc:docMk/>
            <pc:sldMk cId="1513586987" sldId="316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1:37.598" v="510" actId="1076"/>
        <pc:sldMkLst>
          <pc:docMk/>
          <pc:sldMk cId="1609885474" sldId="317"/>
        </pc:sldMkLst>
        <pc:spChg chg="mod">
          <ac:chgData name="Jefferson Passerini" userId="ec684a97d9b6a829" providerId="LiveId" clId="{9B9C2921-3405-4AE7-A664-A59C5D7FC136}" dt="2024-08-19T01:20:04.032" v="501" actId="14100"/>
          <ac:spMkLst>
            <pc:docMk/>
            <pc:sldMk cId="1609885474" sldId="317"/>
            <ac:spMk id="3" creationId="{212081E4-07F6-C689-2ACC-B6CADD634983}"/>
          </ac:spMkLst>
        </pc:spChg>
        <pc:picChg chg="del mod">
          <ac:chgData name="Jefferson Passerini" userId="ec684a97d9b6a829" providerId="LiveId" clId="{9B9C2921-3405-4AE7-A664-A59C5D7FC136}" dt="2024-08-19T01:20:06.007" v="503" actId="478"/>
          <ac:picMkLst>
            <pc:docMk/>
            <pc:sldMk cId="1609885474" sldId="317"/>
            <ac:picMk id="6" creationId="{85E085D4-B63A-7ED8-342D-DA11D130AAD7}"/>
          </ac:picMkLst>
        </pc:picChg>
        <pc:picChg chg="add mod">
          <ac:chgData name="Jefferson Passerini" userId="ec684a97d9b6a829" providerId="LiveId" clId="{9B9C2921-3405-4AE7-A664-A59C5D7FC136}" dt="2024-08-19T01:21:21.248" v="506" actId="1076"/>
          <ac:picMkLst>
            <pc:docMk/>
            <pc:sldMk cId="1609885474" sldId="317"/>
            <ac:picMk id="7" creationId="{33D4388F-F810-265F-F413-FF3D6F586E12}"/>
          </ac:picMkLst>
        </pc:picChg>
        <pc:picChg chg="add mod">
          <ac:chgData name="Jefferson Passerini" userId="ec684a97d9b6a829" providerId="LiveId" clId="{9B9C2921-3405-4AE7-A664-A59C5D7FC136}" dt="2024-08-19T01:21:37.598" v="510" actId="1076"/>
          <ac:picMkLst>
            <pc:docMk/>
            <pc:sldMk cId="1609885474" sldId="317"/>
            <ac:picMk id="9" creationId="{EE380D35-9B34-3A72-B8F8-692E8E61A7FD}"/>
          </ac:picMkLst>
        </pc:picChg>
        <pc:picChg chg="del">
          <ac:chgData name="Jefferson Passerini" userId="ec684a97d9b6a829" providerId="LiveId" clId="{9B9C2921-3405-4AE7-A664-A59C5D7FC136}" dt="2024-08-19T01:20:06.534" v="504" actId="478"/>
          <ac:picMkLst>
            <pc:docMk/>
            <pc:sldMk cId="1609885474" sldId="317"/>
            <ac:picMk id="10" creationId="{F698A5A8-04EB-2BB7-A0E9-B2A90B931816}"/>
          </ac:picMkLst>
        </pc:picChg>
      </pc:sldChg>
      <pc:sldChg chg="addSp delSp modSp add mod">
        <pc:chgData name="Jefferson Passerini" userId="ec684a97d9b6a829" providerId="LiveId" clId="{9B9C2921-3405-4AE7-A664-A59C5D7FC136}" dt="2024-08-19T01:26:12.932" v="547" actId="1076"/>
        <pc:sldMkLst>
          <pc:docMk/>
          <pc:sldMk cId="3632405001" sldId="318"/>
        </pc:sldMkLst>
        <pc:spChg chg="mod">
          <ac:chgData name="Jefferson Passerini" userId="ec684a97d9b6a829" providerId="LiveId" clId="{9B9C2921-3405-4AE7-A664-A59C5D7FC136}" dt="2024-08-19T01:26:11.486" v="546" actId="1076"/>
          <ac:spMkLst>
            <pc:docMk/>
            <pc:sldMk cId="3632405001" sldId="318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1:26:12.932" v="547" actId="1076"/>
          <ac:picMkLst>
            <pc:docMk/>
            <pc:sldMk cId="3632405001" sldId="318"/>
            <ac:picMk id="6" creationId="{6E9B03FE-08C4-6ACC-9F44-DA92971E9A35}"/>
          </ac:picMkLst>
        </pc:picChg>
        <pc:picChg chg="del">
          <ac:chgData name="Jefferson Passerini" userId="ec684a97d9b6a829" providerId="LiveId" clId="{9B9C2921-3405-4AE7-A664-A59C5D7FC136}" dt="2024-08-19T01:21:50.588" v="513" actId="478"/>
          <ac:picMkLst>
            <pc:docMk/>
            <pc:sldMk cId="3632405001" sldId="318"/>
            <ac:picMk id="7" creationId="{33D4388F-F810-265F-F413-FF3D6F586E12}"/>
          </ac:picMkLst>
        </pc:picChg>
        <pc:picChg chg="del">
          <ac:chgData name="Jefferson Passerini" userId="ec684a97d9b6a829" providerId="LiveId" clId="{9B9C2921-3405-4AE7-A664-A59C5D7FC136}" dt="2024-08-19T01:21:50.069" v="512" actId="478"/>
          <ac:picMkLst>
            <pc:docMk/>
            <pc:sldMk cId="3632405001" sldId="318"/>
            <ac:picMk id="9" creationId="{EE380D35-9B34-3A72-B8F8-692E8E61A7FD}"/>
          </ac:picMkLst>
        </pc:picChg>
        <pc:picChg chg="add mod">
          <ac:chgData name="Jefferson Passerini" userId="ec684a97d9b6a829" providerId="LiveId" clId="{9B9C2921-3405-4AE7-A664-A59C5D7FC136}" dt="2024-08-19T01:26:08.590" v="545" actId="1076"/>
          <ac:picMkLst>
            <pc:docMk/>
            <pc:sldMk cId="3632405001" sldId="318"/>
            <ac:picMk id="10" creationId="{0ED6EC90-7FAD-7BB8-B517-4B43783ADBE3}"/>
          </ac:picMkLst>
        </pc:picChg>
      </pc:sldChg>
      <pc:sldChg chg="addSp delSp modSp add mod">
        <pc:chgData name="Jefferson Passerini" userId="ec684a97d9b6a829" providerId="LiveId" clId="{9B9C2921-3405-4AE7-A664-A59C5D7FC136}" dt="2024-08-19T01:38:14.979" v="700" actId="1076"/>
        <pc:sldMkLst>
          <pc:docMk/>
          <pc:sldMk cId="1576831718" sldId="319"/>
        </pc:sldMkLst>
        <pc:spChg chg="mod">
          <ac:chgData name="Jefferson Passerini" userId="ec684a97d9b6a829" providerId="LiveId" clId="{9B9C2921-3405-4AE7-A664-A59C5D7FC136}" dt="2024-08-19T01:27:18.250" v="693" actId="20577"/>
          <ac:spMkLst>
            <pc:docMk/>
            <pc:sldMk cId="1576831718" sldId="319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1:26:24.914" v="549" actId="478"/>
          <ac:picMkLst>
            <pc:docMk/>
            <pc:sldMk cId="1576831718" sldId="319"/>
            <ac:picMk id="6" creationId="{6E9B03FE-08C4-6ACC-9F44-DA92971E9A35}"/>
          </ac:picMkLst>
        </pc:picChg>
        <pc:picChg chg="add mod">
          <ac:chgData name="Jefferson Passerini" userId="ec684a97d9b6a829" providerId="LiveId" clId="{9B9C2921-3405-4AE7-A664-A59C5D7FC136}" dt="2024-08-19T01:38:02.108" v="698" actId="1076"/>
          <ac:picMkLst>
            <pc:docMk/>
            <pc:sldMk cId="1576831718" sldId="319"/>
            <ac:picMk id="7" creationId="{D6A8AA24-3664-B2F7-85BD-EC7E915D7689}"/>
          </ac:picMkLst>
        </pc:picChg>
        <pc:picChg chg="add mod">
          <ac:chgData name="Jefferson Passerini" userId="ec684a97d9b6a829" providerId="LiveId" clId="{9B9C2921-3405-4AE7-A664-A59C5D7FC136}" dt="2024-08-19T01:38:14.979" v="700" actId="1076"/>
          <ac:picMkLst>
            <pc:docMk/>
            <pc:sldMk cId="1576831718" sldId="319"/>
            <ac:picMk id="9" creationId="{E3978CB4-BEF5-B73F-7D1A-4B4E8EBBE76D}"/>
          </ac:picMkLst>
        </pc:picChg>
        <pc:picChg chg="del">
          <ac:chgData name="Jefferson Passerini" userId="ec684a97d9b6a829" providerId="LiveId" clId="{9B9C2921-3405-4AE7-A664-A59C5D7FC136}" dt="2024-08-19T01:26:25.459" v="550" actId="478"/>
          <ac:picMkLst>
            <pc:docMk/>
            <pc:sldMk cId="1576831718" sldId="319"/>
            <ac:picMk id="10" creationId="{0ED6EC90-7FAD-7BB8-B517-4B43783ADBE3}"/>
          </ac:picMkLst>
        </pc:picChg>
      </pc:sldChg>
      <pc:sldChg chg="addSp delSp modSp add mod ord">
        <pc:chgData name="Jefferson Passerini" userId="ec684a97d9b6a829" providerId="LiveId" clId="{9B9C2921-3405-4AE7-A664-A59C5D7FC136}" dt="2024-08-19T02:19:29.636" v="1018" actId="20577"/>
        <pc:sldMkLst>
          <pc:docMk/>
          <pc:sldMk cId="2860135609" sldId="320"/>
        </pc:sldMkLst>
        <pc:spChg chg="mod">
          <ac:chgData name="Jefferson Passerini" userId="ec684a97d9b6a829" providerId="LiveId" clId="{9B9C2921-3405-4AE7-A664-A59C5D7FC136}" dt="2024-08-19T02:19:29.636" v="1018" actId="20577"/>
          <ac:spMkLst>
            <pc:docMk/>
            <pc:sldMk cId="2860135609" sldId="320"/>
            <ac:spMk id="3" creationId="{212081E4-07F6-C689-2ACC-B6CADD634983}"/>
          </ac:spMkLst>
        </pc:spChg>
        <pc:spChg chg="add mod">
          <ac:chgData name="Jefferson Passerini" userId="ec684a97d9b6a829" providerId="LiveId" clId="{9B9C2921-3405-4AE7-A664-A59C5D7FC136}" dt="2024-08-19T01:44:41.890" v="963" actId="27636"/>
          <ac:spMkLst>
            <pc:docMk/>
            <pc:sldMk cId="2860135609" sldId="320"/>
            <ac:spMk id="8" creationId="{76EAD320-A798-B009-C943-9EA37027A9AF}"/>
          </ac:spMkLst>
        </pc:spChg>
        <pc:picChg chg="add mod">
          <ac:chgData name="Jefferson Passerini" userId="ec684a97d9b6a829" providerId="LiveId" clId="{9B9C2921-3405-4AE7-A664-A59C5D7FC136}" dt="2024-08-19T01:42:14.835" v="754" actId="1076"/>
          <ac:picMkLst>
            <pc:docMk/>
            <pc:sldMk cId="2860135609" sldId="320"/>
            <ac:picMk id="6" creationId="{CEE1FD77-D834-F214-86A2-384FA5A01E9F}"/>
          </ac:picMkLst>
        </pc:picChg>
        <pc:picChg chg="del">
          <ac:chgData name="Jefferson Passerini" userId="ec684a97d9b6a829" providerId="LiveId" clId="{9B9C2921-3405-4AE7-A664-A59C5D7FC136}" dt="2024-08-19T01:39:18.315" v="703" actId="478"/>
          <ac:picMkLst>
            <pc:docMk/>
            <pc:sldMk cId="2860135609" sldId="320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1:39:17.851" v="702" actId="478"/>
          <ac:picMkLst>
            <pc:docMk/>
            <pc:sldMk cId="2860135609" sldId="320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1:43:05.791" v="768" actId="1076"/>
          <ac:picMkLst>
            <pc:docMk/>
            <pc:sldMk cId="2860135609" sldId="320"/>
            <ac:picMk id="11" creationId="{40DDE3A9-0BF1-E1F0-3A9E-0270DBDB448A}"/>
          </ac:picMkLst>
        </pc:picChg>
        <pc:picChg chg="add mod">
          <ac:chgData name="Jefferson Passerini" userId="ec684a97d9b6a829" providerId="LiveId" clId="{9B9C2921-3405-4AE7-A664-A59C5D7FC136}" dt="2024-08-19T01:43:04.261" v="767" actId="1076"/>
          <ac:picMkLst>
            <pc:docMk/>
            <pc:sldMk cId="2860135609" sldId="320"/>
            <ac:picMk id="13" creationId="{4DA83BE6-0B44-3135-B712-AB5A45A232B7}"/>
          </ac:picMkLst>
        </pc:picChg>
        <pc:picChg chg="add mod">
          <ac:chgData name="Jefferson Passerini" userId="ec684a97d9b6a829" providerId="LiveId" clId="{9B9C2921-3405-4AE7-A664-A59C5D7FC136}" dt="2024-08-19T01:44:48.237" v="965" actId="14100"/>
          <ac:picMkLst>
            <pc:docMk/>
            <pc:sldMk cId="2860135609" sldId="320"/>
            <ac:picMk id="15" creationId="{16DA3C27-5947-2ACE-0483-943E0970D305}"/>
          </ac:picMkLst>
        </pc:picChg>
      </pc:sldChg>
      <pc:sldChg chg="addSp delSp modSp add mod">
        <pc:chgData name="Jefferson Passerini" userId="ec684a97d9b6a829" providerId="LiveId" clId="{9B9C2921-3405-4AE7-A664-A59C5D7FC136}" dt="2024-08-19T02:21:27.129" v="1092" actId="1076"/>
        <pc:sldMkLst>
          <pc:docMk/>
          <pc:sldMk cId="2551870368" sldId="321"/>
        </pc:sldMkLst>
        <pc:spChg chg="mod">
          <ac:chgData name="Jefferson Passerini" userId="ec684a97d9b6a829" providerId="LiveId" clId="{9B9C2921-3405-4AE7-A664-A59C5D7FC136}" dt="2024-08-19T02:20:29.523" v="1080" actId="20577"/>
          <ac:spMkLst>
            <pc:docMk/>
            <pc:sldMk cId="2551870368" sldId="321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1:05.929" v="1089" actId="14100"/>
          <ac:spMkLst>
            <pc:docMk/>
            <pc:sldMk cId="2551870368" sldId="321"/>
            <ac:spMk id="3" creationId="{212081E4-07F6-C689-2ACC-B6CADD634983}"/>
          </ac:spMkLst>
        </pc:spChg>
        <pc:picChg chg="add mod">
          <ac:chgData name="Jefferson Passerini" userId="ec684a97d9b6a829" providerId="LiveId" clId="{9B9C2921-3405-4AE7-A664-A59C5D7FC136}" dt="2024-08-19T02:21:02.870" v="1088" actId="1076"/>
          <ac:picMkLst>
            <pc:docMk/>
            <pc:sldMk cId="2551870368" sldId="321"/>
            <ac:picMk id="6" creationId="{D62A8DF4-023A-741F-C72E-D03337CE1256}"/>
          </ac:picMkLst>
        </pc:picChg>
        <pc:picChg chg="del">
          <ac:chgData name="Jefferson Passerini" userId="ec684a97d9b6a829" providerId="LiveId" clId="{9B9C2921-3405-4AE7-A664-A59C5D7FC136}" dt="2024-08-19T02:19:52.139" v="1052" actId="478"/>
          <ac:picMkLst>
            <pc:docMk/>
            <pc:sldMk cId="2551870368" sldId="321"/>
            <ac:picMk id="7" creationId="{D6A8AA24-3664-B2F7-85BD-EC7E915D7689}"/>
          </ac:picMkLst>
        </pc:picChg>
        <pc:picChg chg="del">
          <ac:chgData name="Jefferson Passerini" userId="ec684a97d9b6a829" providerId="LiveId" clId="{9B9C2921-3405-4AE7-A664-A59C5D7FC136}" dt="2024-08-19T02:19:46.115" v="1051" actId="478"/>
          <ac:picMkLst>
            <pc:docMk/>
            <pc:sldMk cId="2551870368" sldId="321"/>
            <ac:picMk id="9" creationId="{E3978CB4-BEF5-B73F-7D1A-4B4E8EBBE76D}"/>
          </ac:picMkLst>
        </pc:picChg>
        <pc:picChg chg="add mod">
          <ac:chgData name="Jefferson Passerini" userId="ec684a97d9b6a829" providerId="LiveId" clId="{9B9C2921-3405-4AE7-A664-A59C5D7FC136}" dt="2024-08-19T02:21:08.691" v="1090" actId="1076"/>
          <ac:picMkLst>
            <pc:docMk/>
            <pc:sldMk cId="2551870368" sldId="321"/>
            <ac:picMk id="10" creationId="{445912AC-624E-ED8B-8BD8-1BA7F4255ADE}"/>
          </ac:picMkLst>
        </pc:picChg>
        <pc:picChg chg="add mod">
          <ac:chgData name="Jefferson Passerini" userId="ec684a97d9b6a829" providerId="LiveId" clId="{9B9C2921-3405-4AE7-A664-A59C5D7FC136}" dt="2024-08-19T02:21:27.129" v="1092" actId="1076"/>
          <ac:picMkLst>
            <pc:docMk/>
            <pc:sldMk cId="2551870368" sldId="321"/>
            <ac:picMk id="12" creationId="{5F531C3C-6CD3-7253-A221-959B4B751450}"/>
          </ac:picMkLst>
        </pc:picChg>
      </pc:sldChg>
      <pc:sldChg chg="modSp add ord">
        <pc:chgData name="Jefferson Passerini" userId="ec684a97d9b6a829" providerId="LiveId" clId="{9B9C2921-3405-4AE7-A664-A59C5D7FC136}" dt="2024-08-19T02:21:44.586" v="1101" actId="20577"/>
        <pc:sldMkLst>
          <pc:docMk/>
          <pc:sldMk cId="3854585396" sldId="322"/>
        </pc:sldMkLst>
        <pc:spChg chg="mod">
          <ac:chgData name="Jefferson Passerini" userId="ec684a97d9b6a829" providerId="LiveId" clId="{9B9C2921-3405-4AE7-A664-A59C5D7FC136}" dt="2024-08-19T02:21:44.586" v="1101" actId="20577"/>
          <ac:spMkLst>
            <pc:docMk/>
            <pc:sldMk cId="3854585396" sldId="322"/>
            <ac:spMk id="2" creationId="{2E243026-E16F-9CDD-AE56-CF691B008A41}"/>
          </ac:spMkLst>
        </pc:spChg>
      </pc:sldChg>
      <pc:sldChg chg="addSp delSp modSp add mod">
        <pc:chgData name="Jefferson Passerini" userId="ec684a97d9b6a829" providerId="LiveId" clId="{9B9C2921-3405-4AE7-A664-A59C5D7FC136}" dt="2024-08-19T02:22:36.401" v="1128" actId="20577"/>
        <pc:sldMkLst>
          <pc:docMk/>
          <pc:sldMk cId="537278518" sldId="323"/>
        </pc:sldMkLst>
        <pc:spChg chg="mod">
          <ac:chgData name="Jefferson Passerini" userId="ec684a97d9b6a829" providerId="LiveId" clId="{9B9C2921-3405-4AE7-A664-A59C5D7FC136}" dt="2024-08-19T02:22:36.401" v="1128" actId="20577"/>
          <ac:spMkLst>
            <pc:docMk/>
            <pc:sldMk cId="537278518" sldId="323"/>
            <ac:spMk id="3" creationId="{212081E4-07F6-C689-2ACC-B6CADD634983}"/>
          </ac:spMkLst>
        </pc:spChg>
        <pc:picChg chg="del">
          <ac:chgData name="Jefferson Passerini" userId="ec684a97d9b6a829" providerId="LiveId" clId="{9B9C2921-3405-4AE7-A664-A59C5D7FC136}" dt="2024-08-19T02:22:21.137" v="1103" actId="478"/>
          <ac:picMkLst>
            <pc:docMk/>
            <pc:sldMk cId="537278518" sldId="323"/>
            <ac:picMk id="6" creationId="{D62A8DF4-023A-741F-C72E-D03337CE1256}"/>
          </ac:picMkLst>
        </pc:picChg>
        <pc:picChg chg="add mod">
          <ac:chgData name="Jefferson Passerini" userId="ec684a97d9b6a829" providerId="LiveId" clId="{9B9C2921-3405-4AE7-A664-A59C5D7FC136}" dt="2024-08-19T02:22:27.150" v="1108" actId="1076"/>
          <ac:picMkLst>
            <pc:docMk/>
            <pc:sldMk cId="537278518" sldId="323"/>
            <ac:picMk id="7" creationId="{47596E5C-3B99-2694-9562-F6C13640134D}"/>
          </ac:picMkLst>
        </pc:picChg>
        <pc:picChg chg="del">
          <ac:chgData name="Jefferson Passerini" userId="ec684a97d9b6a829" providerId="LiveId" clId="{9B9C2921-3405-4AE7-A664-A59C5D7FC136}" dt="2024-08-19T02:22:21.818" v="1104" actId="478"/>
          <ac:picMkLst>
            <pc:docMk/>
            <pc:sldMk cId="537278518" sldId="323"/>
            <ac:picMk id="10" creationId="{445912AC-624E-ED8B-8BD8-1BA7F4255ADE}"/>
          </ac:picMkLst>
        </pc:picChg>
        <pc:picChg chg="del">
          <ac:chgData name="Jefferson Passerini" userId="ec684a97d9b6a829" providerId="LiveId" clId="{9B9C2921-3405-4AE7-A664-A59C5D7FC136}" dt="2024-08-19T02:22:22.467" v="1105" actId="478"/>
          <ac:picMkLst>
            <pc:docMk/>
            <pc:sldMk cId="537278518" sldId="323"/>
            <ac:picMk id="12" creationId="{5F531C3C-6CD3-7253-A221-959B4B751450}"/>
          </ac:picMkLst>
        </pc:picChg>
      </pc:sldChg>
      <pc:sldChg chg="delSp modSp add mod ord">
        <pc:chgData name="Jefferson Passerini" userId="ec684a97d9b6a829" providerId="LiveId" clId="{9B9C2921-3405-4AE7-A664-A59C5D7FC136}" dt="2024-08-19T02:24:15.709" v="1197" actId="27636"/>
        <pc:sldMkLst>
          <pc:docMk/>
          <pc:sldMk cId="1852741127" sldId="324"/>
        </pc:sldMkLst>
        <pc:spChg chg="mod">
          <ac:chgData name="Jefferson Passerini" userId="ec684a97d9b6a829" providerId="LiveId" clId="{9B9C2921-3405-4AE7-A664-A59C5D7FC136}" dt="2024-08-19T02:23:22.850" v="1160" actId="20577"/>
          <ac:spMkLst>
            <pc:docMk/>
            <pc:sldMk cId="1852741127" sldId="324"/>
            <ac:spMk id="2" creationId="{EE1EA9E1-72F7-6EE9-327C-D1AA78D8B8DE}"/>
          </ac:spMkLst>
        </pc:spChg>
        <pc:spChg chg="mod">
          <ac:chgData name="Jefferson Passerini" userId="ec684a97d9b6a829" providerId="LiveId" clId="{9B9C2921-3405-4AE7-A664-A59C5D7FC136}" dt="2024-08-19T02:24:15.709" v="1197" actId="27636"/>
          <ac:spMkLst>
            <pc:docMk/>
            <pc:sldMk cId="1852741127" sldId="324"/>
            <ac:spMk id="3" creationId="{212081E4-07F6-C689-2ACC-B6CADD634983}"/>
          </ac:spMkLst>
        </pc:spChg>
        <pc:spChg chg="mod">
          <ac:chgData name="Jefferson Passerini" userId="ec684a97d9b6a829" providerId="LiveId" clId="{9B9C2921-3405-4AE7-A664-A59C5D7FC136}" dt="2024-08-19T02:23:17.698" v="1147" actId="1076"/>
          <ac:spMkLst>
            <pc:docMk/>
            <pc:sldMk cId="1852741127" sldId="324"/>
            <ac:spMk id="4" creationId="{5EA05B02-D80D-3624-D3E0-6EB75542A97B}"/>
          </ac:spMkLst>
        </pc:spChg>
        <pc:picChg chg="del mod">
          <ac:chgData name="Jefferson Passerini" userId="ec684a97d9b6a829" providerId="LiveId" clId="{9B9C2921-3405-4AE7-A664-A59C5D7FC136}" dt="2024-08-19T02:23:31.121" v="1175" actId="478"/>
          <ac:picMkLst>
            <pc:docMk/>
            <pc:sldMk cId="1852741127" sldId="324"/>
            <ac:picMk id="6" creationId="{56248FB6-5FC8-64DB-4990-51D2F2772009}"/>
          </ac:picMkLst>
        </pc:picChg>
      </pc:sldChg>
      <pc:sldChg chg="modSp add">
        <pc:chgData name="Jefferson Passerini" userId="ec684a97d9b6a829" providerId="LiveId" clId="{9B9C2921-3405-4AE7-A664-A59C5D7FC136}" dt="2024-08-19T02:23:12.545" v="1145" actId="20577"/>
        <pc:sldMkLst>
          <pc:docMk/>
          <pc:sldMk cId="4146740212" sldId="325"/>
        </pc:sldMkLst>
        <pc:spChg chg="mod">
          <ac:chgData name="Jefferson Passerini" userId="ec684a97d9b6a829" providerId="LiveId" clId="{9B9C2921-3405-4AE7-A664-A59C5D7FC136}" dt="2024-08-19T02:23:12.545" v="1145" actId="20577"/>
          <ac:spMkLst>
            <pc:docMk/>
            <pc:sldMk cId="4146740212" sldId="325"/>
            <ac:spMk id="2" creationId="{2E243026-E16F-9CDD-AE56-CF691B008A41}"/>
          </ac:spMkLst>
        </pc:spChg>
      </pc:sldChg>
    </pc:docChg>
  </pc:docChgLst>
  <pc:docChgLst>
    <pc:chgData name="Jefferson Passerini" userId="ec684a97d9b6a829" providerId="LiveId" clId="{69073BFF-648F-4201-870A-41E70D3BDDF9}"/>
    <pc:docChg chg="undo custSel addSld delSld modSld sldOrd">
      <pc:chgData name="Jefferson Passerini" userId="ec684a97d9b6a829" providerId="LiveId" clId="{69073BFF-648F-4201-870A-41E70D3BDDF9}" dt="2024-09-11T16:27:32.338" v="3674" actId="47"/>
      <pc:docMkLst>
        <pc:docMk/>
      </pc:docMkLst>
      <pc:sldChg chg="addSp delSp modSp mod modAnim">
        <pc:chgData name="Jefferson Passerini" userId="ec684a97d9b6a829" providerId="LiveId" clId="{69073BFF-648F-4201-870A-41E70D3BDDF9}" dt="2024-09-11T12:22:57.538" v="693" actId="14100"/>
        <pc:sldMkLst>
          <pc:docMk/>
          <pc:sldMk cId="3568309152" sldId="256"/>
        </pc:sldMkLst>
        <pc:spChg chg="mod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9073BFF-648F-4201-870A-41E70D3BDDF9}" dt="2024-09-11T12:22:57.538" v="693" actId="14100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19" creationId="{E91DC736-0EF8-4F87-9146-EBF1D2EE4D3D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1" creationId="{097CD68E-23E3-4007-8847-CD0944C4F7BE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3" creationId="{AF2F604E-43BE-4DC3-B983-E071523364F8}"/>
          </ac:spMkLst>
        </pc:spChg>
        <pc:spChg chg="add del">
          <ac:chgData name="Jefferson Passerini" userId="ec684a97d9b6a829" providerId="LiveId" clId="{69073BFF-648F-4201-870A-41E70D3BDDF9}" dt="2024-09-11T12:22:40.324" v="690" actId="26606"/>
          <ac:spMkLst>
            <pc:docMk/>
            <pc:sldMk cId="3568309152" sldId="256"/>
            <ac:spMk id="225" creationId="{08C9B587-E65E-4B52-B37C-ABEBB6E87928}"/>
          </ac:spMkLst>
        </pc:spChg>
        <pc:spChg chg="add del">
          <ac:chgData name="Jefferson Passerini" userId="ec684a97d9b6a829" providerId="LiveId" clId="{69073BFF-648F-4201-870A-41E70D3BDDF9}" dt="2024-09-11T12:22:40.320" v="689" actId="26606"/>
          <ac:spMkLst>
            <pc:docMk/>
            <pc:sldMk cId="3568309152" sldId="256"/>
            <ac:spMk id="230" creationId="{06DA9DF9-31F7-4056-B42E-878CC92417B8}"/>
          </ac:spMkLst>
        </pc:spChg>
        <pc:spChg chg="add del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2" creationId="{F49775AF-8896-43EE-92C6-83497D6DC56F}"/>
          </ac:spMkLst>
        </pc:spChg>
        <pc:spChg chg="add del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3" creationId="{9B7AD9F6-8CE7-4299-8FC6-328F4DCD3FF9}"/>
          </ac:spMkLst>
        </pc:spChg>
        <pc:spChg chg="add">
          <ac:chgData name="Jefferson Passerini" userId="ec684a97d9b6a829" providerId="LiveId" clId="{69073BFF-648F-4201-870A-41E70D3BDDF9}" dt="2024-09-11T12:22:50.021" v="692" actId="26606"/>
          <ac:spMkLst>
            <pc:docMk/>
            <pc:sldMk cId="3568309152" sldId="256"/>
            <ac:spMk id="238" creationId="{32E62931-8EB4-42BB-BAAB-D8757BE66D8E}"/>
          </ac:spMkLst>
        </pc:spChg>
        <pc:picChg chg="add mod">
          <ac:chgData name="Jefferson Passerini" userId="ec684a97d9b6a829" providerId="LiveId" clId="{69073BFF-648F-4201-870A-41E70D3BDDF9}" dt="2024-09-11T12:22:50.021" v="692" actId="26606"/>
          <ac:picMkLst>
            <pc:docMk/>
            <pc:sldMk cId="3568309152" sldId="256"/>
            <ac:picMk id="5" creationId="{9E9A9D6C-89BE-3DA5-E16F-28924F1B916A}"/>
          </ac:picMkLst>
        </pc:picChg>
        <pc:picChg chg="del">
          <ac:chgData name="Jefferson Passerini" userId="ec684a97d9b6a829" providerId="LiveId" clId="{69073BFF-648F-4201-870A-41E70D3BDDF9}" dt="2024-09-11T12:22:29.770" v="684" actId="478"/>
          <ac:picMkLst>
            <pc:docMk/>
            <pc:sldMk cId="3568309152" sldId="256"/>
            <ac:picMk id="6" creationId="{CE4C3F96-01C2-9409-0FD6-687C661B8906}"/>
          </ac:picMkLst>
        </pc:picChg>
      </pc:sldChg>
      <pc:sldChg chg="modSp mod">
        <pc:chgData name="Jefferson Passerini" userId="ec684a97d9b6a829" providerId="LiveId" clId="{69073BFF-648F-4201-870A-41E70D3BDDF9}" dt="2024-09-11T11:58:34.895" v="317" actId="20577"/>
        <pc:sldMkLst>
          <pc:docMk/>
          <pc:sldMk cId="1879529569" sldId="287"/>
        </pc:sldMkLst>
        <pc:spChg chg="mod">
          <ac:chgData name="Jefferson Passerini" userId="ec684a97d9b6a829" providerId="LiveId" clId="{69073BFF-648F-4201-870A-41E70D3BDDF9}" dt="2024-09-11T11:58:34.895" v="317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9073BFF-648F-4201-870A-41E70D3BDDF9}" dt="2024-09-11T11:54:53.071" v="103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69073BFF-648F-4201-870A-41E70D3BDDF9}" dt="2024-09-11T12:03:28.217" v="396" actId="20577"/>
        <pc:sldMkLst>
          <pc:docMk/>
          <pc:sldMk cId="777071449" sldId="288"/>
        </pc:sldMkLst>
        <pc:spChg chg="mod">
          <ac:chgData name="Jefferson Passerini" userId="ec684a97d9b6a829" providerId="LiveId" clId="{69073BFF-648F-4201-870A-41E70D3BDDF9}" dt="2024-09-11T12:03:28.217" v="396" actId="20577"/>
          <ac:spMkLst>
            <pc:docMk/>
            <pc:sldMk cId="777071449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0.809" v="47" actId="47"/>
        <pc:sldMkLst>
          <pc:docMk/>
          <pc:sldMk cId="4110157163" sldId="288"/>
        </pc:sldMkLst>
      </pc:sldChg>
      <pc:sldChg chg="modSp add mod">
        <pc:chgData name="Jefferson Passerini" userId="ec684a97d9b6a829" providerId="LiveId" clId="{69073BFF-648F-4201-870A-41E70D3BDDF9}" dt="2024-09-11T12:03:38.188" v="415" actId="20577"/>
        <pc:sldMkLst>
          <pc:docMk/>
          <pc:sldMk cId="2290999321" sldId="289"/>
        </pc:sldMkLst>
        <pc:spChg chg="mod">
          <ac:chgData name="Jefferson Passerini" userId="ec684a97d9b6a829" providerId="LiveId" clId="{69073BFF-648F-4201-870A-41E70D3BDDF9}" dt="2024-09-11T12:03:38.188" v="415" actId="20577"/>
          <ac:spMkLst>
            <pc:docMk/>
            <pc:sldMk cId="229099932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1.091" v="48" actId="47"/>
        <pc:sldMkLst>
          <pc:docMk/>
          <pc:sldMk cId="2346556844" sldId="289"/>
        </pc:sldMkLst>
      </pc:sldChg>
      <pc:sldChg chg="addSp modSp add mod">
        <pc:chgData name="Jefferson Passerini" userId="ec684a97d9b6a829" providerId="LiveId" clId="{69073BFF-648F-4201-870A-41E70D3BDDF9}" dt="2024-09-11T12:10:07.595" v="525" actId="14100"/>
        <pc:sldMkLst>
          <pc:docMk/>
          <pc:sldMk cId="3195367172" sldId="290"/>
        </pc:sldMkLst>
        <pc:spChg chg="mod">
          <ac:chgData name="Jefferson Passerini" userId="ec684a97d9b6a829" providerId="LiveId" clId="{69073BFF-648F-4201-870A-41E70D3BDDF9}" dt="2024-09-11T12:10:07.595" v="525" actId="14100"/>
          <ac:spMkLst>
            <pc:docMk/>
            <pc:sldMk cId="3195367172" sldId="290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2:04:37.218" v="438" actId="1076"/>
          <ac:picMkLst>
            <pc:docMk/>
            <pc:sldMk cId="3195367172" sldId="290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283" v="49" actId="47"/>
        <pc:sldMkLst>
          <pc:docMk/>
          <pc:sldMk cId="3804161518" sldId="290"/>
        </pc:sldMkLst>
      </pc:sldChg>
      <pc:sldChg chg="modSp add mod">
        <pc:chgData name="Jefferson Passerini" userId="ec684a97d9b6a829" providerId="LiveId" clId="{69073BFF-648F-4201-870A-41E70D3BDDF9}" dt="2024-09-11T12:10:14.691" v="527" actId="27636"/>
        <pc:sldMkLst>
          <pc:docMk/>
          <pc:sldMk cId="1668531145" sldId="291"/>
        </pc:sldMkLst>
        <pc:spChg chg="mod">
          <ac:chgData name="Jefferson Passerini" userId="ec684a97d9b6a829" providerId="LiveId" clId="{69073BFF-648F-4201-870A-41E70D3BDDF9}" dt="2024-09-11T12:10:14.691" v="527" actId="27636"/>
          <ac:spMkLst>
            <pc:docMk/>
            <pc:sldMk cId="1668531145" sldId="291"/>
            <ac:spMk id="3" creationId="{212081E4-07F6-C689-2ACC-B6CADD634983}"/>
          </ac:spMkLst>
        </pc:spChg>
        <pc:picChg chg="mod ord">
          <ac:chgData name="Jefferson Passerini" userId="ec684a97d9b6a829" providerId="LiveId" clId="{69073BFF-648F-4201-870A-41E70D3BDDF9}" dt="2024-09-11T12:08:32.816" v="498" actId="14100"/>
          <ac:picMkLst>
            <pc:docMk/>
            <pc:sldMk cId="1668531145" sldId="291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476" v="50" actId="47"/>
        <pc:sldMkLst>
          <pc:docMk/>
          <pc:sldMk cId="2532405675" sldId="291"/>
        </pc:sldMkLst>
      </pc:sldChg>
      <pc:sldChg chg="del">
        <pc:chgData name="Jefferson Passerini" userId="ec684a97d9b6a829" providerId="LiveId" clId="{69073BFF-648F-4201-870A-41E70D3BDDF9}" dt="2024-09-11T11:54:31.713" v="51" actId="47"/>
        <pc:sldMkLst>
          <pc:docMk/>
          <pc:sldMk cId="2628596664" sldId="292"/>
        </pc:sldMkLst>
      </pc:sldChg>
      <pc:sldChg chg="modSp add mod">
        <pc:chgData name="Jefferson Passerini" userId="ec684a97d9b6a829" providerId="LiveId" clId="{69073BFF-648F-4201-870A-41E70D3BDDF9}" dt="2024-09-11T12:09:49.274" v="520" actId="113"/>
        <pc:sldMkLst>
          <pc:docMk/>
          <pc:sldMk cId="3603699617" sldId="292"/>
        </pc:sldMkLst>
        <pc:spChg chg="mod">
          <ac:chgData name="Jefferson Passerini" userId="ec684a97d9b6a829" providerId="LiveId" clId="{69073BFF-648F-4201-870A-41E70D3BDDF9}" dt="2024-09-11T12:09:49.274" v="520" actId="113"/>
          <ac:spMkLst>
            <pc:docMk/>
            <pc:sldMk cId="3603699617" sldId="292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69073BFF-648F-4201-870A-41E70D3BDDF9}" dt="2024-09-11T12:15:33.359" v="645" actId="20577"/>
        <pc:sldMkLst>
          <pc:docMk/>
          <pc:sldMk cId="1957621975" sldId="293"/>
        </pc:sldMkLst>
        <pc:spChg chg="mod">
          <ac:chgData name="Jefferson Passerini" userId="ec684a97d9b6a829" providerId="LiveId" clId="{69073BFF-648F-4201-870A-41E70D3BDDF9}" dt="2024-09-11T12:15:33.359" v="645" actId="20577"/>
          <ac:spMkLst>
            <pc:docMk/>
            <pc:sldMk cId="1957621975" sldId="293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10:47.709" v="546" actId="478"/>
          <ac:picMkLst>
            <pc:docMk/>
            <pc:sldMk cId="1957621975" sldId="293"/>
            <ac:picMk id="5" creationId="{ABA40DC1-6225-A9FA-C8D1-7B37171294F4}"/>
          </ac:picMkLst>
        </pc:picChg>
      </pc:sldChg>
      <pc:sldChg chg="del">
        <pc:chgData name="Jefferson Passerini" userId="ec684a97d9b6a829" providerId="LiveId" clId="{69073BFF-648F-4201-870A-41E70D3BDDF9}" dt="2024-09-11T11:54:31.906" v="52" actId="47"/>
        <pc:sldMkLst>
          <pc:docMk/>
          <pc:sldMk cId="3835876583" sldId="293"/>
        </pc:sldMkLst>
      </pc:sldChg>
      <pc:sldChg chg="del">
        <pc:chgData name="Jefferson Passerini" userId="ec684a97d9b6a829" providerId="LiveId" clId="{69073BFF-648F-4201-870A-41E70D3BDDF9}" dt="2024-09-11T11:54:32.145" v="53" actId="47"/>
        <pc:sldMkLst>
          <pc:docMk/>
          <pc:sldMk cId="3578035715" sldId="294"/>
        </pc:sldMkLst>
      </pc:sldChg>
      <pc:sldChg chg="modSp add mod">
        <pc:chgData name="Jefferson Passerini" userId="ec684a97d9b6a829" providerId="LiveId" clId="{69073BFF-648F-4201-870A-41E70D3BDDF9}" dt="2024-09-11T13:14:19.875" v="1176" actId="113"/>
        <pc:sldMkLst>
          <pc:docMk/>
          <pc:sldMk cId="4192453933" sldId="294"/>
        </pc:sldMkLst>
        <pc:spChg chg="mod">
          <ac:chgData name="Jefferson Passerini" userId="ec684a97d9b6a829" providerId="LiveId" clId="{69073BFF-648F-4201-870A-41E70D3BDDF9}" dt="2024-09-11T13:14:19.875" v="1176" actId="113"/>
          <ac:spMkLst>
            <pc:docMk/>
            <pc:sldMk cId="4192453933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2.387" v="54" actId="47"/>
        <pc:sldMkLst>
          <pc:docMk/>
          <pc:sldMk cId="466280431" sldId="295"/>
        </pc:sldMkLst>
      </pc:sldChg>
      <pc:sldChg chg="modSp add mod">
        <pc:chgData name="Jefferson Passerini" userId="ec684a97d9b6a829" providerId="LiveId" clId="{69073BFF-648F-4201-870A-41E70D3BDDF9}" dt="2024-09-11T12:17:22.593" v="683" actId="114"/>
        <pc:sldMkLst>
          <pc:docMk/>
          <pc:sldMk cId="515291738" sldId="295"/>
        </pc:sldMkLst>
        <pc:spChg chg="mod">
          <ac:chgData name="Jefferson Passerini" userId="ec684a97d9b6a829" providerId="LiveId" clId="{69073BFF-648F-4201-870A-41E70D3BDDF9}" dt="2024-09-11T12:17:22.593" v="683" actId="114"/>
          <ac:spMkLst>
            <pc:docMk/>
            <pc:sldMk cId="515291738" sldId="295"/>
            <ac:spMk id="3" creationId="{212081E4-07F6-C689-2ACC-B6CADD634983}"/>
          </ac:spMkLst>
        </pc:spChg>
      </pc:sldChg>
      <pc:sldChg chg="modSp add ord">
        <pc:chgData name="Jefferson Passerini" userId="ec684a97d9b6a829" providerId="LiveId" clId="{69073BFF-648F-4201-870A-41E70D3BDDF9}" dt="2024-09-11T12:24:21.275" v="758" actId="20577"/>
        <pc:sldMkLst>
          <pc:docMk/>
          <pc:sldMk cId="689337600" sldId="296"/>
        </pc:sldMkLst>
        <pc:spChg chg="mod">
          <ac:chgData name="Jefferson Passerini" userId="ec684a97d9b6a829" providerId="LiveId" clId="{69073BFF-648F-4201-870A-41E70D3BDDF9}" dt="2024-09-11T12:24:21.275" v="758" actId="20577"/>
          <ac:spMkLst>
            <pc:docMk/>
            <pc:sldMk cId="68933760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69073BFF-648F-4201-870A-41E70D3BDDF9}" dt="2024-09-11T11:54:33.826" v="60" actId="47"/>
        <pc:sldMkLst>
          <pc:docMk/>
          <pc:sldMk cId="1027580530" sldId="296"/>
        </pc:sldMkLst>
      </pc:sldChg>
      <pc:sldChg chg="del">
        <pc:chgData name="Jefferson Passerini" userId="ec684a97d9b6a829" providerId="LiveId" clId="{69073BFF-648F-4201-870A-41E70D3BDDF9}" dt="2024-09-11T11:54:34.021" v="61" actId="47"/>
        <pc:sldMkLst>
          <pc:docMk/>
          <pc:sldMk cId="619452697" sldId="297"/>
        </pc:sldMkLst>
      </pc:sldChg>
      <pc:sldChg chg="add">
        <pc:chgData name="Jefferson Passerini" userId="ec684a97d9b6a829" providerId="LiveId" clId="{69073BFF-648F-4201-870A-41E70D3BDDF9}" dt="2024-09-11T12:23:58.041" v="729" actId="2890"/>
        <pc:sldMkLst>
          <pc:docMk/>
          <pc:sldMk cId="3138521553" sldId="297"/>
        </pc:sldMkLst>
      </pc:sldChg>
      <pc:sldChg chg="del">
        <pc:chgData name="Jefferson Passerini" userId="ec684a97d9b6a829" providerId="LiveId" clId="{69073BFF-648F-4201-870A-41E70D3BDDF9}" dt="2024-09-11T11:54:34.548" v="62" actId="47"/>
        <pc:sldMkLst>
          <pc:docMk/>
          <pc:sldMk cId="1938676965" sldId="298"/>
        </pc:sldMkLst>
      </pc:sldChg>
      <pc:sldChg chg="add">
        <pc:chgData name="Jefferson Passerini" userId="ec684a97d9b6a829" providerId="LiveId" clId="{69073BFF-648F-4201-870A-41E70D3BDDF9}" dt="2024-09-11T12:24:14.584" v="752" actId="2890"/>
        <pc:sldMkLst>
          <pc:docMk/>
          <pc:sldMk cId="2056410237" sldId="298"/>
        </pc:sldMkLst>
      </pc:sldChg>
      <pc:sldChg chg="addSp delSp modSp add mod">
        <pc:chgData name="Jefferson Passerini" userId="ec684a97d9b6a829" providerId="LiveId" clId="{69073BFF-648F-4201-870A-41E70D3BDDF9}" dt="2024-09-11T12:32:42.066" v="868" actId="114"/>
        <pc:sldMkLst>
          <pc:docMk/>
          <pc:sldMk cId="1917152091" sldId="299"/>
        </pc:sldMkLst>
        <pc:spChg chg="mod">
          <ac:chgData name="Jefferson Passerini" userId="ec684a97d9b6a829" providerId="LiveId" clId="{69073BFF-648F-4201-870A-41E70D3BDDF9}" dt="2024-09-11T12:32:42.066" v="868" actId="114"/>
          <ac:spMkLst>
            <pc:docMk/>
            <pc:sldMk cId="1917152091" sldId="299"/>
            <ac:spMk id="3" creationId="{212081E4-07F6-C689-2ACC-B6CADD634983}"/>
          </ac:spMkLst>
        </pc:spChg>
        <pc:picChg chg="del">
          <ac:chgData name="Jefferson Passerini" userId="ec684a97d9b6a829" providerId="LiveId" clId="{69073BFF-648F-4201-870A-41E70D3BDDF9}" dt="2024-09-11T12:25:47.335" v="797" actId="478"/>
          <ac:picMkLst>
            <pc:docMk/>
            <pc:sldMk cId="1917152091" sldId="299"/>
            <ac:picMk id="5" creationId="{ABA40DC1-6225-A9FA-C8D1-7B37171294F4}"/>
          </ac:picMkLst>
        </pc:picChg>
        <pc:picChg chg="add del mod">
          <ac:chgData name="Jefferson Passerini" userId="ec684a97d9b6a829" providerId="LiveId" clId="{69073BFF-648F-4201-870A-41E70D3BDDF9}" dt="2024-09-11T12:31:24.233" v="845" actId="478"/>
          <ac:picMkLst>
            <pc:docMk/>
            <pc:sldMk cId="1917152091" sldId="299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5.710" v="63" actId="47"/>
        <pc:sldMkLst>
          <pc:docMk/>
          <pc:sldMk cId="3361440829" sldId="299"/>
        </pc:sldMkLst>
      </pc:sldChg>
      <pc:sldChg chg="modSp add mod">
        <pc:chgData name="Jefferson Passerini" userId="ec684a97d9b6a829" providerId="LiveId" clId="{69073BFF-648F-4201-870A-41E70D3BDDF9}" dt="2024-09-11T12:32:05.397" v="858" actId="1076"/>
        <pc:sldMkLst>
          <pc:docMk/>
          <pc:sldMk cId="2851419289" sldId="300"/>
        </pc:sldMkLst>
        <pc:spChg chg="mod">
          <ac:chgData name="Jefferson Passerini" userId="ec684a97d9b6a829" providerId="LiveId" clId="{69073BFF-648F-4201-870A-41E70D3BDDF9}" dt="2024-09-11T12:31:57.970" v="857" actId="14100"/>
          <ac:spMkLst>
            <pc:docMk/>
            <pc:sldMk cId="2851419289" sldId="300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2:05.397" v="858" actId="1076"/>
          <ac:picMkLst>
            <pc:docMk/>
            <pc:sldMk cId="2851419289" sldId="300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627" v="55" actId="47"/>
        <pc:sldMkLst>
          <pc:docMk/>
          <pc:sldMk cId="4211298744" sldId="300"/>
        </pc:sldMkLst>
      </pc:sldChg>
      <pc:sldChg chg="del">
        <pc:chgData name="Jefferson Passerini" userId="ec684a97d9b6a829" providerId="LiveId" clId="{69073BFF-648F-4201-870A-41E70D3BDDF9}" dt="2024-09-11T11:54:33.538" v="59" actId="47"/>
        <pc:sldMkLst>
          <pc:docMk/>
          <pc:sldMk cId="62111205" sldId="301"/>
        </pc:sldMkLst>
      </pc:sldChg>
      <pc:sldChg chg="modSp add mod">
        <pc:chgData name="Jefferson Passerini" userId="ec684a97d9b6a829" providerId="LiveId" clId="{69073BFF-648F-4201-870A-41E70D3BDDF9}" dt="2024-09-11T12:34:01.795" v="893" actId="1076"/>
        <pc:sldMkLst>
          <pc:docMk/>
          <pc:sldMk cId="3749932431" sldId="301"/>
        </pc:sldMkLst>
        <pc:spChg chg="mod">
          <ac:chgData name="Jefferson Passerini" userId="ec684a97d9b6a829" providerId="LiveId" clId="{69073BFF-648F-4201-870A-41E70D3BDDF9}" dt="2024-09-11T12:33:54.605" v="890" actId="20577"/>
          <ac:spMkLst>
            <pc:docMk/>
            <pc:sldMk cId="3749932431" sldId="301"/>
            <ac:spMk id="3" creationId="{212081E4-07F6-C689-2ACC-B6CADD634983}"/>
          </ac:spMkLst>
        </pc:spChg>
        <pc:picChg chg="mod">
          <ac:chgData name="Jefferson Passerini" userId="ec684a97d9b6a829" providerId="LiveId" clId="{69073BFF-648F-4201-870A-41E70D3BDDF9}" dt="2024-09-11T12:34:01.795" v="893" actId="1076"/>
          <ac:picMkLst>
            <pc:docMk/>
            <pc:sldMk cId="3749932431" sldId="301"/>
            <ac:picMk id="6" creationId="{9F126CA9-3ACF-F2E8-371E-5B2F5ACCC68D}"/>
          </ac:picMkLst>
        </pc:picChg>
      </pc:sldChg>
      <pc:sldChg chg="del">
        <pc:chgData name="Jefferson Passerini" userId="ec684a97d9b6a829" providerId="LiveId" clId="{69073BFF-648F-4201-870A-41E70D3BDDF9}" dt="2024-09-11T11:54:32.868" v="56" actId="47"/>
        <pc:sldMkLst>
          <pc:docMk/>
          <pc:sldMk cId="1188976495" sldId="302"/>
        </pc:sldMkLst>
      </pc:sldChg>
      <pc:sldChg chg="add del">
        <pc:chgData name="Jefferson Passerini" userId="ec684a97d9b6a829" providerId="LiveId" clId="{69073BFF-648F-4201-870A-41E70D3BDDF9}" dt="2024-09-11T13:12:07.131" v="1003" actId="47"/>
        <pc:sldMkLst>
          <pc:docMk/>
          <pc:sldMk cId="3106784970" sldId="302"/>
        </pc:sldMkLst>
      </pc:sldChg>
      <pc:sldChg chg="addSp delSp modSp add mod ord">
        <pc:chgData name="Jefferson Passerini" userId="ec684a97d9b6a829" providerId="LiveId" clId="{69073BFF-648F-4201-870A-41E70D3BDDF9}" dt="2024-09-11T13:19:24.574" v="1342"/>
        <pc:sldMkLst>
          <pc:docMk/>
          <pc:sldMk cId="850080526" sldId="303"/>
        </pc:sldMkLst>
        <pc:spChg chg="add mod">
          <ac:chgData name="Jefferson Passerini" userId="ec684a97d9b6a829" providerId="LiveId" clId="{69073BFF-648F-4201-870A-41E70D3BDDF9}" dt="2024-09-11T12:35:53.371" v="921" actId="1076"/>
          <ac:spMkLst>
            <pc:docMk/>
            <pc:sldMk cId="850080526" sldId="303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3:10:17.352" v="955" actId="478"/>
          <ac:spMkLst>
            <pc:docMk/>
            <pc:sldMk cId="850080526" sldId="303"/>
            <ac:spMk id="3" creationId="{212081E4-07F6-C689-2ACC-B6CADD634983}"/>
          </ac:spMkLst>
        </pc:spChg>
        <pc:spChg chg="mod">
          <ac:chgData name="Jefferson Passerini" userId="ec684a97d9b6a829" providerId="LiveId" clId="{69073BFF-648F-4201-870A-41E70D3BDDF9}" dt="2024-09-11T13:10:13.030" v="954" actId="1076"/>
          <ac:spMkLst>
            <pc:docMk/>
            <pc:sldMk cId="850080526" sldId="303"/>
            <ac:spMk id="4" creationId="{5EA05B02-D80D-3624-D3E0-6EB75542A97B}"/>
          </ac:spMkLst>
        </pc:spChg>
        <pc:spChg chg="add del mod">
          <ac:chgData name="Jefferson Passerini" userId="ec684a97d9b6a829" providerId="LiveId" clId="{69073BFF-648F-4201-870A-41E70D3BDDF9}" dt="2024-09-11T13:10:22.613" v="956" actId="478"/>
          <ac:spMkLst>
            <pc:docMk/>
            <pc:sldMk cId="850080526" sldId="303"/>
            <ac:spMk id="12" creationId="{740B284A-21A2-F5EB-98DE-87DF51F01BBA}"/>
          </ac:spMkLst>
        </pc:spChg>
        <pc:spChg chg="add mod">
          <ac:chgData name="Jefferson Passerini" userId="ec684a97d9b6a829" providerId="LiveId" clId="{69073BFF-648F-4201-870A-41E70D3BDDF9}" dt="2024-09-11T13:15:41.027" v="1289" actId="1076"/>
          <ac:spMkLst>
            <pc:docMk/>
            <pc:sldMk cId="850080526" sldId="303"/>
            <ac:spMk id="13" creationId="{3420127C-3077-26BE-DF82-400B138DF25B}"/>
          </ac:spMkLst>
        </pc:spChg>
        <pc:spChg chg="add mod">
          <ac:chgData name="Jefferson Passerini" userId="ec684a97d9b6a829" providerId="LiveId" clId="{69073BFF-648F-4201-870A-41E70D3BDDF9}" dt="2024-09-11T13:15:51.926" v="1292" actId="1076"/>
          <ac:spMkLst>
            <pc:docMk/>
            <pc:sldMk cId="850080526" sldId="303"/>
            <ac:spMk id="16" creationId="{ECFFE2CE-14F1-D078-4371-2E659B04CA6B}"/>
          </ac:spMkLst>
        </pc:spChg>
        <pc:spChg chg="add mod">
          <ac:chgData name="Jefferson Passerini" userId="ec684a97d9b6a829" providerId="LiveId" clId="{69073BFF-648F-4201-870A-41E70D3BDDF9}" dt="2024-09-11T13:19:14.252" v="1340" actId="20577"/>
          <ac:spMkLst>
            <pc:docMk/>
            <pc:sldMk cId="850080526" sldId="303"/>
            <ac:spMk id="17" creationId="{5946E3E6-2297-74EC-F53F-2FD5E6A0666F}"/>
          </ac:spMkLst>
        </pc:spChg>
        <pc:picChg chg="add mod">
          <ac:chgData name="Jefferson Passerini" userId="ec684a97d9b6a829" providerId="LiveId" clId="{69073BFF-648F-4201-870A-41E70D3BDDF9}" dt="2024-09-11T13:09:25.528" v="941" actId="1076"/>
          <ac:picMkLst>
            <pc:docMk/>
            <pc:sldMk cId="850080526" sldId="303"/>
            <ac:picMk id="5" creationId="{EB63B497-355D-CE6F-C7D9-EBCDA8FF7166}"/>
          </ac:picMkLst>
        </pc:picChg>
        <pc:picChg chg="del">
          <ac:chgData name="Jefferson Passerini" userId="ec684a97d9b6a829" providerId="LiveId" clId="{69073BFF-648F-4201-870A-41E70D3BDDF9}" dt="2024-09-11T12:35:20.361" v="911" actId="478"/>
          <ac:picMkLst>
            <pc:docMk/>
            <pc:sldMk cId="850080526" sldId="303"/>
            <ac:picMk id="6" creationId="{9F126CA9-3ACF-F2E8-371E-5B2F5ACCC68D}"/>
          </ac:picMkLst>
        </pc:picChg>
        <pc:picChg chg="add mod">
          <ac:chgData name="Jefferson Passerini" userId="ec684a97d9b6a829" providerId="LiveId" clId="{69073BFF-648F-4201-870A-41E70D3BDDF9}" dt="2024-09-11T13:09:47.492" v="949" actId="1076"/>
          <ac:picMkLst>
            <pc:docMk/>
            <pc:sldMk cId="850080526" sldId="303"/>
            <ac:picMk id="7" creationId="{6D833D69-2F33-26B3-D3D1-D058570B9006}"/>
          </ac:picMkLst>
        </pc:picChg>
        <pc:cxnChg chg="add mod">
          <ac:chgData name="Jefferson Passerini" userId="ec684a97d9b6a829" providerId="LiveId" clId="{69073BFF-648F-4201-870A-41E70D3BDDF9}" dt="2024-09-11T13:11:24.176" v="1002" actId="14100"/>
          <ac:cxnSpMkLst>
            <pc:docMk/>
            <pc:sldMk cId="850080526" sldId="303"/>
            <ac:cxnSpMk id="9" creationId="{A0611C70-CCE7-8096-6090-B6E71E209F41}"/>
          </ac:cxnSpMkLst>
        </pc:cxnChg>
        <pc:cxnChg chg="add mod">
          <ac:chgData name="Jefferson Passerini" userId="ec684a97d9b6a829" providerId="LiveId" clId="{69073BFF-648F-4201-870A-41E70D3BDDF9}" dt="2024-09-11T13:11:21.569" v="1001" actId="14100"/>
          <ac:cxnSpMkLst>
            <pc:docMk/>
            <pc:sldMk cId="850080526" sldId="303"/>
            <ac:cxnSpMk id="10" creationId="{9FA733A4-B29E-B06F-C77A-5B70F26D57DB}"/>
          </ac:cxnSpMkLst>
        </pc:cxnChg>
      </pc:sldChg>
      <pc:sldChg chg="del">
        <pc:chgData name="Jefferson Passerini" userId="ec684a97d9b6a829" providerId="LiveId" clId="{69073BFF-648F-4201-870A-41E70D3BDDF9}" dt="2024-09-11T11:54:33.108" v="57" actId="47"/>
        <pc:sldMkLst>
          <pc:docMk/>
          <pc:sldMk cId="2836738579" sldId="303"/>
        </pc:sldMkLst>
      </pc:sldChg>
      <pc:sldChg chg="modSp add del mod ord">
        <pc:chgData name="Jefferson Passerini" userId="ec684a97d9b6a829" providerId="LiveId" clId="{69073BFF-648F-4201-870A-41E70D3BDDF9}" dt="2024-09-11T16:27:32.338" v="3674" actId="47"/>
        <pc:sldMkLst>
          <pc:docMk/>
          <pc:sldMk cId="2204325611" sldId="304"/>
        </pc:sldMkLst>
        <pc:spChg chg="mod">
          <ac:chgData name="Jefferson Passerini" userId="ec684a97d9b6a829" providerId="LiveId" clId="{69073BFF-648F-4201-870A-41E70D3BDDF9}" dt="2024-09-11T12:36:06.609" v="936" actId="20577"/>
          <ac:spMkLst>
            <pc:docMk/>
            <pc:sldMk cId="2204325611" sldId="304"/>
            <ac:spMk id="2" creationId="{51F78C9B-2BBD-6BBB-2AC2-A53718FC71D5}"/>
          </ac:spMkLst>
        </pc:spChg>
        <pc:spChg chg="mod">
          <ac:chgData name="Jefferson Passerini" userId="ec684a97d9b6a829" providerId="LiveId" clId="{69073BFF-648F-4201-870A-41E70D3BDDF9}" dt="2024-09-11T12:36:12.512" v="937" actId="6549"/>
          <ac:spMkLst>
            <pc:docMk/>
            <pc:sldMk cId="2204325611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69073BFF-648F-4201-870A-41E70D3BDDF9}" dt="2024-09-11T11:54:33.347" v="58" actId="47"/>
        <pc:sldMkLst>
          <pc:docMk/>
          <pc:sldMk cId="4206375053" sldId="304"/>
        </pc:sldMkLst>
      </pc:sldChg>
      <pc:sldChg chg="addSp modSp add mod">
        <pc:chgData name="Jefferson Passerini" userId="ec684a97d9b6a829" providerId="LiveId" clId="{69073BFF-648F-4201-870A-41E70D3BDDF9}" dt="2024-09-11T16:12:44.197" v="3535" actId="164"/>
        <pc:sldMkLst>
          <pc:docMk/>
          <pc:sldMk cId="602743210" sldId="305"/>
        </pc:sldMkLst>
        <pc:spChg chg="mod">
          <ac:chgData name="Jefferson Passerini" userId="ec684a97d9b6a829" providerId="LiveId" clId="{69073BFF-648F-4201-870A-41E70D3BDDF9}" dt="2024-09-11T13:27:18.053" v="1595" actId="1076"/>
          <ac:spMkLst>
            <pc:docMk/>
            <pc:sldMk cId="602743210" sldId="305"/>
            <ac:spMk id="3" creationId="{212081E4-07F6-C689-2ACC-B6CADD634983}"/>
          </ac:spMkLst>
        </pc:spChg>
        <pc:grpChg chg="add mod">
          <ac:chgData name="Jefferson Passerini" userId="ec684a97d9b6a829" providerId="LiveId" clId="{69073BFF-648F-4201-870A-41E70D3BDDF9}" dt="2024-09-11T16:12:28.921" v="3530" actId="164"/>
          <ac:grpSpMkLst>
            <pc:docMk/>
            <pc:sldMk cId="602743210" sldId="305"/>
            <ac:grpSpMk id="11" creationId="{B5CB754E-506F-0D7C-99ED-8319818857B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4" creationId="{B0115447-C1CB-06D9-C16B-E54F5D2C140A}"/>
          </ac:grpSpMkLst>
        </pc:grpChg>
        <pc:grpChg chg="add mod">
          <ac:chgData name="Jefferson Passerini" userId="ec684a97d9b6a829" providerId="LiveId" clId="{69073BFF-648F-4201-870A-41E70D3BDDF9}" dt="2024-09-11T16:12:44.197" v="3535" actId="164"/>
          <ac:grpSpMkLst>
            <pc:docMk/>
            <pc:sldMk cId="602743210" sldId="305"/>
            <ac:grpSpMk id="19" creationId="{02283ABF-A1B1-D552-C4A4-47C6F44E0DD4}"/>
          </ac:grpSpMkLst>
        </pc:grpChg>
        <pc:picChg chg="add mod">
          <ac:chgData name="Jefferson Passerini" userId="ec684a97d9b6a829" providerId="LiveId" clId="{69073BFF-648F-4201-870A-41E70D3BDDF9}" dt="2024-09-11T13:27:21.604" v="1597" actId="1076"/>
          <ac:picMkLst>
            <pc:docMk/>
            <pc:sldMk cId="602743210" sldId="305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8" creationId="{EA399829-5BF6-86B2-BE53-69031F212305}"/>
          </ac:picMkLst>
        </pc:picChg>
        <pc:picChg chg="add mod">
          <ac:chgData name="Jefferson Passerini" userId="ec684a97d9b6a829" providerId="LiveId" clId="{69073BFF-648F-4201-870A-41E70D3BDDF9}" dt="2024-09-11T16:12:20.032" v="3527" actId="164"/>
          <ac:picMkLst>
            <pc:docMk/>
            <pc:sldMk cId="602743210" sldId="305"/>
            <ac:picMk id="10" creationId="{5BC57AE9-F578-7C73-C20B-4DE5F876EA1C}"/>
          </ac:picMkLst>
        </pc:picChg>
        <pc:picChg chg="add mod">
          <ac:chgData name="Jefferson Passerini" userId="ec684a97d9b6a829" providerId="LiveId" clId="{69073BFF-648F-4201-870A-41E70D3BDDF9}" dt="2024-09-11T16:12:28.921" v="3530" actId="164"/>
          <ac:picMkLst>
            <pc:docMk/>
            <pc:sldMk cId="602743210" sldId="305"/>
            <ac:picMk id="13" creationId="{A13B3BBC-C590-112C-5BB2-6F73E2EDB0E1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6" creationId="{7FA4D370-4461-1045-758B-E915BB246F79}"/>
          </ac:picMkLst>
        </pc:picChg>
        <pc:picChg chg="add mod">
          <ac:chgData name="Jefferson Passerini" userId="ec684a97d9b6a829" providerId="LiveId" clId="{69073BFF-648F-4201-870A-41E70D3BDDF9}" dt="2024-09-11T16:12:44.197" v="3535" actId="164"/>
          <ac:picMkLst>
            <pc:docMk/>
            <pc:sldMk cId="602743210" sldId="305"/>
            <ac:picMk id="18" creationId="{32F01F58-B28A-C2E0-F59B-310D36510D08}"/>
          </ac:picMkLst>
        </pc:picChg>
      </pc:sldChg>
      <pc:sldChg chg="addSp delSp modSp add mod">
        <pc:chgData name="Jefferson Passerini" userId="ec684a97d9b6a829" providerId="LiveId" clId="{69073BFF-648F-4201-870A-41E70D3BDDF9}" dt="2024-09-11T13:30:39.378" v="1607" actId="1076"/>
        <pc:sldMkLst>
          <pc:docMk/>
          <pc:sldMk cId="3814906623" sldId="306"/>
        </pc:sldMkLst>
        <pc:picChg chg="add mod">
          <ac:chgData name="Jefferson Passerini" userId="ec684a97d9b6a829" providerId="LiveId" clId="{69073BFF-648F-4201-870A-41E70D3BDDF9}" dt="2024-09-11T13:30:39.378" v="1607" actId="1076"/>
          <ac:picMkLst>
            <pc:docMk/>
            <pc:sldMk cId="3814906623" sldId="306"/>
            <ac:picMk id="7" creationId="{B4018DEA-A54E-C80C-93F4-1B5C5F2E082A}"/>
          </ac:picMkLst>
        </pc:picChg>
        <pc:picChg chg="del">
          <ac:chgData name="Jefferson Passerini" userId="ec684a97d9b6a829" providerId="LiveId" clId="{69073BFF-648F-4201-870A-41E70D3BDDF9}" dt="2024-09-11T13:27:58.228" v="1603" actId="478"/>
          <ac:picMkLst>
            <pc:docMk/>
            <pc:sldMk cId="3814906623" sldId="306"/>
            <ac:picMk id="8" creationId="{EA399829-5BF6-86B2-BE53-69031F212305}"/>
          </ac:picMkLst>
        </pc:picChg>
      </pc:sldChg>
      <pc:sldChg chg="addSp delSp modSp add mod">
        <pc:chgData name="Jefferson Passerini" userId="ec684a97d9b6a829" providerId="LiveId" clId="{69073BFF-648F-4201-870A-41E70D3BDDF9}" dt="2024-09-11T13:32:54.905" v="1611" actId="1076"/>
        <pc:sldMkLst>
          <pc:docMk/>
          <pc:sldMk cId="2886338390" sldId="307"/>
        </pc:sldMkLst>
        <pc:picChg chg="del">
          <ac:chgData name="Jefferson Passerini" userId="ec684a97d9b6a829" providerId="LiveId" clId="{69073BFF-648F-4201-870A-41E70D3BDDF9}" dt="2024-09-11T13:30:44.056" v="1609" actId="478"/>
          <ac:picMkLst>
            <pc:docMk/>
            <pc:sldMk cId="2886338390" sldId="307"/>
            <ac:picMk id="7" creationId="{B4018DEA-A54E-C80C-93F4-1B5C5F2E082A}"/>
          </ac:picMkLst>
        </pc:picChg>
        <pc:picChg chg="add mod">
          <ac:chgData name="Jefferson Passerini" userId="ec684a97d9b6a829" providerId="LiveId" clId="{69073BFF-648F-4201-870A-41E70D3BDDF9}" dt="2024-09-11T13:32:54.905" v="1611" actId="1076"/>
          <ac:picMkLst>
            <pc:docMk/>
            <pc:sldMk cId="2886338390" sldId="307"/>
            <ac:picMk id="8" creationId="{1122E935-4E38-07F3-D9EA-3057C3C4CFA2}"/>
          </ac:picMkLst>
        </pc:picChg>
      </pc:sldChg>
      <pc:sldChg chg="addSp delSp modSp add mod">
        <pc:chgData name="Jefferson Passerini" userId="ec684a97d9b6a829" providerId="LiveId" clId="{69073BFF-648F-4201-870A-41E70D3BDDF9}" dt="2024-09-11T16:15:25.458" v="3552" actId="164"/>
        <pc:sldMkLst>
          <pc:docMk/>
          <pc:sldMk cId="2087366521" sldId="308"/>
        </pc:sldMkLst>
        <pc:spChg chg="mod">
          <ac:chgData name="Jefferson Passerini" userId="ec684a97d9b6a829" providerId="LiveId" clId="{69073BFF-648F-4201-870A-41E70D3BDDF9}" dt="2024-09-11T13:39:05.868" v="1801" actId="1076"/>
          <ac:spMkLst>
            <pc:docMk/>
            <pc:sldMk cId="2087366521" sldId="308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3:48:10.554" v="2060" actId="207"/>
          <ac:spMkLst>
            <pc:docMk/>
            <pc:sldMk cId="2087366521" sldId="308"/>
            <ac:spMk id="15" creationId="{82F30190-FBB1-1B49-3364-0EC06FFCA9BB}"/>
          </ac:spMkLst>
        </pc:spChg>
        <pc:spChg chg="add del">
          <ac:chgData name="Jefferson Passerini" userId="ec684a97d9b6a829" providerId="LiveId" clId="{69073BFF-648F-4201-870A-41E70D3BDDF9}" dt="2024-09-11T16:14:44.578" v="3537" actId="22"/>
          <ac:spMkLst>
            <pc:docMk/>
            <pc:sldMk cId="2087366521" sldId="308"/>
            <ac:spMk id="17" creationId="{D2E1CE77-1F42-CBB2-3724-D16297888B4F}"/>
          </ac:spMkLst>
        </pc:spChg>
        <pc:grpChg chg="add mod">
          <ac:chgData name="Jefferson Passerini" userId="ec684a97d9b6a829" providerId="LiveId" clId="{69073BFF-648F-4201-870A-41E70D3BDDF9}" dt="2024-09-11T16:15:25.458" v="3552" actId="164"/>
          <ac:grpSpMkLst>
            <pc:docMk/>
            <pc:sldMk cId="2087366521" sldId="308"/>
            <ac:grpSpMk id="20" creationId="{68A582E2-6973-9D83-A0EA-461DAFB4FD10}"/>
          </ac:grpSpMkLst>
        </pc:grpChg>
        <pc:picChg chg="del">
          <ac:chgData name="Jefferson Passerini" userId="ec684a97d9b6a829" providerId="LiveId" clId="{69073BFF-648F-4201-870A-41E70D3BDDF9}" dt="2024-09-11T13:34:46.058" v="1774" actId="478"/>
          <ac:picMkLst>
            <pc:docMk/>
            <pc:sldMk cId="2087366521" sldId="308"/>
            <ac:picMk id="6" creationId="{2F5BFF92-D943-EB4E-E493-0D6E87BB8F02}"/>
          </ac:picMkLst>
        </pc:picChg>
        <pc:picChg chg="add mod">
          <ac:chgData name="Jefferson Passerini" userId="ec684a97d9b6a829" providerId="LiveId" clId="{69073BFF-648F-4201-870A-41E70D3BDDF9}" dt="2024-09-11T13:38:07.573" v="1793" actId="1076"/>
          <ac:picMkLst>
            <pc:docMk/>
            <pc:sldMk cId="2087366521" sldId="308"/>
            <ac:picMk id="7" creationId="{6AC18180-799B-3C39-E254-F0050B5EF1B3}"/>
          </ac:picMkLst>
        </pc:picChg>
        <pc:picChg chg="del">
          <ac:chgData name="Jefferson Passerini" userId="ec684a97d9b6a829" providerId="LiveId" clId="{69073BFF-648F-4201-870A-41E70D3BDDF9}" dt="2024-09-11T13:34:47.156" v="1775" actId="478"/>
          <ac:picMkLst>
            <pc:docMk/>
            <pc:sldMk cId="2087366521" sldId="308"/>
            <ac:picMk id="8" creationId="{1122E935-4E38-07F3-D9EA-3057C3C4CFA2}"/>
          </ac:picMkLst>
        </pc:picChg>
        <pc:picChg chg="add del mod">
          <ac:chgData name="Jefferson Passerini" userId="ec684a97d9b6a829" providerId="LiveId" clId="{69073BFF-648F-4201-870A-41E70D3BDDF9}" dt="2024-09-11T13:42:19.337" v="1827" actId="478"/>
          <ac:picMkLst>
            <pc:docMk/>
            <pc:sldMk cId="2087366521" sldId="308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2:45.604" v="1831" actId="478"/>
          <ac:picMkLst>
            <pc:docMk/>
            <pc:sldMk cId="2087366521" sldId="308"/>
            <ac:picMk id="12" creationId="{9C012E37-C02B-AF1F-006B-E9326CC79AEB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25.458" v="3552" actId="164"/>
          <ac:picMkLst>
            <pc:docMk/>
            <pc:sldMk cId="2087366521" sldId="308"/>
            <ac:picMk id="19" creationId="{AF2CDBD1-5C94-5424-9B10-9305F1465A3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3:57:36.908" v="2707" actId="14100"/>
        <pc:sldMkLst>
          <pc:docMk/>
          <pc:sldMk cId="2661560227" sldId="309"/>
        </pc:sldMkLst>
        <pc:spChg chg="del">
          <ac:chgData name="Jefferson Passerini" userId="ec684a97d9b6a829" providerId="LiveId" clId="{69073BFF-648F-4201-870A-41E70D3BDDF9}" dt="2024-09-11T13:39:13.525" v="1803" actId="478"/>
          <ac:spMkLst>
            <pc:docMk/>
            <pc:sldMk cId="2661560227" sldId="309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3:39:15.879" v="1804" actId="478"/>
          <ac:spMkLst>
            <pc:docMk/>
            <pc:sldMk cId="2661560227" sldId="309"/>
            <ac:spMk id="6" creationId="{84C2C8B7-B85E-5058-1FAD-155DA8B05D3C}"/>
          </ac:spMkLst>
        </pc:spChg>
        <pc:spChg chg="add del mod">
          <ac:chgData name="Jefferson Passerini" userId="ec684a97d9b6a829" providerId="LiveId" clId="{69073BFF-648F-4201-870A-41E70D3BDDF9}" dt="2024-09-11T13:48:40.111" v="2063" actId="478"/>
          <ac:spMkLst>
            <pc:docMk/>
            <pc:sldMk cId="2661560227" sldId="309"/>
            <ac:spMk id="8" creationId="{55370EC7-43C7-57C3-F5D6-9E596A9CA617}"/>
          </ac:spMkLst>
        </pc:spChg>
        <pc:spChg chg="add del mod">
          <ac:chgData name="Jefferson Passerini" userId="ec684a97d9b6a829" providerId="LiveId" clId="{69073BFF-648F-4201-870A-41E70D3BDDF9}" dt="2024-09-11T13:48:49.224" v="2065" actId="478"/>
          <ac:spMkLst>
            <pc:docMk/>
            <pc:sldMk cId="2661560227" sldId="309"/>
            <ac:spMk id="14" creationId="{6A3305DA-E507-D5BB-8CBF-2AAC47D111CD}"/>
          </ac:spMkLst>
        </pc:spChg>
        <pc:spChg chg="add mod">
          <ac:chgData name="Jefferson Passerini" userId="ec684a97d9b6a829" providerId="LiveId" clId="{69073BFF-648F-4201-870A-41E70D3BDDF9}" dt="2024-09-11T13:54:02.218" v="2441" actId="20577"/>
          <ac:spMkLst>
            <pc:docMk/>
            <pc:sldMk cId="2661560227" sldId="309"/>
            <ac:spMk id="15" creationId="{F07EBD1F-932F-35E3-B6C8-816DAC110506}"/>
          </ac:spMkLst>
        </pc:spChg>
        <pc:spChg chg="add mod">
          <ac:chgData name="Jefferson Passerini" userId="ec684a97d9b6a829" providerId="LiveId" clId="{69073BFF-648F-4201-870A-41E70D3BDDF9}" dt="2024-09-11T13:54:51.043" v="2528" actId="1076"/>
          <ac:spMkLst>
            <pc:docMk/>
            <pc:sldMk cId="2661560227" sldId="309"/>
            <ac:spMk id="16" creationId="{A1C5DE6B-D622-9B1E-D805-F83CC61A1373}"/>
          </ac:spMkLst>
        </pc:spChg>
        <pc:spChg chg="add mod">
          <ac:chgData name="Jefferson Passerini" userId="ec684a97d9b6a829" providerId="LiveId" clId="{69073BFF-648F-4201-870A-41E70D3BDDF9}" dt="2024-09-11T13:55:54.140" v="2552" actId="1037"/>
          <ac:spMkLst>
            <pc:docMk/>
            <pc:sldMk cId="2661560227" sldId="309"/>
            <ac:spMk id="19" creationId="{9ED9A09C-F841-7027-51A4-0D525A271A5D}"/>
          </ac:spMkLst>
        </pc:spChg>
        <pc:spChg chg="add mod">
          <ac:chgData name="Jefferson Passerini" userId="ec684a97d9b6a829" providerId="LiveId" clId="{69073BFF-648F-4201-870A-41E70D3BDDF9}" dt="2024-09-11T13:57:16.394" v="2699" actId="1076"/>
          <ac:spMkLst>
            <pc:docMk/>
            <pc:sldMk cId="2661560227" sldId="309"/>
            <ac:spMk id="22" creationId="{2FE45D97-5892-346E-9A3E-A9E365E95CF2}"/>
          </ac:spMkLst>
        </pc:spChg>
        <pc:spChg chg="add mod">
          <ac:chgData name="Jefferson Passerini" userId="ec684a97d9b6a829" providerId="LiveId" clId="{69073BFF-648F-4201-870A-41E70D3BDDF9}" dt="2024-09-11T13:57:25.412" v="2702" actId="14100"/>
          <ac:spMkLst>
            <pc:docMk/>
            <pc:sldMk cId="2661560227" sldId="309"/>
            <ac:spMk id="23" creationId="{A7AD73F3-8BD4-7767-DA5A-A96AFB0F29BA}"/>
          </ac:spMkLst>
        </pc:spChg>
        <pc:picChg chg="del mod">
          <ac:chgData name="Jefferson Passerini" userId="ec684a97d9b6a829" providerId="LiveId" clId="{69073BFF-648F-4201-870A-41E70D3BDDF9}" dt="2024-09-11T13:39:41.226" v="1813" actId="478"/>
          <ac:picMkLst>
            <pc:docMk/>
            <pc:sldMk cId="2661560227" sldId="309"/>
            <ac:picMk id="7" creationId="{6AC18180-799B-3C39-E254-F0050B5EF1B3}"/>
          </ac:picMkLst>
        </pc:picChg>
        <pc:picChg chg="del mod">
          <ac:chgData name="Jefferson Passerini" userId="ec684a97d9b6a829" providerId="LiveId" clId="{69073BFF-648F-4201-870A-41E70D3BDDF9}" dt="2024-09-11T13:42:07.304" v="1820" actId="478"/>
          <ac:picMkLst>
            <pc:docMk/>
            <pc:sldMk cId="2661560227" sldId="309"/>
            <ac:picMk id="10" creationId="{0F38A527-2069-3B41-CF72-9F9485E11D36}"/>
          </ac:picMkLst>
        </pc:picChg>
        <pc:picChg chg="add del mod">
          <ac:chgData name="Jefferson Passerini" userId="ec684a97d9b6a829" providerId="LiveId" clId="{69073BFF-648F-4201-870A-41E70D3BDDF9}" dt="2024-09-11T13:48:26.738" v="2061" actId="478"/>
          <ac:picMkLst>
            <pc:docMk/>
            <pc:sldMk cId="2661560227" sldId="309"/>
            <ac:picMk id="11" creationId="{75E56D72-6DF7-173E-EDDF-DCF412C9A28A}"/>
          </ac:picMkLst>
        </pc:picChg>
        <pc:picChg chg="mod">
          <ac:chgData name="Jefferson Passerini" userId="ec684a97d9b6a829" providerId="LiveId" clId="{69073BFF-648F-4201-870A-41E70D3BDDF9}" dt="2024-09-11T13:57:12.405" v="2698" actId="1076"/>
          <ac:picMkLst>
            <pc:docMk/>
            <pc:sldMk cId="2661560227" sldId="309"/>
            <ac:picMk id="12" creationId="{9C012E37-C02B-AF1F-006B-E9326CC79AEB}"/>
          </ac:picMkLst>
        </pc:picChg>
        <pc:cxnChg chg="add mod">
          <ac:chgData name="Jefferson Passerini" userId="ec684a97d9b6a829" providerId="LiveId" clId="{69073BFF-648F-4201-870A-41E70D3BDDF9}" dt="2024-09-11T13:55:14.144" v="2532" actId="1582"/>
          <ac:cxnSpMkLst>
            <pc:docMk/>
            <pc:sldMk cId="2661560227" sldId="309"/>
            <ac:cxnSpMk id="18" creationId="{9A4E8BD4-5379-C317-FE28-74AD1270B61F}"/>
          </ac:cxnSpMkLst>
        </pc:cxnChg>
        <pc:cxnChg chg="add mod">
          <ac:chgData name="Jefferson Passerini" userId="ec684a97d9b6a829" providerId="LiveId" clId="{69073BFF-648F-4201-870A-41E70D3BDDF9}" dt="2024-09-11T13:56:06.435" v="2555" actId="14100"/>
          <ac:cxnSpMkLst>
            <pc:docMk/>
            <pc:sldMk cId="2661560227" sldId="309"/>
            <ac:cxnSpMk id="20" creationId="{5358CA90-CBC5-48D9-1904-F0FE25EE107A}"/>
          </ac:cxnSpMkLst>
        </pc:cxnChg>
        <pc:cxnChg chg="add mod">
          <ac:chgData name="Jefferson Passerini" userId="ec684a97d9b6a829" providerId="LiveId" clId="{69073BFF-648F-4201-870A-41E70D3BDDF9}" dt="2024-09-11T13:57:36.908" v="2707" actId="14100"/>
          <ac:cxnSpMkLst>
            <pc:docMk/>
            <pc:sldMk cId="2661560227" sldId="309"/>
            <ac:cxnSpMk id="24" creationId="{1B7A2ACD-AEF9-82ED-6299-919E28DF8FBA}"/>
          </ac:cxnSpMkLst>
        </pc:cxnChg>
      </pc:sldChg>
      <pc:sldChg chg="addSp delSp modSp add mod">
        <pc:chgData name="Jefferson Passerini" userId="ec684a97d9b6a829" providerId="LiveId" clId="{69073BFF-648F-4201-870A-41E70D3BDDF9}" dt="2024-09-11T16:11:38.704" v="3521" actId="1076"/>
        <pc:sldMkLst>
          <pc:docMk/>
          <pc:sldMk cId="1704083726" sldId="310"/>
        </pc:sldMkLst>
        <pc:spChg chg="mod">
          <ac:chgData name="Jefferson Passerini" userId="ec684a97d9b6a829" providerId="LiveId" clId="{69073BFF-648F-4201-870A-41E70D3BDDF9}" dt="2024-09-11T14:10:07.897" v="2751" actId="1076"/>
          <ac:spMkLst>
            <pc:docMk/>
            <pc:sldMk cId="1704083726" sldId="310"/>
            <ac:spMk id="3" creationId="{212081E4-07F6-C689-2ACC-B6CADD634983}"/>
          </ac:spMkLst>
        </pc:spChg>
        <pc:spChg chg="add mod">
          <ac:chgData name="Jefferson Passerini" userId="ec684a97d9b6a829" providerId="LiveId" clId="{69073BFF-648F-4201-870A-41E70D3BDDF9}" dt="2024-09-11T14:10:31.074" v="2759" actId="1076"/>
          <ac:spMkLst>
            <pc:docMk/>
            <pc:sldMk cId="1704083726" sldId="310"/>
            <ac:spMk id="9" creationId="{914AC942-3B48-695F-3F9D-1C1FEF83B07B}"/>
          </ac:spMkLst>
        </pc:spChg>
        <pc:spChg chg="add mod">
          <ac:chgData name="Jefferson Passerini" userId="ec684a97d9b6a829" providerId="LiveId" clId="{69073BFF-648F-4201-870A-41E70D3BDDF9}" dt="2024-09-11T16:11:38.704" v="3521" actId="1076"/>
          <ac:spMkLst>
            <pc:docMk/>
            <pc:sldMk cId="1704083726" sldId="310"/>
            <ac:spMk id="10" creationId="{4D23A942-9BA4-AB14-9BD8-02583B729DD8}"/>
          </ac:spMkLst>
        </pc:spChg>
        <pc:spChg chg="del">
          <ac:chgData name="Jefferson Passerini" userId="ec684a97d9b6a829" providerId="LiveId" clId="{69073BFF-648F-4201-870A-41E70D3BDDF9}" dt="2024-09-11T13:45:41.927" v="2050" actId="478"/>
          <ac:spMkLst>
            <pc:docMk/>
            <pc:sldMk cId="1704083726" sldId="310"/>
            <ac:spMk id="15" creationId="{82F30190-FBB1-1B49-3364-0EC06FFCA9BB}"/>
          </ac:spMkLst>
        </pc:spChg>
        <pc:picChg chg="add mod">
          <ac:chgData name="Jefferson Passerini" userId="ec684a97d9b6a829" providerId="LiveId" clId="{69073BFF-648F-4201-870A-41E70D3BDDF9}" dt="2024-09-11T14:10:12.903" v="2754" actId="1076"/>
          <ac:picMkLst>
            <pc:docMk/>
            <pc:sldMk cId="1704083726" sldId="310"/>
            <ac:picMk id="5" creationId="{8D3190AD-1D80-C87A-561F-E7D0EFCE2C5F}"/>
          </ac:picMkLst>
        </pc:picChg>
        <pc:picChg chg="del">
          <ac:chgData name="Jefferson Passerini" userId="ec684a97d9b6a829" providerId="LiveId" clId="{69073BFF-648F-4201-870A-41E70D3BDDF9}" dt="2024-09-11T13:45:42.543" v="2051" actId="478"/>
          <ac:picMkLst>
            <pc:docMk/>
            <pc:sldMk cId="1704083726" sldId="310"/>
            <ac:picMk id="7" creationId="{6AC18180-799B-3C39-E254-F0050B5EF1B3}"/>
          </ac:picMkLst>
        </pc:picChg>
        <pc:picChg chg="add del mod">
          <ac:chgData name="Jefferson Passerini" userId="ec684a97d9b6a829" providerId="LiveId" clId="{69073BFF-648F-4201-870A-41E70D3BDDF9}" dt="2024-09-11T16:11:25.370" v="3516" actId="478"/>
          <ac:picMkLst>
            <pc:docMk/>
            <pc:sldMk cId="1704083726" sldId="310"/>
            <ac:picMk id="8" creationId="{D1062BD1-2C37-0B52-38B9-571DB794E8F3}"/>
          </ac:picMkLst>
        </pc:picChg>
        <pc:picChg chg="add mod ord">
          <ac:chgData name="Jefferson Passerini" userId="ec684a97d9b6a829" providerId="LiveId" clId="{69073BFF-648F-4201-870A-41E70D3BDDF9}" dt="2024-09-11T16:11:35.017" v="3520" actId="1076"/>
          <ac:picMkLst>
            <pc:docMk/>
            <pc:sldMk cId="1704083726" sldId="310"/>
            <ac:picMk id="12" creationId="{7C004762-9B02-4BFC-6209-857D136D5FA7}"/>
          </ac:picMkLst>
        </pc:picChg>
        <pc:picChg chg="del">
          <ac:chgData name="Jefferson Passerini" userId="ec684a97d9b6a829" providerId="LiveId" clId="{69073BFF-648F-4201-870A-41E70D3BDDF9}" dt="2024-09-11T13:45:44.076" v="2052" actId="478"/>
          <ac:picMkLst>
            <pc:docMk/>
            <pc:sldMk cId="1704083726" sldId="310"/>
            <ac:picMk id="14" creationId="{A1201A49-E8DD-2B39-C707-8C01C9387B4D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15:55.820" v="3559" actId="164"/>
        <pc:sldMkLst>
          <pc:docMk/>
          <pc:sldMk cId="3191783045" sldId="311"/>
        </pc:sldMkLst>
        <pc:spChg chg="mod">
          <ac:chgData name="Jefferson Passerini" userId="ec684a97d9b6a829" providerId="LiveId" clId="{69073BFF-648F-4201-870A-41E70D3BDDF9}" dt="2024-09-11T13:58:12.463" v="2731" actId="20577"/>
          <ac:spMkLst>
            <pc:docMk/>
            <pc:sldMk cId="3191783045" sldId="311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3:57:58.601" v="2712" actId="478"/>
          <ac:spMkLst>
            <pc:docMk/>
            <pc:sldMk cId="3191783045" sldId="311"/>
            <ac:spMk id="15" creationId="{82F30190-FBB1-1B49-3364-0EC06FFCA9BB}"/>
          </ac:spMkLst>
        </pc:spChg>
        <pc:grpChg chg="add mod">
          <ac:chgData name="Jefferson Passerini" userId="ec684a97d9b6a829" providerId="LiveId" clId="{69073BFF-648F-4201-870A-41E70D3BDDF9}" dt="2024-09-11T16:15:55.820" v="3559" actId="164"/>
          <ac:grpSpMkLst>
            <pc:docMk/>
            <pc:sldMk cId="3191783045" sldId="311"/>
            <ac:grpSpMk id="19" creationId="{4A1D2FE2-DE37-CC57-BEF5-302E2D432484}"/>
          </ac:grpSpMkLst>
        </pc:grpChg>
        <pc:picChg chg="add mod">
          <ac:chgData name="Jefferson Passerini" userId="ec684a97d9b6a829" providerId="LiveId" clId="{69073BFF-648F-4201-870A-41E70D3BDDF9}" dt="2024-09-11T13:59:05.481" v="2738" actId="1076"/>
          <ac:picMkLst>
            <pc:docMk/>
            <pc:sldMk cId="3191783045" sldId="311"/>
            <ac:picMk id="6" creationId="{8A70D6FA-5671-C287-96BD-5102EEC40B9D}"/>
          </ac:picMkLst>
        </pc:picChg>
        <pc:picChg chg="del">
          <ac:chgData name="Jefferson Passerini" userId="ec684a97d9b6a829" providerId="LiveId" clId="{69073BFF-648F-4201-870A-41E70D3BDDF9}" dt="2024-09-11T13:58:00.135" v="2713" actId="478"/>
          <ac:picMkLst>
            <pc:docMk/>
            <pc:sldMk cId="3191783045" sldId="311"/>
            <ac:picMk id="7" creationId="{6AC18180-799B-3C39-E254-F0050B5EF1B3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9" creationId="{4C14BFEC-8850-4919-5B44-2BA636C2A519}"/>
          </ac:picMkLst>
        </pc:picChg>
        <pc:picChg chg="add mod">
          <ac:chgData name="Jefferson Passerini" userId="ec684a97d9b6a829" providerId="LiveId" clId="{69073BFF-648F-4201-870A-41E70D3BDDF9}" dt="2024-09-11T13:59:04.230" v="2737" actId="1076"/>
          <ac:picMkLst>
            <pc:docMk/>
            <pc:sldMk cId="3191783045" sldId="311"/>
            <ac:picMk id="10" creationId="{EC51C7A6-0E71-0D76-75A8-B3521A79CC46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2" creationId="{4A9EF720-991A-669A-EA3F-BF989B3C919B}"/>
          </ac:picMkLst>
        </pc:picChg>
        <pc:picChg chg="del">
          <ac:chgData name="Jefferson Passerini" userId="ec684a97d9b6a829" providerId="LiveId" clId="{69073BFF-648F-4201-870A-41E70D3BDDF9}" dt="2024-09-11T13:57:54.966" v="2711" actId="478"/>
          <ac:picMkLst>
            <pc:docMk/>
            <pc:sldMk cId="3191783045" sldId="311"/>
            <ac:picMk id="14" creationId="{A1201A49-E8DD-2B39-C707-8C01C9387B4D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6" creationId="{BE2AC9CB-AE4D-0272-2363-001E16F78C28}"/>
          </ac:picMkLst>
        </pc:picChg>
        <pc:picChg chg="add mod">
          <ac:chgData name="Jefferson Passerini" userId="ec684a97d9b6a829" providerId="LiveId" clId="{69073BFF-648F-4201-870A-41E70D3BDDF9}" dt="2024-09-11T16:15:55.820" v="3559" actId="164"/>
          <ac:picMkLst>
            <pc:docMk/>
            <pc:sldMk cId="3191783045" sldId="311"/>
            <ac:picMk id="18" creationId="{7CA38532-109D-7D91-2BED-1639FD4B626B}"/>
          </ac:picMkLst>
        </pc:picChg>
      </pc:sldChg>
      <pc:sldChg chg="addSp delSp modSp add mod">
        <pc:chgData name="Jefferson Passerini" userId="ec684a97d9b6a829" providerId="LiveId" clId="{69073BFF-648F-4201-870A-41E70D3BDDF9}" dt="2024-09-11T16:17:43.460" v="3577" actId="1076"/>
        <pc:sldMkLst>
          <pc:docMk/>
          <pc:sldMk cId="502319227" sldId="312"/>
        </pc:sldMkLst>
        <pc:spChg chg="mod">
          <ac:chgData name="Jefferson Passerini" userId="ec684a97d9b6a829" providerId="LiveId" clId="{69073BFF-648F-4201-870A-41E70D3BDDF9}" dt="2024-09-11T14:11:19.524" v="2780" actId="1038"/>
          <ac:spMkLst>
            <pc:docMk/>
            <pc:sldMk cId="502319227" sldId="312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1:24.064" v="2781" actId="1076"/>
          <ac:spMkLst>
            <pc:docMk/>
            <pc:sldMk cId="502319227" sldId="312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53.291" v="3575" actId="167"/>
          <ac:grpSpMkLst>
            <pc:docMk/>
            <pc:sldMk cId="502319227" sldId="312"/>
            <ac:grpSpMk id="13" creationId="{85676E71-93C6-DB77-4DEA-01C85F8446F6}"/>
          </ac:grpSpMkLst>
        </pc:grpChg>
        <pc:picChg chg="mod">
          <ac:chgData name="Jefferson Passerini" userId="ec684a97d9b6a829" providerId="LiveId" clId="{69073BFF-648F-4201-870A-41E70D3BDDF9}" dt="2024-09-11T16:17:43.460" v="3577" actId="1076"/>
          <ac:picMkLst>
            <pc:docMk/>
            <pc:sldMk cId="502319227" sldId="312"/>
            <ac:picMk id="5" creationId="{8D3190AD-1D80-C87A-561F-E7D0EFCE2C5F}"/>
          </ac:picMkLst>
        </pc:picChg>
        <pc:picChg chg="add mod or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7" creationId="{8E021AB0-4B42-7850-FBA8-07100A7F479F}"/>
          </ac:picMkLst>
        </pc:picChg>
        <pc:picChg chg="del">
          <ac:chgData name="Jefferson Passerini" userId="ec684a97d9b6a829" providerId="LiveId" clId="{69073BFF-648F-4201-870A-41E70D3BDDF9}" dt="2024-09-11T14:10:47.602" v="2765" actId="478"/>
          <ac:picMkLst>
            <pc:docMk/>
            <pc:sldMk cId="502319227" sldId="312"/>
            <ac:picMk id="8" creationId="{D1062BD1-2C37-0B52-38B9-571DB794E8F3}"/>
          </ac:picMkLst>
        </pc:picChg>
        <pc:picChg chg="add mod">
          <ac:chgData name="Jefferson Passerini" userId="ec684a97d9b6a829" providerId="LiveId" clId="{69073BFF-648F-4201-870A-41E70D3BDDF9}" dt="2024-09-11T16:16:22.292" v="3565" actId="164"/>
          <ac:picMkLst>
            <pc:docMk/>
            <pc:sldMk cId="502319227" sldId="312"/>
            <ac:picMk id="12" creationId="{A81ECD35-85BB-A874-DD41-E1559FC40738}"/>
          </ac:picMkLst>
        </pc:picChg>
      </pc:sldChg>
      <pc:sldChg chg="addSp delSp modSp add mod">
        <pc:chgData name="Jefferson Passerini" userId="ec684a97d9b6a829" providerId="LiveId" clId="{69073BFF-648F-4201-870A-41E70D3BDDF9}" dt="2024-09-11T16:16:45.391" v="3574" actId="167"/>
        <pc:sldMkLst>
          <pc:docMk/>
          <pc:sldMk cId="2538132569" sldId="313"/>
        </pc:sldMkLst>
        <pc:spChg chg="mod">
          <ac:chgData name="Jefferson Passerini" userId="ec684a97d9b6a829" providerId="LiveId" clId="{69073BFF-648F-4201-870A-41E70D3BDDF9}" dt="2024-09-11T14:12:01.990" v="2792" actId="1035"/>
          <ac:spMkLst>
            <pc:docMk/>
            <pc:sldMk cId="2538132569" sldId="313"/>
            <ac:spMk id="9" creationId="{914AC942-3B48-695F-3F9D-1C1FEF83B07B}"/>
          </ac:spMkLst>
        </pc:spChg>
        <pc:spChg chg="mod">
          <ac:chgData name="Jefferson Passerini" userId="ec684a97d9b6a829" providerId="LiveId" clId="{69073BFF-648F-4201-870A-41E70D3BDDF9}" dt="2024-09-11T14:12:07.703" v="2793" actId="1076"/>
          <ac:spMkLst>
            <pc:docMk/>
            <pc:sldMk cId="2538132569" sldId="313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6:45.391" v="3574" actId="167"/>
          <ac:grpSpMkLst>
            <pc:docMk/>
            <pc:sldMk cId="2538132569" sldId="313"/>
            <ac:grpSpMk id="13" creationId="{0844016B-E599-EDDD-FE24-E0791574328D}"/>
          </ac:grpSpMkLst>
        </pc:grpChg>
        <pc:picChg chg="del">
          <ac:chgData name="Jefferson Passerini" userId="ec684a97d9b6a829" providerId="LiveId" clId="{69073BFF-648F-4201-870A-41E70D3BDDF9}" dt="2024-09-11T14:11:30.218" v="2783" actId="478"/>
          <ac:picMkLst>
            <pc:docMk/>
            <pc:sldMk cId="2538132569" sldId="313"/>
            <ac:picMk id="7" creationId="{8E021AB0-4B42-7850-FBA8-07100A7F479F}"/>
          </ac:picMkLst>
        </pc:picChg>
        <pc:picChg chg="add mod or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6:16:42.752" v="3573" actId="164"/>
          <ac:picMkLst>
            <pc:docMk/>
            <pc:sldMk cId="2538132569" sldId="313"/>
            <ac:picMk id="12" creationId="{48512004-812C-373A-B661-B2FC4223FDD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4:16:06.671" v="3133" actId="20577"/>
        <pc:sldMkLst>
          <pc:docMk/>
          <pc:sldMk cId="561818475" sldId="314"/>
        </pc:sldMkLst>
        <pc:spChg chg="mod">
          <ac:chgData name="Jefferson Passerini" userId="ec684a97d9b6a829" providerId="LiveId" clId="{69073BFF-648F-4201-870A-41E70D3BDDF9}" dt="2024-09-11T14:13:11.064" v="2802" actId="113"/>
          <ac:spMkLst>
            <pc:docMk/>
            <pc:sldMk cId="561818475" sldId="314"/>
            <ac:spMk id="15" creationId="{F07EBD1F-932F-35E3-B6C8-816DAC110506}"/>
          </ac:spMkLst>
        </pc:spChg>
        <pc:spChg chg="del">
          <ac:chgData name="Jefferson Passerini" userId="ec684a97d9b6a829" providerId="LiveId" clId="{69073BFF-648F-4201-870A-41E70D3BDDF9}" dt="2024-09-11T14:14:04.128" v="2809" actId="478"/>
          <ac:spMkLst>
            <pc:docMk/>
            <pc:sldMk cId="561818475" sldId="314"/>
            <ac:spMk id="16" creationId="{A1C5DE6B-D622-9B1E-D805-F83CC61A1373}"/>
          </ac:spMkLst>
        </pc:spChg>
        <pc:spChg chg="del">
          <ac:chgData name="Jefferson Passerini" userId="ec684a97d9b6a829" providerId="LiveId" clId="{69073BFF-648F-4201-870A-41E70D3BDDF9}" dt="2024-09-11T14:14:08.296" v="2812" actId="478"/>
          <ac:spMkLst>
            <pc:docMk/>
            <pc:sldMk cId="561818475" sldId="314"/>
            <ac:spMk id="19" creationId="{9ED9A09C-F841-7027-51A4-0D525A271A5D}"/>
          </ac:spMkLst>
        </pc:spChg>
        <pc:spChg chg="mod">
          <ac:chgData name="Jefferson Passerini" userId="ec684a97d9b6a829" providerId="LiveId" clId="{69073BFF-648F-4201-870A-41E70D3BDDF9}" dt="2024-09-11T14:16:06.671" v="3133" actId="20577"/>
          <ac:spMkLst>
            <pc:docMk/>
            <pc:sldMk cId="561818475" sldId="314"/>
            <ac:spMk id="22" creationId="{2FE45D97-5892-346E-9A3E-A9E365E95CF2}"/>
          </ac:spMkLst>
        </pc:spChg>
        <pc:spChg chg="mod">
          <ac:chgData name="Jefferson Passerini" userId="ec684a97d9b6a829" providerId="LiveId" clId="{69073BFF-648F-4201-870A-41E70D3BDDF9}" dt="2024-09-11T14:14:17.713" v="2816" actId="14100"/>
          <ac:spMkLst>
            <pc:docMk/>
            <pc:sldMk cId="561818475" sldId="314"/>
            <ac:spMk id="23" creationId="{A7AD73F3-8BD4-7767-DA5A-A96AFB0F29BA}"/>
          </ac:spMkLst>
        </pc:spChg>
        <pc:picChg chg="add mod ord">
          <ac:chgData name="Jefferson Passerini" userId="ec684a97d9b6a829" providerId="LiveId" clId="{69073BFF-648F-4201-870A-41E70D3BDDF9}" dt="2024-09-11T14:13:56.009" v="2807" actId="167"/>
          <ac:picMkLst>
            <pc:docMk/>
            <pc:sldMk cId="561818475" sldId="314"/>
            <ac:picMk id="3" creationId="{9A7C8026-DB59-C354-3030-D05DA811F5D3}"/>
          </ac:picMkLst>
        </pc:picChg>
        <pc:picChg chg="del">
          <ac:chgData name="Jefferson Passerini" userId="ec684a97d9b6a829" providerId="LiveId" clId="{69073BFF-648F-4201-870A-41E70D3BDDF9}" dt="2024-09-11T14:13:19.117" v="2803" actId="478"/>
          <ac:picMkLst>
            <pc:docMk/>
            <pc:sldMk cId="561818475" sldId="314"/>
            <ac:picMk id="12" creationId="{9C012E37-C02B-AF1F-006B-E9326CC79AEB}"/>
          </ac:picMkLst>
        </pc:picChg>
        <pc:cxnChg chg="del">
          <ac:chgData name="Jefferson Passerini" userId="ec684a97d9b6a829" providerId="LiveId" clId="{69073BFF-648F-4201-870A-41E70D3BDDF9}" dt="2024-09-11T14:14:05.566" v="2810" actId="478"/>
          <ac:cxnSpMkLst>
            <pc:docMk/>
            <pc:sldMk cId="561818475" sldId="314"/>
            <ac:cxnSpMk id="18" creationId="{9A4E8BD4-5379-C317-FE28-74AD1270B61F}"/>
          </ac:cxnSpMkLst>
        </pc:cxnChg>
        <pc:cxnChg chg="del">
          <ac:chgData name="Jefferson Passerini" userId="ec684a97d9b6a829" providerId="LiveId" clId="{69073BFF-648F-4201-870A-41E70D3BDDF9}" dt="2024-09-11T14:14:07.052" v="2811" actId="478"/>
          <ac:cxnSpMkLst>
            <pc:docMk/>
            <pc:sldMk cId="561818475" sldId="314"/>
            <ac:cxnSpMk id="20" creationId="{5358CA90-CBC5-48D9-1904-F0FE25EE107A}"/>
          </ac:cxnSpMkLst>
        </pc:cxnChg>
        <pc:cxnChg chg="mod">
          <ac:chgData name="Jefferson Passerini" userId="ec684a97d9b6a829" providerId="LiveId" clId="{69073BFF-648F-4201-870A-41E70D3BDDF9}" dt="2024-09-11T14:14:22.444" v="2818" actId="14100"/>
          <ac:cxnSpMkLst>
            <pc:docMk/>
            <pc:sldMk cId="561818475" sldId="314"/>
            <ac:cxnSpMk id="24" creationId="{1B7A2ACD-AEF9-82ED-6299-919E28DF8FBA}"/>
          </ac:cxnSpMkLst>
        </pc:cxnChg>
      </pc:sldChg>
      <pc:sldChg chg="addSp delSp modSp add mod ord">
        <pc:chgData name="Jefferson Passerini" userId="ec684a97d9b6a829" providerId="LiveId" clId="{69073BFF-648F-4201-870A-41E70D3BDDF9}" dt="2024-09-11T16:18:49.855" v="3595" actId="167"/>
        <pc:sldMkLst>
          <pc:docMk/>
          <pc:sldMk cId="2034209836" sldId="315"/>
        </pc:sldMkLst>
        <pc:spChg chg="mod">
          <ac:chgData name="Jefferson Passerini" userId="ec684a97d9b6a829" providerId="LiveId" clId="{69073BFF-648F-4201-870A-41E70D3BDDF9}" dt="2024-09-11T15:52:57.683" v="3415" actId="27636"/>
          <ac:spMkLst>
            <pc:docMk/>
            <pc:sldMk cId="2034209836" sldId="315"/>
            <ac:spMk id="3" creationId="{212081E4-07F6-C689-2ACC-B6CADD634983}"/>
          </ac:spMkLst>
        </pc:spChg>
        <pc:spChg chg="del">
          <ac:chgData name="Jefferson Passerini" userId="ec684a97d9b6a829" providerId="LiveId" clId="{69073BFF-648F-4201-870A-41E70D3BDDF9}" dt="2024-09-11T14:23:29.764" v="3197" actId="478"/>
          <ac:spMkLst>
            <pc:docMk/>
            <pc:sldMk cId="2034209836" sldId="315"/>
            <ac:spMk id="9" creationId="{914AC942-3B48-695F-3F9D-1C1FEF83B07B}"/>
          </ac:spMkLst>
        </pc:spChg>
        <pc:spChg chg="del">
          <ac:chgData name="Jefferson Passerini" userId="ec684a97d9b6a829" providerId="LiveId" clId="{69073BFF-648F-4201-870A-41E70D3BDDF9}" dt="2024-09-11T14:23:31.250" v="3198" actId="478"/>
          <ac:spMkLst>
            <pc:docMk/>
            <pc:sldMk cId="2034209836" sldId="315"/>
            <ac:spMk id="10" creationId="{4D23A942-9BA4-AB14-9BD8-02583B729DD8}"/>
          </ac:spMkLst>
        </pc:spChg>
        <pc:grpChg chg="add mod ord">
          <ac:chgData name="Jefferson Passerini" userId="ec684a97d9b6a829" providerId="LiveId" clId="{69073BFF-648F-4201-870A-41E70D3BDDF9}" dt="2024-09-11T16:18:49.855" v="3595" actId="167"/>
          <ac:grpSpMkLst>
            <pc:docMk/>
            <pc:sldMk cId="2034209836" sldId="315"/>
            <ac:grpSpMk id="19" creationId="{6209B8BD-DA18-594C-38AB-0E6B2148C17C}"/>
          </ac:grpSpMkLst>
        </pc:grpChg>
        <pc:picChg chg="del">
          <ac:chgData name="Jefferson Passerini" userId="ec684a97d9b6a829" providerId="LiveId" clId="{69073BFF-648F-4201-870A-41E70D3BDDF9}" dt="2024-09-11T14:16:42.652" v="3194" actId="478"/>
          <ac:picMkLst>
            <pc:docMk/>
            <pc:sldMk cId="2034209836" sldId="315"/>
            <ac:picMk id="5" creationId="{8D3190AD-1D80-C87A-561F-E7D0EFCE2C5F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4:23:28.289" v="3196" actId="478"/>
          <ac:picMkLst>
            <pc:docMk/>
            <pc:sldMk cId="2034209836" sldId="315"/>
            <ac:picMk id="8" creationId="{4F38FB46-7384-2886-6340-313C94448D5C}"/>
          </ac:picMkLst>
        </pc:picChg>
        <pc:picChg chg="add mod">
          <ac:chgData name="Jefferson Passerini" userId="ec684a97d9b6a829" providerId="LiveId" clId="{69073BFF-648F-4201-870A-41E70D3BDDF9}" dt="2024-09-11T15:51:47.217" v="3207" actId="1076"/>
          <ac:picMkLst>
            <pc:docMk/>
            <pc:sldMk cId="2034209836" sldId="315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4" creationId="{DB506D2C-3C55-E0A6-E652-A1A3DAD7896D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6" creationId="{5D6A5805-3C94-2BA4-F1C8-C49ABC826E3E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7" creationId="{75386358-F828-3C42-5DF5-A57D1F940651}"/>
          </ac:picMkLst>
        </pc:picChg>
        <pc:picChg chg="add mod">
          <ac:chgData name="Jefferson Passerini" userId="ec684a97d9b6a829" providerId="LiveId" clId="{69073BFF-648F-4201-870A-41E70D3BDDF9}" dt="2024-09-11T16:18:46.720" v="3594" actId="164"/>
          <ac:picMkLst>
            <pc:docMk/>
            <pc:sldMk cId="2034209836" sldId="315"/>
            <ac:picMk id="18" creationId="{5A40BAEA-39ED-921F-030D-422483D9DC48}"/>
          </ac:picMkLst>
        </pc:picChg>
      </pc:sldChg>
      <pc:sldChg chg="addSp delSp modSp add mod">
        <pc:chgData name="Jefferson Passerini" userId="ec684a97d9b6a829" providerId="LiveId" clId="{69073BFF-648F-4201-870A-41E70D3BDDF9}" dt="2024-09-11T15:54:02.750" v="3512" actId="1076"/>
        <pc:sldMkLst>
          <pc:docMk/>
          <pc:sldMk cId="358646722" sldId="316"/>
        </pc:sldMkLst>
        <pc:spChg chg="mod">
          <ac:chgData name="Jefferson Passerini" userId="ec684a97d9b6a829" providerId="LiveId" clId="{69073BFF-648F-4201-870A-41E70D3BDDF9}" dt="2024-09-11T15:54:00.222" v="3511" actId="14100"/>
          <ac:spMkLst>
            <pc:docMk/>
            <pc:sldMk cId="358646722" sldId="316"/>
            <ac:spMk id="3" creationId="{212081E4-07F6-C689-2ACC-B6CADD634983}"/>
          </ac:spMkLst>
        </pc:spChg>
        <pc:picChg chg="add mod">
          <ac:chgData name="Jefferson Passerini" userId="ec684a97d9b6a829" providerId="LiveId" clId="{69073BFF-648F-4201-870A-41E70D3BDDF9}" dt="2024-09-11T15:54:02.750" v="3512" actId="1076"/>
          <ac:picMkLst>
            <pc:docMk/>
            <pc:sldMk cId="358646722" sldId="316"/>
            <ac:picMk id="6" creationId="{FAAB7951-868C-7DF6-C2EB-88F9355DB91F}"/>
          </ac:picMkLst>
        </pc:picChg>
        <pc:picChg chg="del">
          <ac:chgData name="Jefferson Passerini" userId="ec684a97d9b6a829" providerId="LiveId" clId="{69073BFF-648F-4201-870A-41E70D3BDDF9}" dt="2024-09-11T15:53:14.252" v="3417" actId="478"/>
          <ac:picMkLst>
            <pc:docMk/>
            <pc:sldMk cId="358646722" sldId="316"/>
            <ac:picMk id="7" creationId="{950E5077-3450-1343-F3F2-20BC6F92BF7D}"/>
          </ac:picMkLst>
        </pc:picChg>
        <pc:picChg chg="del">
          <ac:chgData name="Jefferson Passerini" userId="ec684a97d9b6a829" providerId="LiveId" clId="{69073BFF-648F-4201-870A-41E70D3BDDF9}" dt="2024-09-11T15:53:15.635" v="3418" actId="478"/>
          <ac:picMkLst>
            <pc:docMk/>
            <pc:sldMk cId="358646722" sldId="316"/>
            <ac:picMk id="12" creationId="{DEB307D6-CA45-4FE4-AA7B-076C4D07C680}"/>
          </ac:picMkLst>
        </pc:picChg>
      </pc:sldChg>
      <pc:sldChg chg="addSp delSp modSp add mod ord">
        <pc:chgData name="Jefferson Passerini" userId="ec684a97d9b6a829" providerId="LiveId" clId="{69073BFF-648F-4201-870A-41E70D3BDDF9}" dt="2024-09-11T16:26:01.505" v="3665" actId="1076"/>
        <pc:sldMkLst>
          <pc:docMk/>
          <pc:sldMk cId="2356502030" sldId="317"/>
        </pc:sldMkLst>
        <pc:spChg chg="mod">
          <ac:chgData name="Jefferson Passerini" userId="ec684a97d9b6a829" providerId="LiveId" clId="{69073BFF-648F-4201-870A-41E70D3BDDF9}" dt="2024-09-11T16:25:27.090" v="3656" actId="14100"/>
          <ac:spMkLst>
            <pc:docMk/>
            <pc:sldMk cId="2356502030" sldId="317"/>
            <ac:spMk id="2" creationId="{51F78C9B-2BBD-6BBB-2AC2-A53718FC71D5}"/>
          </ac:spMkLst>
        </pc:spChg>
        <pc:spChg chg="del mod">
          <ac:chgData name="Jefferson Passerini" userId="ec684a97d9b6a829" providerId="LiveId" clId="{69073BFF-648F-4201-870A-41E70D3BDDF9}" dt="2024-09-11T16:25:29.354" v="3657" actId="478"/>
          <ac:spMkLst>
            <pc:docMk/>
            <pc:sldMk cId="2356502030" sldId="317"/>
            <ac:spMk id="3" creationId="{212081E4-07F6-C689-2ACC-B6CADD634983}"/>
          </ac:spMkLst>
        </pc:spChg>
        <pc:spChg chg="add del mod">
          <ac:chgData name="Jefferson Passerini" userId="ec684a97d9b6a829" providerId="LiveId" clId="{69073BFF-648F-4201-870A-41E70D3BDDF9}" dt="2024-09-11T16:25:31.983" v="3658" actId="478"/>
          <ac:spMkLst>
            <pc:docMk/>
            <pc:sldMk cId="2356502030" sldId="317"/>
            <ac:spMk id="16" creationId="{A93F382B-A645-5237-09EC-4F3ADC2255DA}"/>
          </ac:spMkLst>
        </pc:spChg>
        <pc:grpChg chg="add del mod">
          <ac:chgData name="Jefferson Passerini" userId="ec684a97d9b6a829" providerId="LiveId" clId="{69073BFF-648F-4201-870A-41E70D3BDDF9}" dt="2024-09-11T16:24:48.341" v="3629" actId="478"/>
          <ac:grpSpMkLst>
            <pc:docMk/>
            <pc:sldMk cId="2356502030" sldId="317"/>
            <ac:grpSpMk id="11" creationId="{4516090A-6F93-146D-E785-0AFF652A337E}"/>
          </ac:grpSpMkLst>
        </pc:grp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5" creationId="{1F949C00-F4C1-4EA4-9044-82D2E5651909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6" creationId="{9C36876D-51B5-BDF1-B82D-9A216E96BF24}"/>
          </ac:picMkLst>
        </pc:picChg>
        <pc:picChg chg="del mod ord">
          <ac:chgData name="Jefferson Passerini" userId="ec684a97d9b6a829" providerId="LiveId" clId="{69073BFF-648F-4201-870A-41E70D3BDDF9}" dt="2024-09-11T16:24:43.987" v="3627" actId="478"/>
          <ac:picMkLst>
            <pc:docMk/>
            <pc:sldMk cId="2356502030" sldId="317"/>
            <ac:picMk id="7" creationId="{950E5077-3450-1343-F3F2-20BC6F92BF7D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8" creationId="{CB39C8E0-0E54-8145-9E53-EFE9131B472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9" creationId="{8F6D0B89-992E-109D-46FA-77F7279FC068}"/>
          </ac:picMkLst>
        </pc:picChg>
        <pc:picChg chg="add mod">
          <ac:chgData name="Jefferson Passerini" userId="ec684a97d9b6a829" providerId="LiveId" clId="{69073BFF-648F-4201-870A-41E70D3BDDF9}" dt="2024-09-11T16:20:14.268" v="3625" actId="164"/>
          <ac:picMkLst>
            <pc:docMk/>
            <pc:sldMk cId="2356502030" sldId="317"/>
            <ac:picMk id="10" creationId="{5CC5D56D-79A2-9345-5D74-0149A87728FE}"/>
          </ac:picMkLst>
        </pc:picChg>
        <pc:picChg chg="del">
          <ac:chgData name="Jefferson Passerini" userId="ec684a97d9b6a829" providerId="LiveId" clId="{69073BFF-648F-4201-870A-41E70D3BDDF9}" dt="2024-09-11T16:24:45.225" v="3628" actId="478"/>
          <ac:picMkLst>
            <pc:docMk/>
            <pc:sldMk cId="2356502030" sldId="317"/>
            <ac:picMk id="12" creationId="{DEB307D6-CA45-4FE4-AA7B-076C4D07C680}"/>
          </ac:picMkLst>
        </pc:picChg>
        <pc:picChg chg="add mod">
          <ac:chgData name="Jefferson Passerini" userId="ec684a97d9b6a829" providerId="LiveId" clId="{69073BFF-648F-4201-870A-41E70D3BDDF9}" dt="2024-09-11T16:26:01.505" v="3665" actId="1076"/>
          <ac:picMkLst>
            <pc:docMk/>
            <pc:sldMk cId="2356502030" sldId="317"/>
            <ac:picMk id="14" creationId="{5F3F2D03-C5F8-5D78-2208-59845AF76DDB}"/>
          </ac:picMkLst>
        </pc:picChg>
        <pc:picChg chg="add del">
          <ac:chgData name="Jefferson Passerini" userId="ec684a97d9b6a829" providerId="LiveId" clId="{69073BFF-648F-4201-870A-41E70D3BDDF9}" dt="2024-09-11T16:26:00.361" v="3664" actId="478"/>
          <ac:picMkLst>
            <pc:docMk/>
            <pc:sldMk cId="2356502030" sldId="317"/>
            <ac:picMk id="18" creationId="{FC46675E-6713-DAA0-E116-69CA839413FD}"/>
          </ac:picMkLst>
        </pc:picChg>
      </pc:sldChg>
      <pc:sldChg chg="addSp delSp modSp add mod">
        <pc:chgData name="Jefferson Passerini" userId="ec684a97d9b6a829" providerId="LiveId" clId="{69073BFF-648F-4201-870A-41E70D3BDDF9}" dt="2024-09-11T16:27:25.478" v="3673" actId="1076"/>
        <pc:sldMkLst>
          <pc:docMk/>
          <pc:sldMk cId="1565357818" sldId="318"/>
        </pc:sldMkLst>
        <pc:picChg chg="add mod">
          <ac:chgData name="Jefferson Passerini" userId="ec684a97d9b6a829" providerId="LiveId" clId="{69073BFF-648F-4201-870A-41E70D3BDDF9}" dt="2024-09-11T16:27:20.917" v="3672" actId="14100"/>
          <ac:picMkLst>
            <pc:docMk/>
            <pc:sldMk cId="1565357818" sldId="318"/>
            <ac:picMk id="5" creationId="{4D3EC67E-6589-3362-7451-12B2375A65A7}"/>
          </ac:picMkLst>
        </pc:picChg>
        <pc:picChg chg="del">
          <ac:chgData name="Jefferson Passerini" userId="ec684a97d9b6a829" providerId="LiveId" clId="{69073BFF-648F-4201-870A-41E70D3BDDF9}" dt="2024-09-11T16:25:57.199" v="3662" actId="478"/>
          <ac:picMkLst>
            <pc:docMk/>
            <pc:sldMk cId="1565357818" sldId="318"/>
            <ac:picMk id="14" creationId="{5F3F2D03-C5F8-5D78-2208-59845AF76DDB}"/>
          </ac:picMkLst>
        </pc:picChg>
        <pc:picChg chg="mod">
          <ac:chgData name="Jefferson Passerini" userId="ec684a97d9b6a829" providerId="LiveId" clId="{69073BFF-648F-4201-870A-41E70D3BDDF9}" dt="2024-09-11T16:27:25.478" v="3673" actId="1076"/>
          <ac:picMkLst>
            <pc:docMk/>
            <pc:sldMk cId="1565357818" sldId="318"/>
            <ac:picMk id="18" creationId="{FC46675E-6713-DAA0-E116-69CA839413FD}"/>
          </ac:picMkLst>
        </pc:picChg>
      </pc:sldChg>
      <pc:sldChg chg="add del">
        <pc:chgData name="Jefferson Passerini" userId="ec684a97d9b6a829" providerId="LiveId" clId="{69073BFF-648F-4201-870A-41E70D3BDDF9}" dt="2024-09-11T16:26:10.385" v="3667" actId="47"/>
        <pc:sldMkLst>
          <pc:docMk/>
          <pc:sldMk cId="711602994" sldId="319"/>
        </pc:sldMkLst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4E642DB2-717B-4F43-A50C-D501998FEA88}"/>
    <pc:docChg chg="undo custSel addSld delSld modSld sldOrd">
      <pc:chgData name="Jefferson Passerini" userId="ec684a97d9b6a829" providerId="LiveId" clId="{4E642DB2-717B-4F43-A50C-D501998FEA88}" dt="2024-08-21T16:27:14.528" v="1185" actId="1076"/>
      <pc:docMkLst>
        <pc:docMk/>
      </pc:docMkLst>
      <pc:sldChg chg="addSp delSp modSp mod modAnim">
        <pc:chgData name="Jefferson Passerini" userId="ec684a97d9b6a829" providerId="LiveId" clId="{4E642DB2-717B-4F43-A50C-D501998FEA88}" dt="2024-08-21T12:45:01.538" v="695" actId="26606"/>
        <pc:sldMkLst>
          <pc:docMk/>
          <pc:sldMk cId="3568309152" sldId="256"/>
        </pc:sldMkLst>
        <pc:spChg chg="mod">
          <ac:chgData name="Jefferson Passerini" userId="ec684a97d9b6a829" providerId="LiveId" clId="{4E642DB2-717B-4F43-A50C-D501998FEA88}" dt="2024-08-21T12:21:16.869" v="14" actId="20577"/>
          <ac:spMkLst>
            <pc:docMk/>
            <pc:sldMk cId="3568309152" sldId="256"/>
            <ac:spMk id="2" creationId="{2E243026-E16F-9CDD-AE56-CF691B008A41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08" creationId="{E91DC736-0EF8-4F87-9146-EBF1D2EE4D3D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0" creationId="{097CD68E-23E3-4007-8847-CD0944C4F7BE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2" creationId="{AF2F604E-43BE-4DC3-B983-E071523364F8}"/>
          </ac:spMkLst>
        </pc:spChg>
        <pc:spChg chg="del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4" creationId="{08C9B587-E65E-4B52-B37C-ABEBB6E8792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19" creationId="{E91DC736-0EF8-4F87-9146-EBF1D2EE4D3D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1" creationId="{097CD68E-23E3-4007-8847-CD0944C4F7BE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3" creationId="{AF2F604E-43BE-4DC3-B983-E071523364F8}"/>
          </ac:spMkLst>
        </pc:spChg>
        <pc:spChg chg="add">
          <ac:chgData name="Jefferson Passerini" userId="ec684a97d9b6a829" providerId="LiveId" clId="{4E642DB2-717B-4F43-A50C-D501998FEA88}" dt="2024-08-21T12:45:01.538" v="695" actId="26606"/>
          <ac:spMkLst>
            <pc:docMk/>
            <pc:sldMk cId="3568309152" sldId="256"/>
            <ac:spMk id="225" creationId="{08C9B587-E65E-4B52-B37C-ABEBB6E87928}"/>
          </ac:spMkLst>
        </pc:spChg>
        <pc:picChg chg="del">
          <ac:chgData name="Jefferson Passerini" userId="ec684a97d9b6a829" providerId="LiveId" clId="{4E642DB2-717B-4F43-A50C-D501998FEA88}" dt="2024-08-21T12:44:48.904" v="691" actId="478"/>
          <ac:picMkLst>
            <pc:docMk/>
            <pc:sldMk cId="3568309152" sldId="256"/>
            <ac:picMk id="5" creationId="{329A845D-3092-509F-56C0-200AA530E0A2}"/>
          </ac:picMkLst>
        </pc:picChg>
        <pc:picChg chg="add mod ord">
          <ac:chgData name="Jefferson Passerini" userId="ec684a97d9b6a829" providerId="LiveId" clId="{4E642DB2-717B-4F43-A50C-D501998FEA88}" dt="2024-08-21T12:45:01.538" v="695" actId="26606"/>
          <ac:picMkLst>
            <pc:docMk/>
            <pc:sldMk cId="3568309152" sldId="256"/>
            <ac:picMk id="6" creationId="{CE4C3F96-01C2-9409-0FD6-687C661B8906}"/>
          </ac:picMkLst>
        </pc:picChg>
      </pc:sldChg>
      <pc:sldChg chg="modSp mod">
        <pc:chgData name="Jefferson Passerini" userId="ec684a97d9b6a829" providerId="LiveId" clId="{4E642DB2-717B-4F43-A50C-D501998FEA88}" dt="2024-08-21T12:23:26.516" v="319" actId="20577"/>
        <pc:sldMkLst>
          <pc:docMk/>
          <pc:sldMk cId="1879529569" sldId="287"/>
        </pc:sldMkLst>
        <pc:spChg chg="mod">
          <ac:chgData name="Jefferson Passerini" userId="ec684a97d9b6a829" providerId="LiveId" clId="{4E642DB2-717B-4F43-A50C-D501998FEA88}" dt="2024-08-21T12:23:26.516" v="319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14.309" v="6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4E642DB2-717B-4F43-A50C-D501998FEA88}" dt="2024-08-21T12:24:20.357" v="329" actId="255"/>
        <pc:sldMkLst>
          <pc:docMk/>
          <pc:sldMk cId="4110157163" sldId="288"/>
        </pc:sldMkLst>
        <pc:spChg chg="mod">
          <ac:chgData name="Jefferson Passerini" userId="ec684a97d9b6a829" providerId="LiveId" clId="{4E642DB2-717B-4F43-A50C-D501998FEA88}" dt="2024-08-21T12:24:20.357" v="329" actId="255"/>
          <ac:spMkLst>
            <pc:docMk/>
            <pc:sldMk cId="4110157163" sldId="288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2:22:07.197" v="51" actId="20577"/>
          <ac:spMkLst>
            <pc:docMk/>
            <pc:sldMk cId="4110157163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4E642DB2-717B-4F43-A50C-D501998FEA88}" dt="2024-08-21T12:21:53.191" v="32" actId="47"/>
        <pc:sldMkLst>
          <pc:docMk/>
          <pc:sldMk cId="1164232335" sldId="289"/>
        </pc:sldMkLst>
      </pc:sldChg>
      <pc:sldChg chg="addSp modSp add mod">
        <pc:chgData name="Jefferson Passerini" userId="ec684a97d9b6a829" providerId="LiveId" clId="{4E642DB2-717B-4F43-A50C-D501998FEA88}" dt="2024-08-21T12:26:55.207" v="381" actId="1076"/>
        <pc:sldMkLst>
          <pc:docMk/>
          <pc:sldMk cId="2346556844" sldId="289"/>
        </pc:sldMkLst>
        <pc:spChg chg="mod">
          <ac:chgData name="Jefferson Passerini" userId="ec684a97d9b6a829" providerId="LiveId" clId="{4E642DB2-717B-4F43-A50C-D501998FEA88}" dt="2024-08-21T12:26:50.418" v="379" actId="27636"/>
          <ac:spMkLst>
            <pc:docMk/>
            <pc:sldMk cId="2346556844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4E642DB2-717B-4F43-A50C-D501998FEA88}" dt="2024-08-21T12:26:55.207" v="381" actId="1076"/>
          <ac:picMkLst>
            <pc:docMk/>
            <pc:sldMk cId="2346556844" sldId="289"/>
            <ac:picMk id="5" creationId="{DAE842D5-B0B8-97AA-FFF9-66159BB5C773}"/>
          </ac:picMkLst>
        </pc:picChg>
      </pc:sldChg>
      <pc:sldChg chg="del">
        <pc:chgData name="Jefferson Passerini" userId="ec684a97d9b6a829" providerId="LiveId" clId="{4E642DB2-717B-4F43-A50C-D501998FEA88}" dt="2024-08-21T12:21:51.734" v="31" actId="47"/>
        <pc:sldMkLst>
          <pc:docMk/>
          <pc:sldMk cId="1898369336" sldId="290"/>
        </pc:sldMkLst>
      </pc:sldChg>
      <pc:sldChg chg="addSp delSp modSp add mod">
        <pc:chgData name="Jefferson Passerini" userId="ec684a97d9b6a829" providerId="LiveId" clId="{4E642DB2-717B-4F43-A50C-D501998FEA88}" dt="2024-08-21T12:30:27.443" v="531" actId="6549"/>
        <pc:sldMkLst>
          <pc:docMk/>
          <pc:sldMk cId="3804161518" sldId="290"/>
        </pc:sldMkLst>
        <pc:spChg chg="mod">
          <ac:chgData name="Jefferson Passerini" userId="ec684a97d9b6a829" providerId="LiveId" clId="{4E642DB2-717B-4F43-A50C-D501998FEA88}" dt="2024-08-21T12:30:27.443" v="531" actId="6549"/>
          <ac:spMkLst>
            <pc:docMk/>
            <pc:sldMk cId="3804161518" sldId="290"/>
            <ac:spMk id="3" creationId="{212081E4-07F6-C689-2ACC-B6CADD634983}"/>
          </ac:spMkLst>
        </pc:spChg>
        <pc:picChg chg="del">
          <ac:chgData name="Jefferson Passerini" userId="ec684a97d9b6a829" providerId="LiveId" clId="{4E642DB2-717B-4F43-A50C-D501998FEA88}" dt="2024-08-21T12:27:55.074" v="434" actId="478"/>
          <ac:picMkLst>
            <pc:docMk/>
            <pc:sldMk cId="3804161518" sldId="290"/>
            <ac:picMk id="5" creationId="{DAE842D5-B0B8-97AA-FFF9-66159BB5C773}"/>
          </ac:picMkLst>
        </pc:picChg>
        <pc:picChg chg="add mod">
          <ac:chgData name="Jefferson Passerini" userId="ec684a97d9b6a829" providerId="LiveId" clId="{4E642DB2-717B-4F43-A50C-D501998FEA88}" dt="2024-08-21T12:28:30.403" v="444" actId="1076"/>
          <ac:picMkLst>
            <pc:docMk/>
            <pc:sldMk cId="3804161518" sldId="290"/>
            <ac:picMk id="6" creationId="{7215CAA8-CB4C-2379-D1B7-8F3DBD35BF7A}"/>
          </ac:picMkLst>
        </pc:picChg>
        <pc:picChg chg="add mod">
          <ac:chgData name="Jefferson Passerini" userId="ec684a97d9b6a829" providerId="LiveId" clId="{4E642DB2-717B-4F43-A50C-D501998FEA88}" dt="2024-08-21T12:28:28.675" v="443" actId="1076"/>
          <ac:picMkLst>
            <pc:docMk/>
            <pc:sldMk cId="3804161518" sldId="290"/>
            <ac:picMk id="7" creationId="{57FC8F46-CC48-4DC2-682B-ECD873C6D20F}"/>
          </ac:picMkLst>
        </pc:picChg>
      </pc:sldChg>
      <pc:sldChg chg="addSp delSp modSp add mod">
        <pc:chgData name="Jefferson Passerini" userId="ec684a97d9b6a829" providerId="LiveId" clId="{4E642DB2-717B-4F43-A50C-D501998FEA88}" dt="2024-08-21T12:33:33.187" v="621" actId="1076"/>
        <pc:sldMkLst>
          <pc:docMk/>
          <pc:sldMk cId="2532405675" sldId="291"/>
        </pc:sldMkLst>
        <pc:spChg chg="mod">
          <ac:chgData name="Jefferson Passerini" userId="ec684a97d9b6a829" providerId="LiveId" clId="{4E642DB2-717B-4F43-A50C-D501998FEA88}" dt="2024-08-21T12:32:35.200" v="613" actId="6549"/>
          <ac:spMkLst>
            <pc:docMk/>
            <pc:sldMk cId="2532405675" sldId="291"/>
            <ac:spMk id="3" creationId="{212081E4-07F6-C689-2ACC-B6CADD634983}"/>
          </ac:spMkLst>
        </pc:spChg>
        <pc:picChg chg="add mod">
          <ac:chgData name="Jefferson Passerini" userId="ec684a97d9b6a829" providerId="LiveId" clId="{4E642DB2-717B-4F43-A50C-D501998FEA88}" dt="2024-08-21T12:33:33.187" v="621" actId="1076"/>
          <ac:picMkLst>
            <pc:docMk/>
            <pc:sldMk cId="2532405675" sldId="291"/>
            <ac:picMk id="5" creationId="{6FCCFF3E-8A91-6311-4754-9A622BF8242B}"/>
          </ac:picMkLst>
        </pc:picChg>
        <pc:picChg chg="del mod">
          <ac:chgData name="Jefferson Passerini" userId="ec684a97d9b6a829" providerId="LiveId" clId="{4E642DB2-717B-4F43-A50C-D501998FEA88}" dt="2024-08-21T12:32:38.927" v="614" actId="478"/>
          <ac:picMkLst>
            <pc:docMk/>
            <pc:sldMk cId="2532405675" sldId="291"/>
            <ac:picMk id="6" creationId="{7215CAA8-CB4C-2379-D1B7-8F3DBD35BF7A}"/>
          </ac:picMkLst>
        </pc:picChg>
        <pc:picChg chg="del">
          <ac:chgData name="Jefferson Passerini" userId="ec684a97d9b6a829" providerId="LiveId" clId="{4E642DB2-717B-4F43-A50C-D501998FEA88}" dt="2024-08-21T12:31:10.352" v="544" actId="478"/>
          <ac:picMkLst>
            <pc:docMk/>
            <pc:sldMk cId="2532405675" sldId="291"/>
            <ac:picMk id="7" creationId="{57FC8F46-CC48-4DC2-682B-ECD873C6D20F}"/>
          </ac:picMkLst>
        </pc:picChg>
        <pc:picChg chg="add mod">
          <ac:chgData name="Jefferson Passerini" userId="ec684a97d9b6a829" providerId="LiveId" clId="{4E642DB2-717B-4F43-A50C-D501998FEA88}" dt="2024-08-21T12:33:28.727" v="619" actId="1076"/>
          <ac:picMkLst>
            <pc:docMk/>
            <pc:sldMk cId="2532405675" sldId="291"/>
            <ac:picMk id="9" creationId="{F68A4187-40CB-5666-0765-E3F3CA91CADB}"/>
          </ac:picMkLst>
        </pc:picChg>
      </pc:sldChg>
      <pc:sldChg chg="del">
        <pc:chgData name="Jefferson Passerini" userId="ec684a97d9b6a829" providerId="LiveId" clId="{4E642DB2-717B-4F43-A50C-D501998FEA88}" dt="2024-08-21T12:21:49.784" v="30" actId="47"/>
        <pc:sldMkLst>
          <pc:docMk/>
          <pc:sldMk cId="2638506918" sldId="291"/>
        </pc:sldMkLst>
      </pc:sldChg>
      <pc:sldChg chg="del">
        <pc:chgData name="Jefferson Passerini" userId="ec684a97d9b6a829" providerId="LiveId" clId="{4E642DB2-717B-4F43-A50C-D501998FEA88}" dt="2024-08-21T12:21:49.087" v="29" actId="47"/>
        <pc:sldMkLst>
          <pc:docMk/>
          <pc:sldMk cId="1838801267" sldId="292"/>
        </pc:sldMkLst>
      </pc:sldChg>
      <pc:sldChg chg="addSp delSp modSp add mod">
        <pc:chgData name="Jefferson Passerini" userId="ec684a97d9b6a829" providerId="LiveId" clId="{4E642DB2-717B-4F43-A50C-D501998FEA88}" dt="2024-08-21T12:36:37.541" v="659" actId="20577"/>
        <pc:sldMkLst>
          <pc:docMk/>
          <pc:sldMk cId="2628596664" sldId="292"/>
        </pc:sldMkLst>
        <pc:spChg chg="mod">
          <ac:chgData name="Jefferson Passerini" userId="ec684a97d9b6a829" providerId="LiveId" clId="{4E642DB2-717B-4F43-A50C-D501998FEA88}" dt="2024-08-21T12:36:37.541" v="659" actId="20577"/>
          <ac:spMkLst>
            <pc:docMk/>
            <pc:sldMk cId="2628596664" sldId="292"/>
            <ac:spMk id="3" creationId="{212081E4-07F6-C689-2ACC-B6CADD634983}"/>
          </ac:spMkLst>
        </pc:spChg>
        <pc:picChg chg="add del mod">
          <ac:chgData name="Jefferson Passerini" userId="ec684a97d9b6a829" providerId="LiveId" clId="{4E642DB2-717B-4F43-A50C-D501998FEA88}" dt="2024-08-21T12:34:55.318" v="642" actId="478"/>
          <ac:picMkLst>
            <pc:docMk/>
            <pc:sldMk cId="2628596664" sldId="292"/>
            <ac:picMk id="2" creationId="{897346ED-AA5E-2350-5E6D-F82ABD18CFEA}"/>
          </ac:picMkLst>
        </pc:picChg>
        <pc:picChg chg="del">
          <ac:chgData name="Jefferson Passerini" userId="ec684a97d9b6a829" providerId="LiveId" clId="{4E642DB2-717B-4F43-A50C-D501998FEA88}" dt="2024-08-21T12:34:25.910" v="636" actId="478"/>
          <ac:picMkLst>
            <pc:docMk/>
            <pc:sldMk cId="2628596664" sldId="292"/>
            <ac:picMk id="5" creationId="{6FCCFF3E-8A91-6311-4754-9A622BF8242B}"/>
          </ac:picMkLst>
        </pc:picChg>
        <pc:picChg chg="add del mod">
          <ac:chgData name="Jefferson Passerini" userId="ec684a97d9b6a829" providerId="LiveId" clId="{4E642DB2-717B-4F43-A50C-D501998FEA88}" dt="2024-08-21T12:35:13.174" v="645" actId="478"/>
          <ac:picMkLst>
            <pc:docMk/>
            <pc:sldMk cId="2628596664" sldId="292"/>
            <ac:picMk id="7" creationId="{D7365A08-A8CD-C2C0-7A55-F62405C7143E}"/>
          </ac:picMkLst>
        </pc:picChg>
        <pc:picChg chg="del">
          <ac:chgData name="Jefferson Passerini" userId="ec684a97d9b6a829" providerId="LiveId" clId="{4E642DB2-717B-4F43-A50C-D501998FEA88}" dt="2024-08-21T12:34:26.582" v="637" actId="478"/>
          <ac:picMkLst>
            <pc:docMk/>
            <pc:sldMk cId="2628596664" sldId="292"/>
            <ac:picMk id="9" creationId="{F68A4187-40CB-5666-0765-E3F3CA91CADB}"/>
          </ac:picMkLst>
        </pc:picChg>
        <pc:picChg chg="add mod ord">
          <ac:chgData name="Jefferson Passerini" userId="ec684a97d9b6a829" providerId="LiveId" clId="{4E642DB2-717B-4F43-A50C-D501998FEA88}" dt="2024-08-21T12:35:37.018" v="648" actId="167"/>
          <ac:picMkLst>
            <pc:docMk/>
            <pc:sldMk cId="2628596664" sldId="292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48.323" v="28" actId="47"/>
        <pc:sldMkLst>
          <pc:docMk/>
          <pc:sldMk cId="2496172313" sldId="293"/>
        </pc:sldMkLst>
      </pc:sldChg>
      <pc:sldChg chg="addSp modSp add mod">
        <pc:chgData name="Jefferson Passerini" userId="ec684a97d9b6a829" providerId="LiveId" clId="{4E642DB2-717B-4F43-A50C-D501998FEA88}" dt="2024-08-21T12:39:35.311" v="672" actId="1076"/>
        <pc:sldMkLst>
          <pc:docMk/>
          <pc:sldMk cId="3835876583" sldId="293"/>
        </pc:sldMkLst>
        <pc:spChg chg="mod">
          <ac:chgData name="Jefferson Passerini" userId="ec684a97d9b6a829" providerId="LiveId" clId="{4E642DB2-717B-4F43-A50C-D501998FEA88}" dt="2024-08-21T12:39:09.621" v="661" actId="1076"/>
          <ac:spMkLst>
            <pc:docMk/>
            <pc:sldMk cId="3835876583" sldId="293"/>
            <ac:spMk id="3" creationId="{212081E4-07F6-C689-2ACC-B6CADD634983}"/>
          </ac:spMkLst>
        </pc:spChg>
        <pc:picChg chg="mod">
          <ac:chgData name="Jefferson Passerini" userId="ec684a97d9b6a829" providerId="LiveId" clId="{4E642DB2-717B-4F43-A50C-D501998FEA88}" dt="2024-08-21T12:39:35.311" v="672" actId="1076"/>
          <ac:picMkLst>
            <pc:docMk/>
            <pc:sldMk cId="3835876583" sldId="293"/>
            <ac:picMk id="2" creationId="{897346ED-AA5E-2350-5E6D-F82ABD18CFEA}"/>
          </ac:picMkLst>
        </pc:picChg>
        <pc:picChg chg="add mod">
          <ac:chgData name="Jefferson Passerini" userId="ec684a97d9b6a829" providerId="LiveId" clId="{4E642DB2-717B-4F43-A50C-D501998FEA88}" dt="2024-08-21T12:39:23.625" v="667" actId="1076"/>
          <ac:picMkLst>
            <pc:docMk/>
            <pc:sldMk cId="3835876583" sldId="293"/>
            <ac:picMk id="5" creationId="{0C6A1A3A-AB52-FFDF-BBE7-DFA1AC08C69C}"/>
          </ac:picMkLst>
        </pc:picChg>
      </pc:sldChg>
      <pc:sldChg chg="modSp add mod ord">
        <pc:chgData name="Jefferson Passerini" userId="ec684a97d9b6a829" providerId="LiveId" clId="{4E642DB2-717B-4F43-A50C-D501998FEA88}" dt="2024-08-21T12:41:19.527" v="690"/>
        <pc:sldMkLst>
          <pc:docMk/>
          <pc:sldMk cId="3578035715" sldId="294"/>
        </pc:sldMkLst>
        <pc:spChg chg="mod">
          <ac:chgData name="Jefferson Passerini" userId="ec684a97d9b6a829" providerId="LiveId" clId="{4E642DB2-717B-4F43-A50C-D501998FEA88}" dt="2024-08-21T12:41:01.420" v="686" actId="20577"/>
          <ac:spMkLst>
            <pc:docMk/>
            <pc:sldMk cId="3578035715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54.317" v="33" actId="47"/>
        <pc:sldMkLst>
          <pc:docMk/>
          <pc:sldMk cId="4018733981" sldId="294"/>
        </pc:sldMkLst>
      </pc:sldChg>
      <pc:sldChg chg="modSp add ord">
        <pc:chgData name="Jefferson Passerini" userId="ec684a97d9b6a829" providerId="LiveId" clId="{4E642DB2-717B-4F43-A50C-D501998FEA88}" dt="2024-08-21T12:45:23.953" v="720" actId="20577"/>
        <pc:sldMkLst>
          <pc:docMk/>
          <pc:sldMk cId="466280431" sldId="295"/>
        </pc:sldMkLst>
        <pc:spChg chg="mod">
          <ac:chgData name="Jefferson Passerini" userId="ec684a97d9b6a829" providerId="LiveId" clId="{4E642DB2-717B-4F43-A50C-D501998FEA88}" dt="2024-08-21T12:45:23.953" v="720" actId="20577"/>
          <ac:spMkLst>
            <pc:docMk/>
            <pc:sldMk cId="466280431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7.648" v="36" actId="47"/>
        <pc:sldMkLst>
          <pc:docMk/>
          <pc:sldMk cId="2064743227" sldId="295"/>
        </pc:sldMkLst>
      </pc:sldChg>
      <pc:sldChg chg="modSp add">
        <pc:chgData name="Jefferson Passerini" userId="ec684a97d9b6a829" providerId="LiveId" clId="{4E642DB2-717B-4F43-A50C-D501998FEA88}" dt="2024-08-21T12:45:30.361" v="727" actId="20577"/>
        <pc:sldMkLst>
          <pc:docMk/>
          <pc:sldMk cId="1027580530" sldId="296"/>
        </pc:sldMkLst>
        <pc:spChg chg="mod">
          <ac:chgData name="Jefferson Passerini" userId="ec684a97d9b6a829" providerId="LiveId" clId="{4E642DB2-717B-4F43-A50C-D501998FEA88}" dt="2024-08-21T12:45:30.361" v="727" actId="20577"/>
          <ac:spMkLst>
            <pc:docMk/>
            <pc:sldMk cId="1027580530" sldId="296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845" v="35" actId="47"/>
        <pc:sldMkLst>
          <pc:docMk/>
          <pc:sldMk cId="1327895311" sldId="296"/>
        </pc:sldMkLst>
      </pc:sldChg>
      <pc:sldChg chg="modSp add">
        <pc:chgData name="Jefferson Passerini" userId="ec684a97d9b6a829" providerId="LiveId" clId="{4E642DB2-717B-4F43-A50C-D501998FEA88}" dt="2024-08-21T12:45:40.384" v="741" actId="20577"/>
        <pc:sldMkLst>
          <pc:docMk/>
          <pc:sldMk cId="619452697" sldId="297"/>
        </pc:sldMkLst>
        <pc:spChg chg="mod">
          <ac:chgData name="Jefferson Passerini" userId="ec684a97d9b6a829" providerId="LiveId" clId="{4E642DB2-717B-4F43-A50C-D501998FEA88}" dt="2024-08-21T12:45:40.384" v="741" actId="20577"/>
          <ac:spMkLst>
            <pc:docMk/>
            <pc:sldMk cId="619452697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4E642DB2-717B-4F43-A50C-D501998FEA88}" dt="2024-08-21T12:21:56.044" v="34" actId="47"/>
        <pc:sldMkLst>
          <pc:docMk/>
          <pc:sldMk cId="2392581070" sldId="297"/>
        </pc:sldMkLst>
      </pc:sldChg>
      <pc:sldChg chg="modSp add mod ord">
        <pc:chgData name="Jefferson Passerini" userId="ec684a97d9b6a829" providerId="LiveId" clId="{4E642DB2-717B-4F43-A50C-D501998FEA88}" dt="2024-08-21T12:47:32.270" v="796" actId="255"/>
        <pc:sldMkLst>
          <pc:docMk/>
          <pc:sldMk cId="1938676965" sldId="298"/>
        </pc:sldMkLst>
        <pc:spChg chg="mod">
          <ac:chgData name="Jefferson Passerini" userId="ec684a97d9b6a829" providerId="LiveId" clId="{4E642DB2-717B-4F43-A50C-D501998FEA88}" dt="2024-08-21T12:47:32.270" v="796" actId="255"/>
          <ac:spMkLst>
            <pc:docMk/>
            <pc:sldMk cId="1938676965" sldId="298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47.431" v="27" actId="47"/>
        <pc:sldMkLst>
          <pc:docMk/>
          <pc:sldMk cId="3157883851" sldId="298"/>
        </pc:sldMkLst>
      </pc:sldChg>
      <pc:sldChg chg="del">
        <pc:chgData name="Jefferson Passerini" userId="ec684a97d9b6a829" providerId="LiveId" clId="{4E642DB2-717B-4F43-A50C-D501998FEA88}" dt="2024-08-21T12:21:38.685" v="18" actId="47"/>
        <pc:sldMkLst>
          <pc:docMk/>
          <pc:sldMk cId="921456888" sldId="299"/>
        </pc:sldMkLst>
      </pc:sldChg>
      <pc:sldChg chg="modSp add mod">
        <pc:chgData name="Jefferson Passerini" userId="ec684a97d9b6a829" providerId="LiveId" clId="{4E642DB2-717B-4F43-A50C-D501998FEA88}" dt="2024-08-21T12:49:20" v="838" actId="20577"/>
        <pc:sldMkLst>
          <pc:docMk/>
          <pc:sldMk cId="3361440829" sldId="299"/>
        </pc:sldMkLst>
        <pc:spChg chg="mod">
          <ac:chgData name="Jefferson Passerini" userId="ec684a97d9b6a829" providerId="LiveId" clId="{4E642DB2-717B-4F43-A50C-D501998FEA88}" dt="2024-08-21T12:49:20" v="838" actId="20577"/>
          <ac:spMkLst>
            <pc:docMk/>
            <pc:sldMk cId="3361440829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4E642DB2-717B-4F43-A50C-D501998FEA88}" dt="2024-08-21T12:21:37.916" v="17" actId="47"/>
        <pc:sldMkLst>
          <pc:docMk/>
          <pc:sldMk cId="1000197930" sldId="300"/>
        </pc:sldMkLst>
      </pc:sldChg>
      <pc:sldChg chg="addSp modSp add mod ord">
        <pc:chgData name="Jefferson Passerini" userId="ec684a97d9b6a829" providerId="LiveId" clId="{4E642DB2-717B-4F43-A50C-D501998FEA88}" dt="2024-08-21T14:05:54.964" v="1043" actId="1076"/>
        <pc:sldMkLst>
          <pc:docMk/>
          <pc:sldMk cId="4211298744" sldId="300"/>
        </pc:sldMkLst>
        <pc:spChg chg="add mod">
          <ac:chgData name="Jefferson Passerini" userId="ec684a97d9b6a829" providerId="LiveId" clId="{4E642DB2-717B-4F43-A50C-D501998FEA88}" dt="2024-08-21T12:50:12.391" v="850" actId="27636"/>
          <ac:spMkLst>
            <pc:docMk/>
            <pc:sldMk cId="4211298744" sldId="300"/>
            <ac:spMk id="2" creationId="{A7AAB46E-22D4-E66B-FF12-EB2403EC11E0}"/>
          </ac:spMkLst>
        </pc:spChg>
        <pc:spChg chg="mod">
          <ac:chgData name="Jefferson Passerini" userId="ec684a97d9b6a829" providerId="LiveId" clId="{4E642DB2-717B-4F43-A50C-D501998FEA88}" dt="2024-08-21T14:04:28.926" v="1029" actId="6549"/>
          <ac:spMkLst>
            <pc:docMk/>
            <pc:sldMk cId="4211298744" sldId="300"/>
            <ac:spMk id="3" creationId="{212081E4-07F6-C689-2ACC-B6CADD634983}"/>
          </ac:spMkLst>
        </pc:spChg>
        <pc:spChg chg="add mod">
          <ac:chgData name="Jefferson Passerini" userId="ec684a97d9b6a829" providerId="LiveId" clId="{4E642DB2-717B-4F43-A50C-D501998FEA88}" dt="2024-08-21T14:04:57.576" v="1036" actId="14100"/>
          <ac:spMkLst>
            <pc:docMk/>
            <pc:sldMk cId="4211298744" sldId="300"/>
            <ac:spMk id="5" creationId="{048A254C-0BC6-1215-5892-A3D9B90F65E3}"/>
          </ac:spMkLst>
        </pc:spChg>
        <pc:spChg chg="add mod">
          <ac:chgData name="Jefferson Passerini" userId="ec684a97d9b6a829" providerId="LiveId" clId="{4E642DB2-717B-4F43-A50C-D501998FEA88}" dt="2024-08-21T14:05:36.747" v="1041" actId="14100"/>
          <ac:spMkLst>
            <pc:docMk/>
            <pc:sldMk cId="4211298744" sldId="300"/>
            <ac:spMk id="8" creationId="{F5F495EC-2A5A-E570-90A7-86BECFEDB394}"/>
          </ac:spMkLst>
        </pc:spChg>
        <pc:picChg chg="add mod">
          <ac:chgData name="Jefferson Passerini" userId="ec684a97d9b6a829" providerId="LiveId" clId="{4E642DB2-717B-4F43-A50C-D501998FEA88}" dt="2024-08-21T14:05:27.896" v="1038" actId="1076"/>
          <ac:picMkLst>
            <pc:docMk/>
            <pc:sldMk cId="4211298744" sldId="300"/>
            <ac:picMk id="7" creationId="{51E07B1D-6B71-D6AC-949E-FBA4F9B48804}"/>
          </ac:picMkLst>
        </pc:picChg>
        <pc:picChg chg="mod">
          <ac:chgData name="Jefferson Passerini" userId="ec684a97d9b6a829" providerId="LiveId" clId="{4E642DB2-717B-4F43-A50C-D501998FEA88}" dt="2024-08-21T14:04:32.178" v="1030" actId="1076"/>
          <ac:picMkLst>
            <pc:docMk/>
            <pc:sldMk cId="4211298744" sldId="300"/>
            <ac:picMk id="10" creationId="{4598F201-5EB8-1857-7275-FEFA0FE7822C}"/>
          </ac:picMkLst>
        </pc:picChg>
        <pc:picChg chg="add mod">
          <ac:chgData name="Jefferson Passerini" userId="ec684a97d9b6a829" providerId="LiveId" clId="{4E642DB2-717B-4F43-A50C-D501998FEA88}" dt="2024-08-21T14:05:54.964" v="1043" actId="1076"/>
          <ac:picMkLst>
            <pc:docMk/>
            <pc:sldMk cId="4211298744" sldId="300"/>
            <ac:picMk id="11" creationId="{1009AE61-6733-E3D3-4B2E-B64E22B4B1DA}"/>
          </ac:picMkLst>
        </pc:picChg>
      </pc:sldChg>
      <pc:sldChg chg="addSp delSp modSp add mod">
        <pc:chgData name="Jefferson Passerini" userId="ec684a97d9b6a829" providerId="LiveId" clId="{4E642DB2-717B-4F43-A50C-D501998FEA88}" dt="2024-08-21T16:27:14.528" v="1185" actId="1076"/>
        <pc:sldMkLst>
          <pc:docMk/>
          <pc:sldMk cId="62111205" sldId="301"/>
        </pc:sldMkLst>
        <pc:spChg chg="mod">
          <ac:chgData name="Jefferson Passerini" userId="ec684a97d9b6a829" providerId="LiveId" clId="{4E642DB2-717B-4F43-A50C-D501998FEA88}" dt="2024-08-21T14:10:59.580" v="1136" actId="6549"/>
          <ac:spMkLst>
            <pc:docMk/>
            <pc:sldMk cId="62111205" sldId="301"/>
            <ac:spMk id="3" creationId="{212081E4-07F6-C689-2ACC-B6CADD634983}"/>
          </ac:spMkLst>
        </pc:spChg>
        <pc:picChg chg="add mod modCrop">
          <ac:chgData name="Jefferson Passerini" userId="ec684a97d9b6a829" providerId="LiveId" clId="{4E642DB2-717B-4F43-A50C-D501998FEA88}" dt="2024-08-21T16:27:14.528" v="1185" actId="1076"/>
          <ac:picMkLst>
            <pc:docMk/>
            <pc:sldMk cId="62111205" sldId="301"/>
            <ac:picMk id="6" creationId="{BE550948-73CF-E361-8CA8-0014471D3BDF}"/>
          </ac:picMkLst>
        </pc:picChg>
        <pc:picChg chg="add mod">
          <ac:chgData name="Jefferson Passerini" userId="ec684a97d9b6a829" providerId="LiveId" clId="{4E642DB2-717B-4F43-A50C-D501998FEA88}" dt="2024-08-21T16:27:11.636" v="1184" actId="1076"/>
          <ac:picMkLst>
            <pc:docMk/>
            <pc:sldMk cId="62111205" sldId="301"/>
            <ac:picMk id="8" creationId="{EE23CAB0-892B-A1FD-FA84-5AE389E28ECA}"/>
          </ac:picMkLst>
        </pc:picChg>
        <pc:picChg chg="del">
          <ac:chgData name="Jefferson Passerini" userId="ec684a97d9b6a829" providerId="LiveId" clId="{4E642DB2-717B-4F43-A50C-D501998FEA88}" dt="2024-08-21T14:02:23.390" v="861" actId="478"/>
          <ac:picMkLst>
            <pc:docMk/>
            <pc:sldMk cId="62111205" sldId="301"/>
            <ac:picMk id="10" creationId="{4598F201-5EB8-1857-7275-FEFA0FE7822C}"/>
          </ac:picMkLst>
        </pc:picChg>
      </pc:sldChg>
      <pc:sldChg chg="del">
        <pc:chgData name="Jefferson Passerini" userId="ec684a97d9b6a829" providerId="LiveId" clId="{4E642DB2-717B-4F43-A50C-D501998FEA88}" dt="2024-08-21T12:21:36.780" v="16" actId="47"/>
        <pc:sldMkLst>
          <pc:docMk/>
          <pc:sldMk cId="249990205" sldId="301"/>
        </pc:sldMkLst>
      </pc:sldChg>
      <pc:sldChg chg="addSp delSp modSp add mod">
        <pc:chgData name="Jefferson Passerini" userId="ec684a97d9b6a829" providerId="LiveId" clId="{4E642DB2-717B-4F43-A50C-D501998FEA88}" dt="2024-08-21T14:08:28.396" v="1105" actId="167"/>
        <pc:sldMkLst>
          <pc:docMk/>
          <pc:sldMk cId="1188976495" sldId="302"/>
        </pc:sldMkLst>
        <pc:spChg chg="mod">
          <ac:chgData name="Jefferson Passerini" userId="ec684a97d9b6a829" providerId="LiveId" clId="{4E642DB2-717B-4F43-A50C-D501998FEA88}" dt="2024-08-21T14:06:16.869" v="1080" actId="6549"/>
          <ac:spMkLst>
            <pc:docMk/>
            <pc:sldMk cId="1188976495" sldId="302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6:25.263" v="1083" actId="14100"/>
          <ac:spMkLst>
            <pc:docMk/>
            <pc:sldMk cId="1188976495" sldId="302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8:16.580" v="1102" actId="1076"/>
          <ac:spMkLst>
            <pc:docMk/>
            <pc:sldMk cId="1188976495" sldId="302"/>
            <ac:spMk id="8" creationId="{F5F495EC-2A5A-E570-90A7-86BECFEDB394}"/>
          </ac:spMkLst>
        </pc:spChg>
        <pc:grpChg chg="add mod ord">
          <ac:chgData name="Jefferson Passerini" userId="ec684a97d9b6a829" providerId="LiveId" clId="{4E642DB2-717B-4F43-A50C-D501998FEA88}" dt="2024-08-21T14:08:28.396" v="1105" actId="167"/>
          <ac:grpSpMkLst>
            <pc:docMk/>
            <pc:sldMk cId="1188976495" sldId="302"/>
            <ac:grpSpMk id="14" creationId="{5DDC1242-DD14-2D1A-90BA-ECB91A1E77B6}"/>
          </ac:grpSpMkLst>
        </pc:grpChg>
        <pc:picChg chg="mod">
          <ac:chgData name="Jefferson Passerini" userId="ec684a97d9b6a829" providerId="LiveId" clId="{4E642DB2-717B-4F43-A50C-D501998FEA88}" dt="2024-08-21T14:08:16.580" v="1102" actId="1076"/>
          <ac:picMkLst>
            <pc:docMk/>
            <pc:sldMk cId="1188976495" sldId="302"/>
            <ac:picMk id="7" creationId="{51E07B1D-6B71-D6AC-949E-FBA4F9B48804}"/>
          </ac:picMkLst>
        </pc:picChg>
        <pc:picChg chg="add mod">
          <ac:chgData name="Jefferson Passerini" userId="ec684a97d9b6a829" providerId="LiveId" clId="{4E642DB2-717B-4F43-A50C-D501998FEA88}" dt="2024-08-21T14:08:08.308" v="1099" actId="164"/>
          <ac:picMkLst>
            <pc:docMk/>
            <pc:sldMk cId="1188976495" sldId="302"/>
            <ac:picMk id="9" creationId="{C9544078-7480-FE05-9619-6238DD471075}"/>
          </ac:picMkLst>
        </pc:picChg>
        <pc:picChg chg="del">
          <ac:chgData name="Jefferson Passerini" userId="ec684a97d9b6a829" providerId="LiveId" clId="{4E642DB2-717B-4F43-A50C-D501998FEA88}" dt="2024-08-21T14:06:19.356" v="1081" actId="478"/>
          <ac:picMkLst>
            <pc:docMk/>
            <pc:sldMk cId="1188976495" sldId="302"/>
            <ac:picMk id="11" creationId="{1009AE61-6733-E3D3-4B2E-B64E22B4B1DA}"/>
          </ac:picMkLst>
        </pc:picChg>
        <pc:picChg chg="add mod ord">
          <ac:chgData name="Jefferson Passerini" userId="ec684a97d9b6a829" providerId="LiveId" clId="{4E642DB2-717B-4F43-A50C-D501998FEA88}" dt="2024-08-21T14:08:24.074" v="1104" actId="167"/>
          <ac:picMkLst>
            <pc:docMk/>
            <pc:sldMk cId="1188976495" sldId="302"/>
            <ac:picMk id="13" creationId="{D787EEFE-06B7-6C47-1D00-0B75729805E9}"/>
          </ac:picMkLst>
        </pc:picChg>
      </pc:sldChg>
      <pc:sldChg chg="del">
        <pc:chgData name="Jefferson Passerini" userId="ec684a97d9b6a829" providerId="LiveId" clId="{4E642DB2-717B-4F43-A50C-D501998FEA88}" dt="2024-08-21T12:21:35.382" v="15" actId="47"/>
        <pc:sldMkLst>
          <pc:docMk/>
          <pc:sldMk cId="2410767089" sldId="302"/>
        </pc:sldMkLst>
      </pc:sldChg>
      <pc:sldChg chg="del">
        <pc:chgData name="Jefferson Passerini" userId="ec684a97d9b6a829" providerId="LiveId" clId="{4E642DB2-717B-4F43-A50C-D501998FEA88}" dt="2024-08-21T12:21:46.380" v="26" actId="47"/>
        <pc:sldMkLst>
          <pc:docMk/>
          <pc:sldMk cId="1234245302" sldId="303"/>
        </pc:sldMkLst>
      </pc:sldChg>
      <pc:sldChg chg="addSp delSp modSp add mod">
        <pc:chgData name="Jefferson Passerini" userId="ec684a97d9b6a829" providerId="LiveId" clId="{4E642DB2-717B-4F43-A50C-D501998FEA88}" dt="2024-08-21T14:11:19.250" v="1163" actId="20577"/>
        <pc:sldMkLst>
          <pc:docMk/>
          <pc:sldMk cId="2836738579" sldId="303"/>
        </pc:sldMkLst>
        <pc:spChg chg="mod">
          <ac:chgData name="Jefferson Passerini" userId="ec684a97d9b6a829" providerId="LiveId" clId="{4E642DB2-717B-4F43-A50C-D501998FEA88}" dt="2024-08-21T14:11:19.250" v="1163" actId="20577"/>
          <ac:spMkLst>
            <pc:docMk/>
            <pc:sldMk cId="2836738579" sldId="303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08:50.688" v="1110" actId="14100"/>
          <ac:spMkLst>
            <pc:docMk/>
            <pc:sldMk cId="2836738579" sldId="303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09:00.914" v="1118" actId="1036"/>
          <ac:spMkLst>
            <pc:docMk/>
            <pc:sldMk cId="2836738579" sldId="303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08:52.658" v="1111" actId="478"/>
          <ac:grpSpMkLst>
            <pc:docMk/>
            <pc:sldMk cId="2836738579" sldId="303"/>
            <ac:grpSpMk id="14" creationId="{5DDC1242-DD14-2D1A-90BA-ECB91A1E77B6}"/>
          </ac:grpSpMkLst>
        </pc:grpChg>
        <pc:grpChg chg="add mod ord">
          <ac:chgData name="Jefferson Passerini" userId="ec684a97d9b6a829" providerId="LiveId" clId="{4E642DB2-717B-4F43-A50C-D501998FEA88}" dt="2024-08-21T14:10:06.680" v="1126" actId="167"/>
          <ac:grpSpMkLst>
            <pc:docMk/>
            <pc:sldMk cId="2836738579" sldId="303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1" creationId="{679B1D29-B7DF-3AB4-0B00-185CDD528613}"/>
          </ac:picMkLst>
        </pc:picChg>
        <pc:picChg chg="add mod">
          <ac:chgData name="Jefferson Passerini" userId="ec684a97d9b6a829" providerId="LiveId" clId="{4E642DB2-717B-4F43-A50C-D501998FEA88}" dt="2024-08-21T14:09:55.265" v="1122" actId="164"/>
          <ac:picMkLst>
            <pc:docMk/>
            <pc:sldMk cId="2836738579" sldId="303"/>
            <ac:picMk id="15" creationId="{9A866294-6EA9-982D-594F-CF5B4714E699}"/>
          </ac:picMkLst>
        </pc:picChg>
      </pc:sldChg>
      <pc:sldChg chg="del">
        <pc:chgData name="Jefferson Passerini" userId="ec684a97d9b6a829" providerId="LiveId" clId="{4E642DB2-717B-4F43-A50C-D501998FEA88}" dt="2024-08-21T12:21:45.700" v="25" actId="47"/>
        <pc:sldMkLst>
          <pc:docMk/>
          <pc:sldMk cId="537077854" sldId="304"/>
        </pc:sldMkLst>
      </pc:sldChg>
      <pc:sldChg chg="addSp delSp modSp add mod">
        <pc:chgData name="Jefferson Passerini" userId="ec684a97d9b6a829" providerId="LiveId" clId="{4E642DB2-717B-4F43-A50C-D501998FEA88}" dt="2024-08-21T14:11:27.961" v="1181" actId="20577"/>
        <pc:sldMkLst>
          <pc:docMk/>
          <pc:sldMk cId="4206375053" sldId="304"/>
        </pc:sldMkLst>
        <pc:spChg chg="mod">
          <ac:chgData name="Jefferson Passerini" userId="ec684a97d9b6a829" providerId="LiveId" clId="{4E642DB2-717B-4F43-A50C-D501998FEA88}" dt="2024-08-21T14:11:27.961" v="1181" actId="20577"/>
          <ac:spMkLst>
            <pc:docMk/>
            <pc:sldMk cId="4206375053" sldId="304"/>
            <ac:spMk id="3" creationId="{212081E4-07F6-C689-2ACC-B6CADD634983}"/>
          </ac:spMkLst>
        </pc:spChg>
        <pc:spChg chg="mod">
          <ac:chgData name="Jefferson Passerini" userId="ec684a97d9b6a829" providerId="LiveId" clId="{4E642DB2-717B-4F43-A50C-D501998FEA88}" dt="2024-08-21T14:10:24.046" v="1130" actId="14100"/>
          <ac:spMkLst>
            <pc:docMk/>
            <pc:sldMk cId="4206375053" sldId="304"/>
            <ac:spMk id="5" creationId="{048A254C-0BC6-1215-5892-A3D9B90F65E3}"/>
          </ac:spMkLst>
        </pc:spChg>
        <pc:spChg chg="mod">
          <ac:chgData name="Jefferson Passerini" userId="ec684a97d9b6a829" providerId="LiveId" clId="{4E642DB2-717B-4F43-A50C-D501998FEA88}" dt="2024-08-21T14:10:37.384" v="1133" actId="14100"/>
          <ac:spMkLst>
            <pc:docMk/>
            <pc:sldMk cId="4206375053" sldId="304"/>
            <ac:spMk id="8" creationId="{F5F495EC-2A5A-E570-90A7-86BECFEDB394}"/>
          </ac:spMkLst>
        </pc:spChg>
        <pc:grpChg chg="del">
          <ac:chgData name="Jefferson Passerini" userId="ec684a97d9b6a829" providerId="LiveId" clId="{4E642DB2-717B-4F43-A50C-D501998FEA88}" dt="2024-08-21T14:10:31.369" v="1131" actId="478"/>
          <ac:grpSpMkLst>
            <pc:docMk/>
            <pc:sldMk cId="4206375053" sldId="304"/>
            <ac:grpSpMk id="16" creationId="{865DD16E-8876-8950-8ED1-A4F1FAB174BA}"/>
          </ac:grpSpMkLst>
        </pc:grpChg>
        <pc:picChg chg="add mod">
          <ac:chgData name="Jefferson Passerini" userId="ec684a97d9b6a829" providerId="LiveId" clId="{4E642DB2-717B-4F43-A50C-D501998FEA88}" dt="2024-08-21T14:10:52.514" v="1135" actId="1076"/>
          <ac:picMkLst>
            <pc:docMk/>
            <pc:sldMk cId="4206375053" sldId="304"/>
            <ac:picMk id="9" creationId="{E1AC7BAF-6396-D7AE-AEE7-7263892A9757}"/>
          </ac:picMkLst>
        </pc:picChg>
      </pc:sldChg>
      <pc:sldChg chg="del">
        <pc:chgData name="Jefferson Passerini" userId="ec684a97d9b6a829" providerId="LiveId" clId="{4E642DB2-717B-4F43-A50C-D501998FEA88}" dt="2024-08-21T12:21:45.220" v="24" actId="47"/>
        <pc:sldMkLst>
          <pc:docMk/>
          <pc:sldMk cId="662031841" sldId="305"/>
        </pc:sldMkLst>
      </pc:sldChg>
      <pc:sldChg chg="del">
        <pc:chgData name="Jefferson Passerini" userId="ec684a97d9b6a829" providerId="LiveId" clId="{4E642DB2-717B-4F43-A50C-D501998FEA88}" dt="2024-08-21T12:21:44.564" v="23" actId="47"/>
        <pc:sldMkLst>
          <pc:docMk/>
          <pc:sldMk cId="917933702" sldId="306"/>
        </pc:sldMkLst>
      </pc:sldChg>
      <pc:sldChg chg="del">
        <pc:chgData name="Jefferson Passerini" userId="ec684a97d9b6a829" providerId="LiveId" clId="{4E642DB2-717B-4F43-A50C-D501998FEA88}" dt="2024-08-21T12:21:44.117" v="22" actId="47"/>
        <pc:sldMkLst>
          <pc:docMk/>
          <pc:sldMk cId="1866037543" sldId="307"/>
        </pc:sldMkLst>
      </pc:sldChg>
      <pc:sldChg chg="del">
        <pc:chgData name="Jefferson Passerini" userId="ec684a97d9b6a829" providerId="LiveId" clId="{4E642DB2-717B-4F43-A50C-D501998FEA88}" dt="2024-08-21T12:21:43.356" v="21" actId="47"/>
        <pc:sldMkLst>
          <pc:docMk/>
          <pc:sldMk cId="3911222565" sldId="308"/>
        </pc:sldMkLst>
      </pc:sldChg>
      <pc:sldChg chg="del">
        <pc:chgData name="Jefferson Passerini" userId="ec684a97d9b6a829" providerId="LiveId" clId="{4E642DB2-717B-4F43-A50C-D501998FEA88}" dt="2024-08-21T12:21:42.356" v="19" actId="47"/>
        <pc:sldMkLst>
          <pc:docMk/>
          <pc:sldMk cId="313260873" sldId="309"/>
        </pc:sldMkLst>
      </pc:sldChg>
      <pc:sldChg chg="del">
        <pc:chgData name="Jefferson Passerini" userId="ec684a97d9b6a829" providerId="LiveId" clId="{4E642DB2-717B-4F43-A50C-D501998FEA88}" dt="2024-08-21T12:21:42.828" v="20" actId="47"/>
        <pc:sldMkLst>
          <pc:docMk/>
          <pc:sldMk cId="3333393032" sldId="310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BB787B5C-E77E-432F-B6BF-C3D49160FE0A}"/>
    <pc:docChg chg="custSel addSld delSld modSld sldOrd">
      <pc:chgData name="Jefferson Passerini" userId="ec684a97d9b6a829" providerId="LiveId" clId="{BB787B5C-E77E-432F-B6BF-C3D49160FE0A}" dt="2024-05-29T17:16:10.321" v="1118" actId="1076"/>
      <pc:docMkLst>
        <pc:docMk/>
      </pc:docMkLst>
      <pc:sldChg chg="addSp delSp modSp mod modAnim">
        <pc:chgData name="Jefferson Passerini" userId="ec684a97d9b6a829" providerId="LiveId" clId="{BB787B5C-E77E-432F-B6BF-C3D49160FE0A}" dt="2024-05-29T13:36:12.983" v="27" actId="26606"/>
        <pc:sldMkLst>
          <pc:docMk/>
          <pc:sldMk cId="3568309152" sldId="256"/>
        </pc:sldMkLst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88" creationId="{E91DC736-0EF8-4F87-9146-EBF1D2EE4D3D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0" creationId="{097CD68E-23E3-4007-8847-CD0944C4F7BE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2" creationId="{AF2F604E-43BE-4DC3-B983-E071523364F8}"/>
          </ac:spMkLst>
        </pc:spChg>
        <pc:spChg chg="del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4" creationId="{08C9B587-E65E-4B52-B37C-ABEBB6E87928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199" creationId="{22A397E7-BF60-45B2-84C7-B074B76C37A7}"/>
          </ac:spMkLst>
        </pc:spChg>
        <pc:spChg chg="add">
          <ac:chgData name="Jefferson Passerini" userId="ec684a97d9b6a829" providerId="LiveId" clId="{BB787B5C-E77E-432F-B6BF-C3D49160FE0A}" dt="2024-05-29T13:36:12.983" v="27" actId="26606"/>
          <ac:spMkLst>
            <pc:docMk/>
            <pc:sldMk cId="3568309152" sldId="256"/>
            <ac:spMk id="201" creationId="{890DEF05-784E-4B61-89E4-04C4ECF4E5A0}"/>
          </ac:spMkLst>
        </pc:spChg>
        <pc:picChg chg="add del mod">
          <ac:chgData name="Jefferson Passerini" userId="ec684a97d9b6a829" providerId="LiveId" clId="{BB787B5C-E77E-432F-B6BF-C3D49160FE0A}" dt="2024-05-29T13:35:56.093" v="22" actId="478"/>
          <ac:picMkLst>
            <pc:docMk/>
            <pc:sldMk cId="3568309152" sldId="256"/>
            <ac:picMk id="5" creationId="{84BC1B5D-A935-4CDE-8313-510FF33DFF74}"/>
          </ac:picMkLst>
        </pc:picChg>
        <pc:picChg chg="add mod ord">
          <ac:chgData name="Jefferson Passerini" userId="ec684a97d9b6a829" providerId="LiveId" clId="{BB787B5C-E77E-432F-B6BF-C3D49160FE0A}" dt="2024-05-29T13:36:12.983" v="27" actId="26606"/>
          <ac:picMkLst>
            <pc:docMk/>
            <pc:sldMk cId="3568309152" sldId="256"/>
            <ac:picMk id="7" creationId="{574A7D5F-7384-8CA7-C16E-B73DE64B5EA0}"/>
          </ac:picMkLst>
        </pc:picChg>
        <pc:picChg chg="del">
          <ac:chgData name="Jefferson Passerini" userId="ec684a97d9b6a829" providerId="LiveId" clId="{BB787B5C-E77E-432F-B6BF-C3D49160FE0A}" dt="2024-05-29T13:34:36.753" v="15" actId="478"/>
          <ac:picMkLst>
            <pc:docMk/>
            <pc:sldMk cId="3568309152" sldId="256"/>
            <ac:picMk id="10" creationId="{275F69C5-5F32-3955-258B-2F15C3A3B6CA}"/>
          </ac:picMkLst>
        </pc:picChg>
        <pc:cxnChg chg="add">
          <ac:chgData name="Jefferson Passerini" userId="ec684a97d9b6a829" providerId="LiveId" clId="{BB787B5C-E77E-432F-B6BF-C3D49160FE0A}" dt="2024-05-29T13:36:12.983" v="27" actId="26606"/>
          <ac:cxnSpMkLst>
            <pc:docMk/>
            <pc:sldMk cId="3568309152" sldId="256"/>
            <ac:cxnSpMk id="203" creationId="{C41BAEC7-F7B0-4224-8B18-8F74B7D87F0B}"/>
          </ac:cxnSpMkLst>
        </pc:cxnChg>
      </pc:sldChg>
      <pc:sldChg chg="modSp mod">
        <pc:chgData name="Jefferson Passerini" userId="ec684a97d9b6a829" providerId="LiveId" clId="{BB787B5C-E77E-432F-B6BF-C3D49160FE0A}" dt="2024-05-29T16:35:24.162" v="78" actId="122"/>
        <pc:sldMkLst>
          <pc:docMk/>
          <pc:sldMk cId="1879529569" sldId="287"/>
        </pc:sldMkLst>
        <pc:spChg chg="mod">
          <ac:chgData name="Jefferson Passerini" userId="ec684a97d9b6a829" providerId="LiveId" clId="{BB787B5C-E77E-432F-B6BF-C3D49160FE0A}" dt="2024-05-29T16:35:24.162" v="78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B787B5C-E77E-432F-B6BF-C3D49160FE0A}" dt="2024-05-29T13:36:34.954" v="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BB787B5C-E77E-432F-B6BF-C3D49160FE0A}" dt="2024-05-29T13:36:22.856" v="28" actId="47"/>
        <pc:sldMkLst>
          <pc:docMk/>
          <pc:sldMk cId="79919528" sldId="288"/>
        </pc:sldMkLst>
      </pc:sldChg>
      <pc:sldChg chg="add">
        <pc:chgData name="Jefferson Passerini" userId="ec684a97d9b6a829" providerId="LiveId" clId="{BB787B5C-E77E-432F-B6BF-C3D49160FE0A}" dt="2024-05-29T16:35:35.445" v="79" actId="2890"/>
        <pc:sldMkLst>
          <pc:docMk/>
          <pc:sldMk cId="617917625" sldId="288"/>
        </pc:sldMkLst>
      </pc:sldChg>
      <pc:sldChg chg="del">
        <pc:chgData name="Jefferson Passerini" userId="ec684a97d9b6a829" providerId="LiveId" clId="{BB787B5C-E77E-432F-B6BF-C3D49160FE0A}" dt="2024-05-29T13:36:23.094" v="29" actId="47"/>
        <pc:sldMkLst>
          <pc:docMk/>
          <pc:sldMk cId="3208648039" sldId="289"/>
        </pc:sldMkLst>
      </pc:sldChg>
      <pc:sldChg chg="modSp add mod">
        <pc:chgData name="Jefferson Passerini" userId="ec684a97d9b6a829" providerId="LiveId" clId="{BB787B5C-E77E-432F-B6BF-C3D49160FE0A}" dt="2024-05-29T16:42:06.107" v="257" actId="113"/>
        <pc:sldMkLst>
          <pc:docMk/>
          <pc:sldMk cId="3838484681" sldId="289"/>
        </pc:sldMkLst>
        <pc:spChg chg="mod">
          <ac:chgData name="Jefferson Passerini" userId="ec684a97d9b6a829" providerId="LiveId" clId="{BB787B5C-E77E-432F-B6BF-C3D49160FE0A}" dt="2024-05-29T16:42:06.107" v="257" actId="113"/>
          <ac:spMkLst>
            <pc:docMk/>
            <pc:sldMk cId="3838484681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365" v="30" actId="47"/>
        <pc:sldMkLst>
          <pc:docMk/>
          <pc:sldMk cId="169101092" sldId="290"/>
        </pc:sldMkLst>
      </pc:sldChg>
      <pc:sldChg chg="modSp add mod">
        <pc:chgData name="Jefferson Passerini" userId="ec684a97d9b6a829" providerId="LiveId" clId="{BB787B5C-E77E-432F-B6BF-C3D49160FE0A}" dt="2024-05-29T16:42:02.473" v="256" actId="113"/>
        <pc:sldMkLst>
          <pc:docMk/>
          <pc:sldMk cId="522826668" sldId="290"/>
        </pc:sldMkLst>
        <pc:spChg chg="mod">
          <ac:chgData name="Jefferson Passerini" userId="ec684a97d9b6a829" providerId="LiveId" clId="{BB787B5C-E77E-432F-B6BF-C3D49160FE0A}" dt="2024-05-29T16:42:02.473" v="256" actId="113"/>
          <ac:spMkLst>
            <pc:docMk/>
            <pc:sldMk cId="522826668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6:45:30.403" v="324" actId="115"/>
        <pc:sldMkLst>
          <pc:docMk/>
          <pc:sldMk cId="1323548143" sldId="291"/>
        </pc:sldMkLst>
        <pc:spChg chg="mod">
          <ac:chgData name="Jefferson Passerini" userId="ec684a97d9b6a829" providerId="LiveId" clId="{BB787B5C-E77E-432F-B6BF-C3D49160FE0A}" dt="2024-05-29T16:45:30.403" v="324" actId="115"/>
          <ac:spMkLst>
            <pc:docMk/>
            <pc:sldMk cId="1323548143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22" v="31" actId="47"/>
        <pc:sldMkLst>
          <pc:docMk/>
          <pc:sldMk cId="3824080945" sldId="291"/>
        </pc:sldMkLst>
      </pc:sldChg>
      <pc:sldChg chg="del">
        <pc:chgData name="Jefferson Passerini" userId="ec684a97d9b6a829" providerId="LiveId" clId="{BB787B5C-E77E-432F-B6BF-C3D49160FE0A}" dt="2024-05-29T13:36:23.897" v="33" actId="47"/>
        <pc:sldMkLst>
          <pc:docMk/>
          <pc:sldMk cId="1501771575" sldId="292"/>
        </pc:sldMkLst>
      </pc:sldChg>
      <pc:sldChg chg="modSp add mod">
        <pc:chgData name="Jefferson Passerini" userId="ec684a97d9b6a829" providerId="LiveId" clId="{BB787B5C-E77E-432F-B6BF-C3D49160FE0A}" dt="2024-05-29T16:52:45.953" v="356" actId="255"/>
        <pc:sldMkLst>
          <pc:docMk/>
          <pc:sldMk cId="1998634926" sldId="292"/>
        </pc:sldMkLst>
        <pc:spChg chg="mod">
          <ac:chgData name="Jefferson Passerini" userId="ec684a97d9b6a829" providerId="LiveId" clId="{BB787B5C-E77E-432F-B6BF-C3D49160FE0A}" dt="2024-05-29T16:52:45.953" v="356" actId="255"/>
          <ac:spMkLst>
            <pc:docMk/>
            <pc:sldMk cId="1998634926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3.848" v="32" actId="47"/>
        <pc:sldMkLst>
          <pc:docMk/>
          <pc:sldMk cId="1678466067" sldId="293"/>
        </pc:sldMkLst>
      </pc:sldChg>
      <pc:sldChg chg="modSp add mod">
        <pc:chgData name="Jefferson Passerini" userId="ec684a97d9b6a829" providerId="LiveId" clId="{BB787B5C-E77E-432F-B6BF-C3D49160FE0A}" dt="2024-05-29T16:54:54.674" v="389" actId="255"/>
        <pc:sldMkLst>
          <pc:docMk/>
          <pc:sldMk cId="2665549346" sldId="293"/>
        </pc:sldMkLst>
        <pc:spChg chg="mod">
          <ac:chgData name="Jefferson Passerini" userId="ec684a97d9b6a829" providerId="LiveId" clId="{BB787B5C-E77E-432F-B6BF-C3D49160FE0A}" dt="2024-05-29T16:54:54.674" v="389" actId="255"/>
          <ac:spMkLst>
            <pc:docMk/>
            <pc:sldMk cId="2665549346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078" v="34" actId="47"/>
        <pc:sldMkLst>
          <pc:docMk/>
          <pc:sldMk cId="1279196574" sldId="294"/>
        </pc:sldMkLst>
      </pc:sldChg>
      <pc:sldChg chg="addSp modSp add mod">
        <pc:chgData name="Jefferson Passerini" userId="ec684a97d9b6a829" providerId="LiveId" clId="{BB787B5C-E77E-432F-B6BF-C3D49160FE0A}" dt="2024-05-29T16:58:19.014" v="471" actId="20577"/>
        <pc:sldMkLst>
          <pc:docMk/>
          <pc:sldMk cId="1838402090" sldId="294"/>
        </pc:sldMkLst>
        <pc:spChg chg="mod">
          <ac:chgData name="Jefferson Passerini" userId="ec684a97d9b6a829" providerId="LiveId" clId="{BB787B5C-E77E-432F-B6BF-C3D49160FE0A}" dt="2024-05-29T16:58:19.014" v="471" actId="20577"/>
          <ac:spMkLst>
            <pc:docMk/>
            <pc:sldMk cId="1838402090" sldId="294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6:57:48.654" v="468" actId="1076"/>
          <ac:picMkLst>
            <pc:docMk/>
            <pc:sldMk cId="1838402090" sldId="294"/>
            <ac:picMk id="5" creationId="{5A049B0F-C654-BCC9-21A3-C115743C7CE7}"/>
          </ac:picMkLst>
        </pc:picChg>
      </pc:sldChg>
      <pc:sldChg chg="del">
        <pc:chgData name="Jefferson Passerini" userId="ec684a97d9b6a829" providerId="LiveId" clId="{BB787B5C-E77E-432F-B6BF-C3D49160FE0A}" dt="2024-05-29T13:36:24.277" v="35" actId="47"/>
        <pc:sldMkLst>
          <pc:docMk/>
          <pc:sldMk cId="1190761301" sldId="295"/>
        </pc:sldMkLst>
      </pc:sldChg>
      <pc:sldChg chg="modSp add mod">
        <pc:chgData name="Jefferson Passerini" userId="ec684a97d9b6a829" providerId="LiveId" clId="{BB787B5C-E77E-432F-B6BF-C3D49160FE0A}" dt="2024-05-29T16:59:31.953" v="484" actId="113"/>
        <pc:sldMkLst>
          <pc:docMk/>
          <pc:sldMk cId="2120685856" sldId="295"/>
        </pc:sldMkLst>
        <pc:spChg chg="mod">
          <ac:chgData name="Jefferson Passerini" userId="ec684a97d9b6a829" providerId="LiveId" clId="{BB787B5C-E77E-432F-B6BF-C3D49160FE0A}" dt="2024-05-29T16:59:31.953" v="484" actId="113"/>
          <ac:spMkLst>
            <pc:docMk/>
            <pc:sldMk cId="2120685856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B787B5C-E77E-432F-B6BF-C3D49160FE0A}" dt="2024-05-29T17:00:53.285" v="497" actId="113"/>
        <pc:sldMkLst>
          <pc:docMk/>
          <pc:sldMk cId="2209514330" sldId="296"/>
        </pc:sldMkLst>
        <pc:spChg chg="mod">
          <ac:chgData name="Jefferson Passerini" userId="ec684a97d9b6a829" providerId="LiveId" clId="{BB787B5C-E77E-432F-B6BF-C3D49160FE0A}" dt="2024-05-29T17:00:53.285" v="497" actId="113"/>
          <ac:spMkLst>
            <pc:docMk/>
            <pc:sldMk cId="2209514330" sldId="296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509" v="36" actId="47"/>
        <pc:sldMkLst>
          <pc:docMk/>
          <pc:sldMk cId="3236742059" sldId="296"/>
        </pc:sldMkLst>
      </pc:sldChg>
      <pc:sldChg chg="modSp add mod">
        <pc:chgData name="Jefferson Passerini" userId="ec684a97d9b6a829" providerId="LiveId" clId="{BB787B5C-E77E-432F-B6BF-C3D49160FE0A}" dt="2024-05-29T17:02:23.896" v="505" actId="113"/>
        <pc:sldMkLst>
          <pc:docMk/>
          <pc:sldMk cId="1266118256" sldId="297"/>
        </pc:sldMkLst>
        <pc:spChg chg="mod">
          <ac:chgData name="Jefferson Passerini" userId="ec684a97d9b6a829" providerId="LiveId" clId="{BB787B5C-E77E-432F-B6BF-C3D49160FE0A}" dt="2024-05-29T17:02:23.896" v="505" actId="113"/>
          <ac:spMkLst>
            <pc:docMk/>
            <pc:sldMk cId="1266118256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4.874" v="37" actId="47"/>
        <pc:sldMkLst>
          <pc:docMk/>
          <pc:sldMk cId="2307360450" sldId="297"/>
        </pc:sldMkLst>
      </pc:sldChg>
      <pc:sldChg chg="del">
        <pc:chgData name="Jefferson Passerini" userId="ec684a97d9b6a829" providerId="LiveId" clId="{BB787B5C-E77E-432F-B6BF-C3D49160FE0A}" dt="2024-05-29T13:36:25.266" v="38" actId="47"/>
        <pc:sldMkLst>
          <pc:docMk/>
          <pc:sldMk cId="1208440842" sldId="298"/>
        </pc:sldMkLst>
      </pc:sldChg>
      <pc:sldChg chg="addSp delSp modSp add mod">
        <pc:chgData name="Jefferson Passerini" userId="ec684a97d9b6a829" providerId="LiveId" clId="{BB787B5C-E77E-432F-B6BF-C3D49160FE0A}" dt="2024-05-29T17:05:43.246" v="906" actId="27636"/>
        <pc:sldMkLst>
          <pc:docMk/>
          <pc:sldMk cId="3160059937" sldId="298"/>
        </pc:sldMkLst>
        <pc:spChg chg="mod">
          <ac:chgData name="Jefferson Passerini" userId="ec684a97d9b6a829" providerId="LiveId" clId="{BB787B5C-E77E-432F-B6BF-C3D49160FE0A}" dt="2024-05-29T17:05:43.246" v="906" actId="27636"/>
          <ac:spMkLst>
            <pc:docMk/>
            <pc:sldMk cId="3160059937" sldId="298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5:20.190" v="900" actId="478"/>
          <ac:picMkLst>
            <pc:docMk/>
            <pc:sldMk cId="3160059937" sldId="298"/>
            <ac:picMk id="5" creationId="{5A049B0F-C654-BCC9-21A3-C115743C7CE7}"/>
          </ac:picMkLst>
        </pc:picChg>
        <pc:picChg chg="add mod">
          <ac:chgData name="Jefferson Passerini" userId="ec684a97d9b6a829" providerId="LiveId" clId="{BB787B5C-E77E-432F-B6BF-C3D49160FE0A}" dt="2024-05-29T17:05:39.547" v="904" actId="1076"/>
          <ac:picMkLst>
            <pc:docMk/>
            <pc:sldMk cId="3160059937" sldId="298"/>
            <ac:picMk id="6" creationId="{B5002F2C-259B-8C1C-D482-66817F39B577}"/>
          </ac:picMkLst>
        </pc:picChg>
      </pc:sldChg>
      <pc:sldChg chg="delSp modSp add mod">
        <pc:chgData name="Jefferson Passerini" userId="ec684a97d9b6a829" providerId="LiveId" clId="{BB787B5C-E77E-432F-B6BF-C3D49160FE0A}" dt="2024-05-29T17:08:44.385" v="1036" actId="15"/>
        <pc:sldMkLst>
          <pc:docMk/>
          <pc:sldMk cId="2788255460" sldId="299"/>
        </pc:sldMkLst>
        <pc:spChg chg="mod">
          <ac:chgData name="Jefferson Passerini" userId="ec684a97d9b6a829" providerId="LiveId" clId="{BB787B5C-E77E-432F-B6BF-C3D49160FE0A}" dt="2024-05-29T17:08:44.385" v="1036" actId="15"/>
          <ac:spMkLst>
            <pc:docMk/>
            <pc:sldMk cId="2788255460" sldId="299"/>
            <ac:spMk id="3" creationId="{212081E4-07F6-C689-2ACC-B6CADD634983}"/>
          </ac:spMkLst>
        </pc:spChg>
        <pc:picChg chg="del">
          <ac:chgData name="Jefferson Passerini" userId="ec684a97d9b6a829" providerId="LiveId" clId="{BB787B5C-E77E-432F-B6BF-C3D49160FE0A}" dt="2024-05-29T17:06:01.659" v="908" actId="478"/>
          <ac:picMkLst>
            <pc:docMk/>
            <pc:sldMk cId="2788255460" sldId="299"/>
            <ac:picMk id="6" creationId="{B5002F2C-259B-8C1C-D482-66817F39B577}"/>
          </ac:picMkLst>
        </pc:picChg>
      </pc:sldChg>
      <pc:sldChg chg="del">
        <pc:chgData name="Jefferson Passerini" userId="ec684a97d9b6a829" providerId="LiveId" clId="{BB787B5C-E77E-432F-B6BF-C3D49160FE0A}" dt="2024-05-29T13:36:28.455" v="49" actId="47"/>
        <pc:sldMkLst>
          <pc:docMk/>
          <pc:sldMk cId="4080487242" sldId="299"/>
        </pc:sldMkLst>
      </pc:sldChg>
      <pc:sldChg chg="modSp add mod">
        <pc:chgData name="Jefferson Passerini" userId="ec684a97d9b6a829" providerId="LiveId" clId="{BB787B5C-E77E-432F-B6BF-C3D49160FE0A}" dt="2024-05-29T17:09:52.219" v="1052" actId="108"/>
        <pc:sldMkLst>
          <pc:docMk/>
          <pc:sldMk cId="3027120737" sldId="300"/>
        </pc:sldMkLst>
        <pc:spChg chg="mod">
          <ac:chgData name="Jefferson Passerini" userId="ec684a97d9b6a829" providerId="LiveId" clId="{BB787B5C-E77E-432F-B6BF-C3D49160FE0A}" dt="2024-05-29T17:09:52.219" v="1052" actId="108"/>
          <ac:spMkLst>
            <pc:docMk/>
            <pc:sldMk cId="3027120737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B787B5C-E77E-432F-B6BF-C3D49160FE0A}" dt="2024-05-29T13:36:28.926" v="50" actId="47"/>
        <pc:sldMkLst>
          <pc:docMk/>
          <pc:sldMk cId="3554057361" sldId="300"/>
        </pc:sldMkLst>
      </pc:sldChg>
      <pc:sldChg chg="modSp add ord">
        <pc:chgData name="Jefferson Passerini" userId="ec684a97d9b6a829" providerId="LiveId" clId="{BB787B5C-E77E-432F-B6BF-C3D49160FE0A}" dt="2024-05-29T17:11:09.830" v="1078"/>
        <pc:sldMkLst>
          <pc:docMk/>
          <pc:sldMk cId="1811027880" sldId="301"/>
        </pc:sldMkLst>
        <pc:spChg chg="mod">
          <ac:chgData name="Jefferson Passerini" userId="ec684a97d9b6a829" providerId="LiveId" clId="{BB787B5C-E77E-432F-B6BF-C3D49160FE0A}" dt="2024-05-29T17:10:58.315" v="1075" actId="20577"/>
          <ac:spMkLst>
            <pc:docMk/>
            <pc:sldMk cId="1811027880" sldId="301"/>
            <ac:spMk id="2" creationId="{2E243026-E16F-9CDD-AE56-CF691B008A41}"/>
          </ac:spMkLst>
        </pc:spChg>
      </pc:sldChg>
      <pc:sldChg chg="del">
        <pc:chgData name="Jefferson Passerini" userId="ec684a97d9b6a829" providerId="LiveId" clId="{BB787B5C-E77E-432F-B6BF-C3D49160FE0A}" dt="2024-05-29T13:36:25.558" v="39" actId="47"/>
        <pc:sldMkLst>
          <pc:docMk/>
          <pc:sldMk cId="2816627089" sldId="301"/>
        </pc:sldMkLst>
      </pc:sldChg>
      <pc:sldChg chg="del">
        <pc:chgData name="Jefferson Passerini" userId="ec684a97d9b6a829" providerId="LiveId" clId="{BB787B5C-E77E-432F-B6BF-C3D49160FE0A}" dt="2024-05-29T13:36:25.868" v="40" actId="47"/>
        <pc:sldMkLst>
          <pc:docMk/>
          <pc:sldMk cId="1299146882" sldId="302"/>
        </pc:sldMkLst>
      </pc:sldChg>
      <pc:sldChg chg="addSp modSp add mod">
        <pc:chgData name="Jefferson Passerini" userId="ec684a97d9b6a829" providerId="LiveId" clId="{BB787B5C-E77E-432F-B6BF-C3D49160FE0A}" dt="2024-05-29T17:16:10.321" v="1118" actId="1076"/>
        <pc:sldMkLst>
          <pc:docMk/>
          <pc:sldMk cId="3464557575" sldId="302"/>
        </pc:sldMkLst>
        <pc:spChg chg="add mod">
          <ac:chgData name="Jefferson Passerini" userId="ec684a97d9b6a829" providerId="LiveId" clId="{BB787B5C-E77E-432F-B6BF-C3D49160FE0A}" dt="2024-05-29T17:12:52.576" v="1107" actId="1035"/>
          <ac:spMkLst>
            <pc:docMk/>
            <pc:sldMk cId="3464557575" sldId="302"/>
            <ac:spMk id="2" creationId="{EE1EA9E1-72F7-6EE9-327C-D1AA78D8B8DE}"/>
          </ac:spMkLst>
        </pc:spChg>
        <pc:spChg chg="mod">
          <ac:chgData name="Jefferson Passerini" userId="ec684a97d9b6a829" providerId="LiveId" clId="{BB787B5C-E77E-432F-B6BF-C3D49160FE0A}" dt="2024-05-29T17:16:10.321" v="1118" actId="1076"/>
          <ac:spMkLst>
            <pc:docMk/>
            <pc:sldMk cId="3464557575" sldId="302"/>
            <ac:spMk id="3" creationId="{212081E4-07F6-C689-2ACC-B6CADD634983}"/>
          </ac:spMkLst>
        </pc:spChg>
        <pc:picChg chg="add mod">
          <ac:chgData name="Jefferson Passerini" userId="ec684a97d9b6a829" providerId="LiveId" clId="{BB787B5C-E77E-432F-B6BF-C3D49160FE0A}" dt="2024-05-29T17:16:03.943" v="1117" actId="1076"/>
          <ac:picMkLst>
            <pc:docMk/>
            <pc:sldMk cId="3464557575" sldId="302"/>
            <ac:picMk id="6" creationId="{E019D0FD-28BD-43A4-3BC3-B3ACD1DBDF75}"/>
          </ac:picMkLst>
        </pc:picChg>
      </pc:sldChg>
      <pc:sldChg chg="del">
        <pc:chgData name="Jefferson Passerini" userId="ec684a97d9b6a829" providerId="LiveId" clId="{BB787B5C-E77E-432F-B6BF-C3D49160FE0A}" dt="2024-05-29T13:36:26.167" v="41" actId="47"/>
        <pc:sldMkLst>
          <pc:docMk/>
          <pc:sldMk cId="1923353088" sldId="303"/>
        </pc:sldMkLst>
      </pc:sldChg>
      <pc:sldChg chg="del">
        <pc:chgData name="Jefferson Passerini" userId="ec684a97d9b6a829" providerId="LiveId" clId="{BB787B5C-E77E-432F-B6BF-C3D49160FE0A}" dt="2024-05-29T13:36:26.463" v="42" actId="47"/>
        <pc:sldMkLst>
          <pc:docMk/>
          <pc:sldMk cId="252965080" sldId="304"/>
        </pc:sldMkLst>
      </pc:sldChg>
      <pc:sldChg chg="del">
        <pc:chgData name="Jefferson Passerini" userId="ec684a97d9b6a829" providerId="LiveId" clId="{BB787B5C-E77E-432F-B6BF-C3D49160FE0A}" dt="2024-05-29T13:36:26.731" v="43" actId="47"/>
        <pc:sldMkLst>
          <pc:docMk/>
          <pc:sldMk cId="607682740" sldId="305"/>
        </pc:sldMkLst>
      </pc:sldChg>
      <pc:sldChg chg="del">
        <pc:chgData name="Jefferson Passerini" userId="ec684a97d9b6a829" providerId="LiveId" clId="{BB787B5C-E77E-432F-B6BF-C3D49160FE0A}" dt="2024-05-29T13:36:27.042" v="44" actId="47"/>
        <pc:sldMkLst>
          <pc:docMk/>
          <pc:sldMk cId="2396349990" sldId="306"/>
        </pc:sldMkLst>
      </pc:sldChg>
      <pc:sldChg chg="del">
        <pc:chgData name="Jefferson Passerini" userId="ec684a97d9b6a829" providerId="LiveId" clId="{BB787B5C-E77E-432F-B6BF-C3D49160FE0A}" dt="2024-05-29T13:36:27.635" v="46" actId="47"/>
        <pc:sldMkLst>
          <pc:docMk/>
          <pc:sldMk cId="2185694841" sldId="307"/>
        </pc:sldMkLst>
      </pc:sldChg>
      <pc:sldChg chg="del">
        <pc:chgData name="Jefferson Passerini" userId="ec684a97d9b6a829" providerId="LiveId" clId="{BB787B5C-E77E-432F-B6BF-C3D49160FE0A}" dt="2024-05-29T13:36:27.381" v="45" actId="47"/>
        <pc:sldMkLst>
          <pc:docMk/>
          <pc:sldMk cId="962548081" sldId="308"/>
        </pc:sldMkLst>
      </pc:sldChg>
      <pc:sldChg chg="del">
        <pc:chgData name="Jefferson Passerini" userId="ec684a97d9b6a829" providerId="LiveId" clId="{BB787B5C-E77E-432F-B6BF-C3D49160FE0A}" dt="2024-05-29T13:36:27.880" v="47" actId="47"/>
        <pc:sldMkLst>
          <pc:docMk/>
          <pc:sldMk cId="3387030225" sldId="309"/>
        </pc:sldMkLst>
      </pc:sldChg>
      <pc:sldChg chg="del">
        <pc:chgData name="Jefferson Passerini" userId="ec684a97d9b6a829" providerId="LiveId" clId="{BB787B5C-E77E-432F-B6BF-C3D49160FE0A}" dt="2024-05-29T13:36:28.169" v="48" actId="47"/>
        <pc:sldMkLst>
          <pc:docMk/>
          <pc:sldMk cId="2669602002" sldId="310"/>
        </pc:sldMkLst>
      </pc:sldChg>
      <pc:sldChg chg="del">
        <pc:chgData name="Jefferson Passerini" userId="ec684a97d9b6a829" providerId="LiveId" clId="{BB787B5C-E77E-432F-B6BF-C3D49160FE0A}" dt="2024-05-29T13:36:29.223" v="51" actId="47"/>
        <pc:sldMkLst>
          <pc:docMk/>
          <pc:sldMk cId="145990791" sldId="311"/>
        </pc:sldMkLst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11/09/2024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8" name="Rectangle 237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5432190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pt-BR" dirty="0"/>
              <a:t>Padrões de Projeto Comportamental III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Prof. Me Jefferson Passerini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9A9D6C-89BE-3DA5-E16F-28924F1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r="-2" b="8746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3200" dirty="0"/>
              <a:t>O padrão </a:t>
            </a:r>
            <a:r>
              <a:rPr lang="pt-BR" sz="3200" b="1" i="1" u="sng" dirty="0"/>
              <a:t>Visitor</a:t>
            </a:r>
            <a:r>
              <a:rPr lang="pt-BR" sz="3200" dirty="0"/>
              <a:t> representa uma operação a ser executada nos membros de uma estrutura de objetos. Ele permite definir uma nova operação sem mudar as classes dos membros sobre os quais opera.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Aplicabilidade (Quando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Quando uma estrutura de objetos contém muitas classes com interfaces diferentes e é necessário executar operações nas instâncias dessas classes, que por sua vez dependem de suas classes concretas.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Quando muitas operações distintas e não relacionadas precisam ser executadas em objetos que compõem uma estrutura de objetos e não é desejável criar responsabilidades adicionais a tais objetos por conta de tais operações. 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permite manter juntas as operações relacionadas, definindo-as em uma única classe. Quando a estrutura do objeto for compartilhada por muitas aplicações, use 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para por operações apenas nas aplicações que precisam delas.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77707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Aplicabilidade (Quando utilizar?)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Quando as classes que definem a estrutura do objeto raramente mudam, mas geralmente é preciso definir novas operações sobre tal estrutura. Alterar as classes da estrutura do objeto requer redefinir a interface para todos os </a:t>
            </a:r>
            <a:r>
              <a:rPr lang="pt-BR" sz="1800" b="0" i="1" u="none" strike="noStrike" baseline="0" dirty="0" err="1">
                <a:latin typeface="CourierNew-Italic"/>
              </a:rPr>
              <a:t>Visitors</a:t>
            </a:r>
            <a:r>
              <a:rPr lang="pt-BR" sz="1800" b="0" i="0" u="none" strike="noStrike" baseline="0" dirty="0">
                <a:latin typeface="CourierNew"/>
              </a:rPr>
              <a:t>, o que é muito trabalhoso e pode criar oportunidades para surgimentos de </a:t>
            </a:r>
            <a:r>
              <a:rPr lang="pt-BR" sz="1800" b="0" i="1" u="none" strike="noStrike" baseline="0" dirty="0">
                <a:latin typeface="CourierNew-Italic"/>
              </a:rPr>
              <a:t>bugs</a:t>
            </a:r>
            <a:r>
              <a:rPr lang="pt-BR" sz="1800" b="0" i="0" u="none" strike="noStrike" baseline="0" dirty="0">
                <a:latin typeface="CourierNew"/>
              </a:rPr>
              <a:t>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Se as classes de estrutura dos objetos mudam com frequência, provavelmente é melhor definir as operações nessas classes.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229099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22159"/>
            <a:ext cx="4703703" cy="6115072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Visitor: </a:t>
            </a:r>
            <a:r>
              <a:rPr lang="pt-BR" sz="1800" b="0" i="0" u="none" strike="noStrike" baseline="0" dirty="0">
                <a:latin typeface="CourierNew"/>
              </a:rPr>
              <a:t>Declara um método </a:t>
            </a:r>
            <a:r>
              <a:rPr lang="pt-BR" sz="1800" b="1" i="1" u="none" strike="noStrike" baseline="0" dirty="0" err="1">
                <a:latin typeface="CourierNew-Italic"/>
              </a:rPr>
              <a:t>Visit</a:t>
            </a:r>
            <a:r>
              <a:rPr lang="pt-BR" sz="1800" b="1" i="1" u="none" strike="noStrike" baseline="0" dirty="0">
                <a:latin typeface="CourierNew-Italic"/>
              </a:rPr>
              <a:t>() </a:t>
            </a:r>
            <a:r>
              <a:rPr lang="pt-BR" sz="1800" b="0" i="0" u="none" strike="noStrike" baseline="0" dirty="0">
                <a:latin typeface="CourierNew"/>
              </a:rPr>
              <a:t>para cada classe de </a:t>
            </a:r>
            <a:r>
              <a:rPr lang="pt-BR" sz="1800" b="1" i="0" u="none" strike="noStrike" baseline="0" dirty="0" err="1">
                <a:latin typeface="CourierNew"/>
              </a:rPr>
              <a:t>VisitanteConcreto</a:t>
            </a:r>
            <a:r>
              <a:rPr lang="pt-BR" sz="1800" b="0" i="0" u="none" strike="noStrike" baseline="0" dirty="0">
                <a:latin typeface="CourierNew"/>
              </a:rPr>
              <a:t> na estrutura do objeto. </a:t>
            </a:r>
          </a:p>
          <a:p>
            <a:pPr lvl="1"/>
            <a:endParaRPr lang="pt-BR" sz="1400" dirty="0">
              <a:latin typeface="CourierNew"/>
            </a:endParaRPr>
          </a:p>
          <a:p>
            <a:pPr lvl="1"/>
            <a:r>
              <a:rPr lang="pt-BR" sz="1600" b="0" i="0" u="none" strike="noStrike" baseline="0" dirty="0">
                <a:latin typeface="CourierNew"/>
              </a:rPr>
              <a:t>O nome e assinatura do método indicam qual é a classe que envia a solicitação de visita ao </a:t>
            </a:r>
            <a:r>
              <a:rPr lang="pt-BR" sz="1600" b="1" i="0" u="none" strike="noStrike" baseline="0" dirty="0">
                <a:latin typeface="CourierNew"/>
              </a:rPr>
              <a:t>Visitante</a:t>
            </a:r>
            <a:r>
              <a:rPr lang="pt-BR" sz="1600" b="0" i="0" u="none" strike="noStrike" baseline="0" dirty="0">
                <a:latin typeface="CourierNew"/>
              </a:rPr>
              <a:t>. </a:t>
            </a:r>
          </a:p>
          <a:p>
            <a:pPr lvl="1"/>
            <a:r>
              <a:rPr lang="pt-BR" sz="1600" b="0" i="0" u="none" strike="noStrike" baseline="0" dirty="0">
                <a:latin typeface="CourierNew"/>
              </a:rPr>
              <a:t>Isso permite que o Visitante saiba qual é o </a:t>
            </a:r>
            <a:r>
              <a:rPr lang="pt-BR" sz="1600" b="1" i="0" u="none" strike="noStrike" baseline="0" dirty="0" err="1">
                <a:latin typeface="CourierNew"/>
              </a:rPr>
              <a:t>ElementoConcreto</a:t>
            </a:r>
            <a:r>
              <a:rPr lang="pt-BR" sz="1600" b="0" i="0" u="none" strike="noStrike" baseline="0" dirty="0">
                <a:latin typeface="CourierNew"/>
              </a:rPr>
              <a:t> que está sendo visitado. </a:t>
            </a:r>
          </a:p>
          <a:p>
            <a:pPr lvl="1"/>
            <a:r>
              <a:rPr lang="pt-BR" sz="1600" b="0" i="0" u="none" strike="noStrike" baseline="0" dirty="0">
                <a:latin typeface="CourierNew"/>
              </a:rPr>
              <a:t>Em seguida, o </a:t>
            </a:r>
            <a:r>
              <a:rPr lang="pt-BR" sz="1600" b="1" i="0" u="none" strike="noStrike" baseline="0" dirty="0">
                <a:latin typeface="CourierNew"/>
              </a:rPr>
              <a:t>Visitante</a:t>
            </a:r>
            <a:r>
              <a:rPr lang="pt-BR" sz="1600" b="0" i="0" u="none" strike="noStrike" baseline="0" dirty="0">
                <a:latin typeface="CourierNew"/>
              </a:rPr>
              <a:t> pode acessar o elemento diretamente através de sua interface específica.</a:t>
            </a:r>
            <a:endParaRPr lang="pt-BR" sz="16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A40DC1-6225-A9FA-C8D1-7B371712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835" y="1119651"/>
            <a:ext cx="6453257" cy="461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6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BA40DC1-6225-A9FA-C8D1-7B371712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60" y="1119651"/>
            <a:ext cx="6306132" cy="451339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33246"/>
            <a:ext cx="5011842" cy="60384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r>
              <a:rPr lang="pt-BR" sz="1800" b="1" i="0" u="none" strike="noStrike" baseline="0" dirty="0" err="1">
                <a:latin typeface="CourierNew-Bold"/>
              </a:rPr>
              <a:t>VisitanteConcreto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Um </a:t>
            </a:r>
            <a:r>
              <a:rPr lang="pt-BR" sz="1800" b="0" i="0" u="none" strike="noStrike" baseline="0" dirty="0" err="1">
                <a:latin typeface="CourierNew"/>
              </a:rPr>
              <a:t>VisitanteConcreto</a:t>
            </a:r>
            <a:r>
              <a:rPr lang="pt-BR" sz="1800" b="0" i="0" u="none" strike="noStrike" baseline="0" dirty="0">
                <a:latin typeface="CourierNew"/>
              </a:rPr>
              <a:t> implementa versões diferentes do mesmo comportamento, feitos sob medida para diferentes classes de </a:t>
            </a:r>
            <a:r>
              <a:rPr lang="pt-BR" sz="1800" b="1" i="0" u="none" strike="noStrike" baseline="0" dirty="0" err="1">
                <a:latin typeface="CourierNew"/>
              </a:rPr>
              <a:t>ElementosConcretos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Elemento: </a:t>
            </a:r>
            <a:r>
              <a:rPr lang="pt-BR" sz="1800" b="0" i="0" u="none" strike="noStrike" baseline="0" dirty="0">
                <a:latin typeface="CourierNew"/>
              </a:rPr>
              <a:t>Define uma operação aceitar() que aceita um Visitor como parâmetro.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ElementoConcreto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Implementa uma operação aceitar() que aceita um Visitor como parâmetro. O propósito de tal método é redirecionar a chamada para o método apropriado do Visitor recebido como parâmetro que corresponde com a atual classe </a:t>
            </a:r>
            <a:r>
              <a:rPr lang="pt-BR" sz="1800" b="0" i="0" u="none" strike="noStrike" baseline="0" dirty="0" err="1">
                <a:latin typeface="CourierNew"/>
              </a:rPr>
              <a:t>ElementoConcreto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6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166853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BA40DC1-6225-A9FA-C8D1-7B371712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60" y="1119651"/>
            <a:ext cx="6306132" cy="451339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270" y="707367"/>
            <a:ext cx="4809690" cy="603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EstruturaDeObjetos</a:t>
            </a:r>
            <a:r>
              <a:rPr lang="pt-BR" sz="1800" b="1" i="0" u="none" strike="noStrike" baseline="0" dirty="0">
                <a:latin typeface="CourierNew-Bold"/>
              </a:rPr>
              <a:t>: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É opcional.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Pode enumerar seus elementos.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Pode fornecer uma interface de alto nível para permitir que o visitante visite seus elementos.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Pode ser uma composição (</a:t>
            </a:r>
            <a:r>
              <a:rPr lang="pt-BR" sz="1800" b="1" i="1" u="none" strike="noStrike" baseline="0" dirty="0">
                <a:latin typeface="CourierNew-Italic"/>
              </a:rPr>
              <a:t>design </a:t>
            </a:r>
            <a:r>
              <a:rPr lang="pt-BR" sz="1800" b="1" i="1" u="none" strike="noStrike" baseline="0" dirty="0" err="1">
                <a:latin typeface="CourierNew-Italic"/>
              </a:rPr>
              <a:t>pattern</a:t>
            </a:r>
            <a:r>
              <a:rPr lang="pt-BR" sz="1800" b="1" i="1" u="none" strike="noStrike" baseline="0" dirty="0">
                <a:latin typeface="CourierNew-Italic"/>
              </a:rPr>
              <a:t> </a:t>
            </a:r>
            <a:r>
              <a:rPr lang="pt-BR" sz="1800" b="1" i="1" u="none" strike="noStrike" baseline="0" dirty="0" err="1">
                <a:latin typeface="CourierNew-Italic"/>
              </a:rPr>
              <a:t>Composite</a:t>
            </a:r>
            <a:r>
              <a:rPr lang="pt-BR" sz="1800" b="0" i="0" u="none" strike="noStrike" baseline="0" dirty="0">
                <a:latin typeface="CourierNew"/>
              </a:rPr>
              <a:t>) ou uma coleção tal como uma lista, pilha ou matriz.</a:t>
            </a:r>
            <a:endParaRPr lang="pt-BR" sz="16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360369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13" y="641480"/>
            <a:ext cx="11144250" cy="6080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é uma solução para separar algoritmos da estrutura dos objetos. 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Uma das vantagens desse padrão é a possibilidade de adicionar novas operações a uma estrutura de objetos já existente. 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1" u="none" strike="noStrike" baseline="0" dirty="0">
                <a:latin typeface="CourierNew"/>
              </a:rPr>
              <a:t>Durante o desenvolvimento de </a:t>
            </a:r>
            <a:r>
              <a:rPr lang="pt-BR" sz="1800" b="1" i="1" u="none" strike="noStrike" baseline="0" dirty="0">
                <a:latin typeface="CourierNew-Italic"/>
              </a:rPr>
              <a:t>software </a:t>
            </a:r>
            <a:r>
              <a:rPr lang="pt-BR" sz="1800" b="1" i="1" u="none" strike="noStrike" baseline="0" dirty="0">
                <a:latin typeface="CourierNew"/>
              </a:rPr>
              <a:t>é comum encontrar funcionalidades que não são exatamente parte de um objeto ou outro, colocar tais funcionalidades dentro da classe dos próprios objetos poderia poluir o código das classes e abrir brechas para o surgimento de bugs.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191715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41480"/>
            <a:ext cx="11151432" cy="3813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Para exemplificar o padrão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considere as classes abaixo que fazem parte do sistema de uma rede de supermercados. Temos uma hierarquia de classes: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lvl="1"/>
            <a:r>
              <a:rPr lang="pt-BR" sz="1800" b="0" i="0" u="none" strike="noStrike" baseline="0" dirty="0">
                <a:latin typeface="CourierNew"/>
              </a:rPr>
              <a:t>Existem vários supermercados;</a:t>
            </a:r>
          </a:p>
          <a:p>
            <a:pPr lvl="1"/>
            <a:r>
              <a:rPr lang="pt-BR" sz="1800" b="0" i="0" u="none" strike="noStrike" baseline="0" dirty="0">
                <a:latin typeface="CourierNew"/>
              </a:rPr>
              <a:t>Em cada supermercado existem vários departamentos;</a:t>
            </a:r>
          </a:p>
          <a:p>
            <a:pPr lvl="1"/>
            <a:r>
              <a:rPr lang="pt-BR" sz="1800" b="0" i="0" u="none" strike="noStrike" baseline="0" dirty="0">
                <a:latin typeface="CourierNew"/>
              </a:rPr>
              <a:t>Cada departamento possui uma série de produtos;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126CA9-3ACF-F2E8-371E-5B2F5ACC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3429000"/>
            <a:ext cx="8745170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1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641480"/>
            <a:ext cx="11151432" cy="3813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Imagine que o dono da rede de supermercados deseja saber quantos reais de lucro cada produto, departamento e supermercado é capaz de gerar. Ele também disse que no futuro deseja adicionar novas funcionalidades a nível de produto, departamento e supermercado.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Uma possível abordagem para a adição da funcionalidade de cálculo de lucro seria criar um novo método em cada classe. Para isso as três classes teriam que ser editadas e bugs poderiam surgir. Além disso, ainda existe o fato de que novas funcionalidades serão pedidas no futuro, provocando assim mais mudanças nas 3 classes.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126CA9-3ACF-F2E8-371E-5B2F5ACC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75" y="4076264"/>
            <a:ext cx="8421249" cy="265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3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8" name="Rectangle 237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Visitor -</a:t>
            </a:r>
            <a:b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Desenvolvimento</a:t>
            </a:r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5432190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pt-BR" dirty="0"/>
              <a:t>Padrões de Projeto Comportamental III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Prof. Me Jefferson Passerini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9A9D6C-89BE-3DA5-E16F-28924F1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r="-2" b="8746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3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858626" y="81161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63B497-355D-CE6F-C7D9-EBCDA8FF7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" y="0"/>
            <a:ext cx="6306132" cy="451339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D833D69-2F33-26B3-D3D1-D058570B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08" y="4754689"/>
            <a:ext cx="6188917" cy="1948363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0611C70-CCE7-8096-6090-B6E71E209F41}"/>
              </a:ext>
            </a:extLst>
          </p:cNvPr>
          <p:cNvCxnSpPr>
            <a:cxnSpLocks/>
          </p:cNvCxnSpPr>
          <p:nvPr/>
        </p:nvCxnSpPr>
        <p:spPr>
          <a:xfrm flipV="1">
            <a:off x="1457864" y="3196200"/>
            <a:ext cx="1276710" cy="16345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FA733A4-B29E-B06F-C77A-5B70F26D57DB}"/>
              </a:ext>
            </a:extLst>
          </p:cNvPr>
          <p:cNvCxnSpPr>
            <a:cxnSpLocks/>
          </p:cNvCxnSpPr>
          <p:nvPr/>
        </p:nvCxnSpPr>
        <p:spPr>
          <a:xfrm flipV="1">
            <a:off x="2889954" y="3196200"/>
            <a:ext cx="1186690" cy="16345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20127C-3077-26BE-DF82-400B138DF25B}"/>
              </a:ext>
            </a:extLst>
          </p:cNvPr>
          <p:cNvSpPr txBox="1"/>
          <p:nvPr/>
        </p:nvSpPr>
        <p:spPr>
          <a:xfrm>
            <a:off x="175058" y="3566443"/>
            <a:ext cx="1527992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Cada classe é um elemento concreto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FFE2CE-14F1-D078-4371-2E659B04CA6B}"/>
              </a:ext>
            </a:extLst>
          </p:cNvPr>
          <p:cNvSpPr txBox="1"/>
          <p:nvPr/>
        </p:nvSpPr>
        <p:spPr>
          <a:xfrm>
            <a:off x="5193101" y="0"/>
            <a:ext cx="6998899" cy="83099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Quando queremos adicionar novas funcionalidades elas serão representadas pelos </a:t>
            </a:r>
            <a:r>
              <a:rPr lang="pt-BR" sz="1600" dirty="0" err="1">
                <a:solidFill>
                  <a:schemeClr val="bg1"/>
                </a:solidFill>
              </a:rPr>
              <a:t>VisitantesConcretos</a:t>
            </a:r>
            <a:r>
              <a:rPr lang="pt-BR" sz="1600" dirty="0">
                <a:solidFill>
                  <a:schemeClr val="bg1"/>
                </a:solidFill>
              </a:rPr>
              <a:t> ex.  Lucratividade, custo, etc.</a:t>
            </a:r>
          </a:p>
          <a:p>
            <a:r>
              <a:rPr lang="pt-BR" sz="1600" dirty="0">
                <a:solidFill>
                  <a:schemeClr val="bg1"/>
                </a:solidFill>
              </a:rPr>
              <a:t>São operações não relacionadas diretamente ao escopo dos Elementos Concretos.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5946E3E6-2297-74EC-F53F-2FD5E6A06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288" y="1017004"/>
            <a:ext cx="5217653" cy="5686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 que utilizar?)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Visitor pode reduzir os impactos da adição de </a:t>
            </a:r>
            <a:r>
              <a:rPr lang="pt-BR" sz="1800" b="1" i="0" u="none" strike="noStrike" baseline="0" dirty="0">
                <a:solidFill>
                  <a:srgbClr val="FF0000"/>
                </a:solidFill>
                <a:latin typeface="CourierNew"/>
              </a:rPr>
              <a:t>novas funcionalidades</a:t>
            </a:r>
            <a:r>
              <a:rPr lang="pt-BR" sz="1800" b="0" i="0" u="none" strike="noStrike" baseline="0" dirty="0">
                <a:latin typeface="CourierNew"/>
              </a:rPr>
              <a:t> nas classes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Supermercado</a:t>
            </a:r>
            <a:r>
              <a:rPr lang="pt-BR" sz="1800" b="0" i="0" u="none" strike="noStrike" baseline="0" dirty="0">
                <a:latin typeface="CourierNew"/>
              </a:rPr>
              <a:t>,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Departamento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Produto</a:t>
            </a:r>
            <a:r>
              <a:rPr lang="pt-BR" sz="1800" b="0" i="0" u="none" strike="noStrike" baseline="0" dirty="0">
                <a:latin typeface="CourierNew"/>
              </a:rPr>
              <a:t>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Duas interfaces são as grandes responsáveis pela redução de tal impacto.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São elas: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Elemento </a:t>
            </a:r>
            <a:r>
              <a:rPr lang="pt-BR" sz="1800" b="0" i="0" u="none" strike="noStrike" baseline="0" dirty="0">
                <a:latin typeface="CourierNew"/>
              </a:rPr>
              <a:t>(É claro que os nomes podem ser mais apropriados ao contexto do código.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Porém, para facilitar o entendimento iremos codificar com esses nomes mesmo).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85008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69734"/>
            <a:ext cx="4243223" cy="291682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Crie seu projeto </a:t>
            </a:r>
            <a:r>
              <a:rPr lang="pt-BR" sz="1800" b="1" i="0" u="none" strike="noStrike" baseline="0" dirty="0" err="1">
                <a:latin typeface="CourierNew"/>
              </a:rPr>
              <a:t>VisitorSolucao</a:t>
            </a:r>
            <a:r>
              <a:rPr lang="pt-BR" sz="1800" b="0" i="0" u="none" strike="noStrike" baseline="0" dirty="0">
                <a:latin typeface="CourierNew"/>
              </a:rPr>
              <a:t>;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Crie a estrutura de </a:t>
            </a:r>
            <a:r>
              <a:rPr lang="pt-BR" sz="1800" b="1" dirty="0">
                <a:latin typeface="CourierNew"/>
              </a:rPr>
              <a:t>pastas</a:t>
            </a:r>
            <a:r>
              <a:rPr lang="pt-BR" sz="1800" dirty="0">
                <a:latin typeface="CourierNew"/>
              </a:rPr>
              <a:t>(pacotes) como demonstrado na imagem.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as classes concretas </a:t>
            </a:r>
            <a:r>
              <a:rPr lang="pt-BR" sz="1800" b="1" dirty="0">
                <a:latin typeface="CourierNew"/>
              </a:rPr>
              <a:t>Supermercado, Departamento e Produto</a:t>
            </a:r>
            <a:r>
              <a:rPr lang="pt-BR" sz="1800" dirty="0">
                <a:latin typeface="CourierNew"/>
              </a:rPr>
              <a:t>.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F5BFF92-D943-EB4E-E493-0D6E87BB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3686558"/>
            <a:ext cx="2305372" cy="3000794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2283ABF-A1B1-D552-C4A4-47C6F44E0DD4}"/>
              </a:ext>
            </a:extLst>
          </p:cNvPr>
          <p:cNvGrpSpPr/>
          <p:nvPr/>
        </p:nvGrpSpPr>
        <p:grpSpPr>
          <a:xfrm>
            <a:off x="4776412" y="953907"/>
            <a:ext cx="6001834" cy="4950186"/>
            <a:chOff x="4776412" y="953907"/>
            <a:chExt cx="6001834" cy="4950186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B0115447-C1CB-06D9-C16B-E54F5D2C140A}"/>
                </a:ext>
              </a:extLst>
            </p:cNvPr>
            <p:cNvGrpSpPr/>
            <p:nvPr/>
          </p:nvGrpSpPr>
          <p:grpSpPr>
            <a:xfrm>
              <a:off x="4776412" y="953907"/>
              <a:ext cx="6001834" cy="4950186"/>
              <a:chOff x="4776412" y="953907"/>
              <a:chExt cx="6001834" cy="4950186"/>
            </a:xfrm>
          </p:grpSpPr>
          <p:grpSp>
            <p:nvGrpSpPr>
              <p:cNvPr id="11" name="Agrupar 10">
                <a:extLst>
                  <a:ext uri="{FF2B5EF4-FFF2-40B4-BE49-F238E27FC236}">
                    <a16:creationId xmlns:a16="http://schemas.microsoft.com/office/drawing/2014/main" id="{B5CB754E-506F-0D7C-99ED-8319818857BA}"/>
                  </a:ext>
                </a:extLst>
              </p:cNvPr>
              <p:cNvGrpSpPr/>
              <p:nvPr/>
            </p:nvGrpSpPr>
            <p:grpSpPr>
              <a:xfrm>
                <a:off x="4776412" y="953907"/>
                <a:ext cx="6001834" cy="4950186"/>
                <a:chOff x="4776412" y="953907"/>
                <a:chExt cx="6001834" cy="4950186"/>
              </a:xfrm>
            </p:grpSpPr>
            <p:pic>
              <p:nvPicPr>
                <p:cNvPr id="8" name="Imagem 7">
                  <a:extLst>
                    <a:ext uri="{FF2B5EF4-FFF2-40B4-BE49-F238E27FC236}">
                      <a16:creationId xmlns:a16="http://schemas.microsoft.com/office/drawing/2014/main" id="{EA399829-5BF6-86B2-BE53-69031F212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76412" y="953907"/>
                  <a:ext cx="6001834" cy="4950186"/>
                </a:xfrm>
                <a:prstGeom prst="rect">
                  <a:avLst/>
                </a:prstGeom>
              </p:spPr>
            </p:pic>
            <p:pic>
              <p:nvPicPr>
                <p:cNvPr id="10" name="Imagem 9">
                  <a:extLst>
                    <a:ext uri="{FF2B5EF4-FFF2-40B4-BE49-F238E27FC236}">
                      <a16:creationId xmlns:a16="http://schemas.microsoft.com/office/drawing/2014/main" id="{5BC57AE9-F578-7C73-C20B-4DE5F876E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41908" y="3060656"/>
                  <a:ext cx="523948" cy="219106"/>
                </a:xfrm>
                <a:prstGeom prst="rect">
                  <a:avLst/>
                </a:prstGeom>
              </p:spPr>
            </p:pic>
          </p:grp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A13B3BBC-C590-112C-5BB2-6F73E2EDB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1424" y="2619355"/>
                <a:ext cx="523948" cy="219106"/>
              </a:xfrm>
              <a:prstGeom prst="rect">
                <a:avLst/>
              </a:prstGeom>
            </p:spPr>
          </p:pic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7FA4D370-4461-1045-758B-E915BB246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2388" y="3992308"/>
              <a:ext cx="523948" cy="219106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32F01F58-B28A-C2E0-F59B-310D36510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8343" y="3992308"/>
              <a:ext cx="523948" cy="219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274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69734"/>
            <a:ext cx="4243223" cy="291682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Crie seu projeto </a:t>
            </a:r>
            <a:r>
              <a:rPr lang="pt-BR" sz="1800" b="1" i="0" u="none" strike="noStrike" baseline="0" dirty="0" err="1">
                <a:latin typeface="CourierNew"/>
              </a:rPr>
              <a:t>VisitorSolucao</a:t>
            </a:r>
            <a:r>
              <a:rPr lang="pt-BR" sz="1800" b="0" i="0" u="none" strike="noStrike" baseline="0" dirty="0">
                <a:latin typeface="CourierNew"/>
              </a:rPr>
              <a:t>;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Crie a estrutura de </a:t>
            </a:r>
            <a:r>
              <a:rPr lang="pt-BR" sz="1800" b="1" dirty="0">
                <a:latin typeface="CourierNew"/>
              </a:rPr>
              <a:t>pastas</a:t>
            </a:r>
            <a:r>
              <a:rPr lang="pt-BR" sz="1800" dirty="0">
                <a:latin typeface="CourierNew"/>
              </a:rPr>
              <a:t>(pacotes) como demonstrado na imagem.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as classes concretas </a:t>
            </a:r>
            <a:r>
              <a:rPr lang="pt-BR" sz="1800" b="1" dirty="0">
                <a:latin typeface="CourierNew"/>
              </a:rPr>
              <a:t>Supermercado, Departamento e Produto</a:t>
            </a:r>
            <a:r>
              <a:rPr lang="pt-BR" sz="1800" dirty="0">
                <a:latin typeface="CourierNew"/>
              </a:rPr>
              <a:t>.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F5BFF92-D943-EB4E-E493-0D6E87BB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3686558"/>
            <a:ext cx="2305372" cy="30007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4018DEA-A54E-C80C-93F4-1B5C5F2E0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7" y="928757"/>
            <a:ext cx="5201888" cy="515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6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69734"/>
            <a:ext cx="4243223" cy="291682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1800" b="0" i="0" u="none" strike="noStrike" baseline="0" dirty="0">
                <a:latin typeface="CourierNew"/>
              </a:rPr>
              <a:t>Crie seu projeto </a:t>
            </a:r>
            <a:r>
              <a:rPr lang="pt-BR" sz="1800" b="1" i="0" u="none" strike="noStrike" baseline="0" dirty="0" err="1">
                <a:latin typeface="CourierNew"/>
              </a:rPr>
              <a:t>VisitorSolucao</a:t>
            </a:r>
            <a:r>
              <a:rPr lang="pt-BR" sz="1800" b="0" i="0" u="none" strike="noStrike" baseline="0" dirty="0">
                <a:latin typeface="CourierNew"/>
              </a:rPr>
              <a:t>;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Crie a estrutura de </a:t>
            </a:r>
            <a:r>
              <a:rPr lang="pt-BR" sz="1800" b="1" dirty="0">
                <a:latin typeface="CourierNew"/>
              </a:rPr>
              <a:t>pastas</a:t>
            </a:r>
            <a:r>
              <a:rPr lang="pt-BR" sz="1800" dirty="0">
                <a:latin typeface="CourierNew"/>
              </a:rPr>
              <a:t>(pacotes) como demonstrado na imagem.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as classes concretas </a:t>
            </a:r>
            <a:r>
              <a:rPr lang="pt-BR" sz="1800" b="1" dirty="0">
                <a:latin typeface="CourierNew"/>
              </a:rPr>
              <a:t>Supermercado, Departamento e Produto</a:t>
            </a:r>
            <a:r>
              <a:rPr lang="pt-BR" sz="1800" dirty="0">
                <a:latin typeface="CourierNew"/>
              </a:rPr>
              <a:t>.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F5BFF92-D943-EB4E-E493-0D6E87BB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3686558"/>
            <a:ext cx="2305372" cy="30007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22E935-4E38-07F3-D9EA-3057C3C4C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084" y="948530"/>
            <a:ext cx="532521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38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695946"/>
            <a:ext cx="2545896" cy="2611458"/>
          </a:xfrm>
        </p:spPr>
        <p:txBody>
          <a:bodyPr>
            <a:normAutofit fontScale="92500" lnSpcReduction="10000"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 interface </a:t>
            </a:r>
            <a:r>
              <a:rPr lang="pt-BR" sz="1800" b="1" dirty="0">
                <a:latin typeface="CourierNew"/>
              </a:rPr>
              <a:t>Elemento</a:t>
            </a:r>
            <a:r>
              <a:rPr lang="pt-BR" sz="180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 Interface Elemento ficará na pasta </a:t>
            </a:r>
            <a:r>
              <a:rPr lang="pt-BR" sz="1800" b="1" dirty="0" err="1">
                <a:latin typeface="CourierNew"/>
              </a:rPr>
              <a:t>ElementoConcreto</a:t>
            </a:r>
            <a:r>
              <a:rPr lang="pt-BR" sz="180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C18180-799B-3C39-E254-F0050B5E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0" y="3426357"/>
            <a:ext cx="2391109" cy="3115110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82F30190-FBB1-1B49-3364-0EC06FFCA9BB}"/>
              </a:ext>
            </a:extLst>
          </p:cNvPr>
          <p:cNvSpPr txBox="1">
            <a:spLocks/>
          </p:cNvSpPr>
          <p:nvPr/>
        </p:nvSpPr>
        <p:spPr>
          <a:xfrm>
            <a:off x="3551525" y="3044757"/>
            <a:ext cx="8241680" cy="33879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latin typeface="CourierNew"/>
              </a:rPr>
              <a:t>Observe que Visitor permanecerá com erro pois ainda não implementamos essa interface.</a:t>
            </a:r>
          </a:p>
          <a:p>
            <a:endParaRPr lang="pt-BR" sz="1800" dirty="0">
              <a:latin typeface="CourierNew"/>
            </a:endParaRPr>
          </a:p>
          <a:p>
            <a:r>
              <a:rPr lang="pt-BR" sz="1800" dirty="0">
                <a:latin typeface="CourierNew"/>
              </a:rPr>
              <a:t>As classes </a:t>
            </a:r>
            <a:r>
              <a:rPr lang="pt-BR" sz="1800" dirty="0">
                <a:latin typeface="Consolas" panose="020B0609020204030204" pitchFamily="49" charset="0"/>
              </a:rPr>
              <a:t>Supermercado</a:t>
            </a:r>
            <a:r>
              <a:rPr lang="pt-BR" sz="1800" dirty="0">
                <a:latin typeface="CourierNew"/>
              </a:rPr>
              <a:t>, </a:t>
            </a:r>
            <a:r>
              <a:rPr lang="pt-BR" sz="1800" dirty="0">
                <a:latin typeface="Consolas" panose="020B0609020204030204" pitchFamily="49" charset="0"/>
              </a:rPr>
              <a:t>Departamento </a:t>
            </a:r>
            <a:r>
              <a:rPr lang="pt-BR" sz="1800" dirty="0">
                <a:latin typeface="CourierNew"/>
              </a:rPr>
              <a:t>e </a:t>
            </a:r>
            <a:r>
              <a:rPr lang="pt-BR" sz="1800" dirty="0">
                <a:latin typeface="Consolas" panose="020B0609020204030204" pitchFamily="49" charset="0"/>
              </a:rPr>
              <a:t>Produto </a:t>
            </a:r>
            <a:r>
              <a:rPr lang="pt-BR" sz="1800" dirty="0">
                <a:latin typeface="CourierNew"/>
              </a:rPr>
              <a:t>precisarão implementar a interface </a:t>
            </a:r>
            <a:r>
              <a:rPr lang="pt-BR" sz="1800" dirty="0">
                <a:latin typeface="Consolas" panose="020B0609020204030204" pitchFamily="49" charset="0"/>
              </a:rPr>
              <a:t>Elemento, </a:t>
            </a:r>
            <a:r>
              <a:rPr lang="pt-BR" sz="1800" dirty="0">
                <a:latin typeface="CourierNew"/>
              </a:rPr>
              <a:t>isso implica na </a:t>
            </a:r>
            <a:r>
              <a:rPr lang="pt-BR" sz="1800" b="1" dirty="0">
                <a:latin typeface="CourierNew"/>
              </a:rPr>
              <a:t>edição do código nas três classes para a inserção do método</a:t>
            </a:r>
            <a:r>
              <a:rPr lang="pt-BR" sz="1800" dirty="0">
                <a:latin typeface="CourierNew"/>
              </a:rPr>
              <a:t> </a:t>
            </a:r>
            <a:r>
              <a:rPr lang="pt-BR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aceitar() </a:t>
            </a:r>
            <a:r>
              <a:rPr lang="pt-BR" sz="1800" dirty="0">
                <a:latin typeface="CourierNew"/>
              </a:rPr>
              <a:t>que é imposto pela interface.</a:t>
            </a:r>
          </a:p>
          <a:p>
            <a:r>
              <a:rPr lang="pt-BR" sz="1800" dirty="0">
                <a:latin typeface="CourierNew"/>
              </a:rPr>
              <a:t> </a:t>
            </a:r>
          </a:p>
          <a:p>
            <a:r>
              <a:rPr lang="pt-BR" sz="1800" dirty="0">
                <a:latin typeface="CourierNew"/>
              </a:rPr>
              <a:t>Tal método estará presente nas três classes mas a lógica do cálculo da lucratividade será implementada apenas no </a:t>
            </a:r>
            <a:r>
              <a:rPr lang="pt-BR" sz="1800" i="1" dirty="0">
                <a:latin typeface="CourierNew-Italic"/>
              </a:rPr>
              <a:t>Visitor</a:t>
            </a:r>
            <a:r>
              <a:rPr lang="pt-BR" sz="1800" dirty="0">
                <a:latin typeface="CourierNew"/>
              </a:rPr>
              <a:t>, a responsabilidade do método aceitar é apenas informar ao </a:t>
            </a:r>
            <a:r>
              <a:rPr lang="pt-BR" sz="1800" i="1" dirty="0">
                <a:latin typeface="CourierNew-Italic"/>
              </a:rPr>
              <a:t>Visitor, </a:t>
            </a:r>
            <a:r>
              <a:rPr lang="pt-BR" sz="1800" dirty="0">
                <a:latin typeface="CourierNew"/>
              </a:rPr>
              <a:t>que foi recebido por parâmetro, qual de seus métodos ele deve executar. </a:t>
            </a:r>
            <a:endParaRPr lang="pt-BR" sz="1800" dirty="0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8A582E2-6973-9D83-A0EA-461DAFB4FD10}"/>
              </a:ext>
            </a:extLst>
          </p:cNvPr>
          <p:cNvGrpSpPr/>
          <p:nvPr/>
        </p:nvGrpSpPr>
        <p:grpSpPr>
          <a:xfrm>
            <a:off x="3775262" y="957574"/>
            <a:ext cx="5647949" cy="1834264"/>
            <a:chOff x="3775262" y="957574"/>
            <a:chExt cx="5647949" cy="1834264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1201A49-E8DD-2B39-C707-8C01C9387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5262" y="957574"/>
              <a:ext cx="5647949" cy="1834264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AF2CDBD1-5C94-5424-9B10-9305F1465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4887" y="2154879"/>
              <a:ext cx="692657" cy="2950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36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C012E37-C02B-AF1F-006B-E9326CC7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241" y="3028761"/>
            <a:ext cx="5817140" cy="2680868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F07EBD1F-932F-35E3-B6C8-816DAC110506}"/>
              </a:ext>
            </a:extLst>
          </p:cNvPr>
          <p:cNvSpPr txBox="1">
            <a:spLocks/>
          </p:cNvSpPr>
          <p:nvPr/>
        </p:nvSpPr>
        <p:spPr>
          <a:xfrm>
            <a:off x="526929" y="787024"/>
            <a:ext cx="5569071" cy="5924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latin typeface="CourierNew"/>
              </a:rPr>
              <a:t>O método aceitar() que estará presente nas três classes e implementa a lógica do cálculo da lucratividade será implementada apenas no </a:t>
            </a:r>
            <a:r>
              <a:rPr lang="pt-BR" sz="1800" i="1" dirty="0">
                <a:latin typeface="CourierNew-Italic"/>
              </a:rPr>
              <a:t>Visitor.</a:t>
            </a:r>
          </a:p>
          <a:p>
            <a:r>
              <a:rPr lang="pt-BR" sz="1800" i="1" dirty="0">
                <a:latin typeface="CourierNew-Italic"/>
              </a:rPr>
              <a:t>A</a:t>
            </a:r>
            <a:r>
              <a:rPr lang="pt-BR" sz="1800" dirty="0">
                <a:latin typeface="CourierNew"/>
              </a:rPr>
              <a:t> responsabilidade do método aceitar é apenas informar ao </a:t>
            </a:r>
            <a:r>
              <a:rPr lang="pt-BR" sz="1800" i="1" dirty="0">
                <a:latin typeface="CourierNew-Italic"/>
              </a:rPr>
              <a:t>Visitor, </a:t>
            </a:r>
            <a:r>
              <a:rPr lang="pt-BR" sz="1800" dirty="0">
                <a:latin typeface="CourierNew"/>
              </a:rPr>
              <a:t>que foi recebido por parâmetro, qual de seus métodos ele deve executar.</a:t>
            </a:r>
          </a:p>
          <a:p>
            <a:r>
              <a:rPr lang="pt-BR" sz="1800" b="1" i="1" dirty="0">
                <a:solidFill>
                  <a:srgbClr val="FF0000"/>
                </a:solidFill>
                <a:latin typeface="CourierNew"/>
              </a:rPr>
              <a:t>No Visitor cada um dos elementos concretos Supermercado, Departamento e Produto terão métodos declarados para representar cada um.</a:t>
            </a:r>
          </a:p>
          <a:p>
            <a:r>
              <a:rPr lang="pt-BR" sz="1800" b="1" i="1" dirty="0">
                <a:latin typeface="CourierNew"/>
              </a:rPr>
              <a:t>Então faremos isso na criação desta interface. </a:t>
            </a:r>
            <a:r>
              <a:rPr lang="pt-BR" sz="1800" b="1" i="1" dirty="0">
                <a:solidFill>
                  <a:srgbClr val="FF0000"/>
                </a:solidFill>
                <a:latin typeface="CourierNew"/>
              </a:rPr>
              <a:t> </a:t>
            </a:r>
          </a:p>
          <a:p>
            <a:r>
              <a:rPr lang="pt-BR" sz="1800" dirty="0">
                <a:latin typeface="CourierNew"/>
              </a:rPr>
              <a:t>Observe o esquema:</a:t>
            </a:r>
            <a:endParaRPr lang="pt-BR" sz="18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1C5DE6B-D622-9B1E-D805-F83CC61A1373}"/>
              </a:ext>
            </a:extLst>
          </p:cNvPr>
          <p:cNvSpPr txBox="1"/>
          <p:nvPr/>
        </p:nvSpPr>
        <p:spPr>
          <a:xfrm>
            <a:off x="7737894" y="1435718"/>
            <a:ext cx="258792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Cada </a:t>
            </a:r>
            <a:r>
              <a:rPr lang="pt-BR" dirty="0" err="1">
                <a:solidFill>
                  <a:schemeClr val="bg1"/>
                </a:solidFill>
              </a:rPr>
              <a:t>ElementoConcreto</a:t>
            </a:r>
            <a:r>
              <a:rPr lang="pt-BR" dirty="0">
                <a:solidFill>
                  <a:schemeClr val="bg1"/>
                </a:solidFill>
              </a:rPr>
              <a:t> será representado no Vistor por um método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9A4E8BD4-5379-C317-FE28-74AD1270B61F}"/>
              </a:ext>
            </a:extLst>
          </p:cNvPr>
          <p:cNvCxnSpPr/>
          <p:nvPr/>
        </p:nvCxnSpPr>
        <p:spPr>
          <a:xfrm flipH="1">
            <a:off x="7237562" y="2251494"/>
            <a:ext cx="500332" cy="8798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9ED9A09C-F841-7027-51A4-0D525A271A5D}"/>
              </a:ext>
            </a:extLst>
          </p:cNvPr>
          <p:cNvSpPr/>
          <p:nvPr/>
        </p:nvSpPr>
        <p:spPr>
          <a:xfrm>
            <a:off x="9998017" y="4149306"/>
            <a:ext cx="2034860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358CA90-CBC5-48D9-1904-F0FE25EE107A}"/>
              </a:ext>
            </a:extLst>
          </p:cNvPr>
          <p:cNvCxnSpPr>
            <a:cxnSpLocks/>
          </p:cNvCxnSpPr>
          <p:nvPr/>
        </p:nvCxnSpPr>
        <p:spPr>
          <a:xfrm>
            <a:off x="10325818" y="2155557"/>
            <a:ext cx="1069676" cy="19247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FE45D97-5892-346E-9A3E-A9E365E95CF2}"/>
              </a:ext>
            </a:extLst>
          </p:cNvPr>
          <p:cNvSpPr txBox="1"/>
          <p:nvPr/>
        </p:nvSpPr>
        <p:spPr>
          <a:xfrm>
            <a:off x="4847611" y="5790836"/>
            <a:ext cx="4598314" cy="92333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O método aceitar() declaro pela interface Elemento será implementada por cada </a:t>
            </a:r>
            <a:r>
              <a:rPr lang="pt-BR" dirty="0" err="1">
                <a:solidFill>
                  <a:schemeClr val="bg1"/>
                </a:solidFill>
              </a:rPr>
              <a:t>ElementoConcreto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7AD73F3-8BD4-7767-DA5A-A96AFB0F29BA}"/>
              </a:ext>
            </a:extLst>
          </p:cNvPr>
          <p:cNvSpPr/>
          <p:nvPr/>
        </p:nvSpPr>
        <p:spPr>
          <a:xfrm>
            <a:off x="6363421" y="5129842"/>
            <a:ext cx="1072549" cy="192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1B7A2ACD-AEF9-82ED-6299-919E28DF8FBA}"/>
              </a:ext>
            </a:extLst>
          </p:cNvPr>
          <p:cNvCxnSpPr>
            <a:cxnSpLocks/>
          </p:cNvCxnSpPr>
          <p:nvPr/>
        </p:nvCxnSpPr>
        <p:spPr>
          <a:xfrm flipV="1">
            <a:off x="5598081" y="5226170"/>
            <a:ext cx="765340" cy="5488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56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695946"/>
            <a:ext cx="2545896" cy="2611458"/>
          </a:xfrm>
        </p:spPr>
        <p:txBody>
          <a:bodyPr>
            <a:normAutofit lnSpcReduction="10000"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 interface </a:t>
            </a:r>
            <a:r>
              <a:rPr lang="pt-BR" sz="1800" b="1" dirty="0">
                <a:latin typeface="CourierNew"/>
              </a:rPr>
              <a:t>Visitor</a:t>
            </a:r>
            <a:r>
              <a:rPr lang="pt-BR" sz="180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 Interface Elemento ficará na pasta </a:t>
            </a:r>
            <a:r>
              <a:rPr lang="pt-BR" sz="1800" b="1" dirty="0">
                <a:latin typeface="CourierNew"/>
              </a:rPr>
              <a:t>Visitor</a:t>
            </a:r>
            <a:r>
              <a:rPr lang="pt-BR" sz="180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70D6FA-5671-C287-96BD-5102EEC40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76" y="3875296"/>
            <a:ext cx="2172003" cy="22958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C51C7A6-0E71-0D76-75A8-B3521A79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686" y="3682785"/>
            <a:ext cx="5817140" cy="2680868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4A1D2FE2-DE37-CC57-BEF5-302E2D432484}"/>
              </a:ext>
            </a:extLst>
          </p:cNvPr>
          <p:cNvGrpSpPr/>
          <p:nvPr/>
        </p:nvGrpSpPr>
        <p:grpSpPr>
          <a:xfrm>
            <a:off x="3586866" y="875944"/>
            <a:ext cx="5363323" cy="2553056"/>
            <a:chOff x="3586866" y="875944"/>
            <a:chExt cx="5363323" cy="2553056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C14BFEC-8850-4919-5B44-2BA636C2A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86866" y="875944"/>
              <a:ext cx="5363323" cy="2553056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A9EF720-991A-669A-EA3F-BF989B3C9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8510" y="2148159"/>
              <a:ext cx="514422" cy="219106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BE2AC9CB-AE4D-0272-2363-001E16F78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8510" y="2569473"/>
              <a:ext cx="514422" cy="219106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7CA38532-109D-7D91-2BED-1639FD4B6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8510" y="2990787"/>
              <a:ext cx="514422" cy="219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178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7C004762-9B02-4BFC-6209-857D136D5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004" y="828136"/>
            <a:ext cx="5611008" cy="594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21825"/>
            <a:ext cx="3096883" cy="3176634"/>
          </a:xfrm>
        </p:spPr>
        <p:txBody>
          <a:bodyPr>
            <a:normAutofit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Altere as classes </a:t>
            </a:r>
            <a:r>
              <a:rPr lang="pt-BR" sz="1800" dirty="0">
                <a:latin typeface="Consolas" panose="020B0609020204030204" pitchFamily="49" charset="0"/>
              </a:rPr>
              <a:t>Supermercado</a:t>
            </a:r>
            <a:r>
              <a:rPr lang="pt-BR" sz="1800" dirty="0">
                <a:latin typeface="CourierNew"/>
              </a:rPr>
              <a:t>, </a:t>
            </a:r>
            <a:r>
              <a:rPr lang="pt-BR" sz="1800" dirty="0">
                <a:latin typeface="Consolas" panose="020B0609020204030204" pitchFamily="49" charset="0"/>
              </a:rPr>
              <a:t>Departamento </a:t>
            </a:r>
            <a:r>
              <a:rPr lang="pt-BR" sz="1800" dirty="0">
                <a:latin typeface="CourierNew"/>
              </a:rPr>
              <a:t>e </a:t>
            </a:r>
            <a:r>
              <a:rPr lang="pt-BR" sz="1800" dirty="0">
                <a:latin typeface="Consolas" panose="020B0609020204030204" pitchFamily="49" charset="0"/>
              </a:rPr>
              <a:t>Produto </a:t>
            </a:r>
            <a:r>
              <a:rPr lang="pt-BR" sz="1800" dirty="0">
                <a:latin typeface="CourierNew"/>
              </a:rPr>
              <a:t>de forma que implementem a interface Elemento.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3190AD-1D80-C87A-561F-E7D0EFCE2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41" y="2848655"/>
            <a:ext cx="4988406" cy="229894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14AC942-3B48-695F-3F9D-1C1FEF83B07B}"/>
              </a:ext>
            </a:extLst>
          </p:cNvPr>
          <p:cNvSpPr/>
          <p:nvPr/>
        </p:nvSpPr>
        <p:spPr>
          <a:xfrm>
            <a:off x="7837099" y="1500996"/>
            <a:ext cx="1072549" cy="260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23A942-9BA4-AB14-9BD8-02583B729DD8}"/>
              </a:ext>
            </a:extLst>
          </p:cNvPr>
          <p:cNvSpPr/>
          <p:nvPr/>
        </p:nvSpPr>
        <p:spPr>
          <a:xfrm>
            <a:off x="6495256" y="5656051"/>
            <a:ext cx="3589023" cy="891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83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5676E71-93C6-DB77-4DEA-01C85F8446F6}"/>
              </a:ext>
            </a:extLst>
          </p:cNvPr>
          <p:cNvGrpSpPr/>
          <p:nvPr/>
        </p:nvGrpSpPr>
        <p:grpSpPr>
          <a:xfrm>
            <a:off x="6156540" y="622159"/>
            <a:ext cx="4266454" cy="6170954"/>
            <a:chOff x="6156540" y="622159"/>
            <a:chExt cx="4266454" cy="617095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E021AB0-4B42-7850-FBA8-07100A7F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56540" y="622159"/>
              <a:ext cx="4266454" cy="6170954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A81ECD35-85BB-A874-DD41-E1559FC40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3302" y="5749735"/>
              <a:ext cx="514422" cy="219106"/>
            </a:xfrm>
            <a:prstGeom prst="rect">
              <a:avLst/>
            </a:prstGeom>
          </p:spPr>
        </p:pic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21825"/>
            <a:ext cx="3096883" cy="3176634"/>
          </a:xfrm>
        </p:spPr>
        <p:txBody>
          <a:bodyPr>
            <a:normAutofit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Altere as classes </a:t>
            </a:r>
            <a:r>
              <a:rPr lang="pt-BR" sz="1800" dirty="0">
                <a:latin typeface="Consolas" panose="020B0609020204030204" pitchFamily="49" charset="0"/>
              </a:rPr>
              <a:t>Supermercado</a:t>
            </a:r>
            <a:r>
              <a:rPr lang="pt-BR" sz="1800" dirty="0">
                <a:latin typeface="CourierNew"/>
              </a:rPr>
              <a:t>, </a:t>
            </a:r>
            <a:r>
              <a:rPr lang="pt-BR" sz="1800" dirty="0">
                <a:latin typeface="Consolas" panose="020B0609020204030204" pitchFamily="49" charset="0"/>
              </a:rPr>
              <a:t>Departamento </a:t>
            </a:r>
            <a:r>
              <a:rPr lang="pt-BR" sz="1800" dirty="0">
                <a:latin typeface="CourierNew"/>
              </a:rPr>
              <a:t>e </a:t>
            </a:r>
            <a:r>
              <a:rPr lang="pt-BR" sz="1800" dirty="0">
                <a:latin typeface="Consolas" panose="020B0609020204030204" pitchFamily="49" charset="0"/>
              </a:rPr>
              <a:t>Produto </a:t>
            </a:r>
            <a:r>
              <a:rPr lang="pt-BR" sz="1800" dirty="0">
                <a:latin typeface="CourierNew"/>
              </a:rPr>
              <a:t>de forma que implementem a interface Elemento.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3190AD-1D80-C87A-561F-E7D0EFCE2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50" y="2848655"/>
            <a:ext cx="4988406" cy="229894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14AC942-3B48-695F-3F9D-1C1FEF83B07B}"/>
              </a:ext>
            </a:extLst>
          </p:cNvPr>
          <p:cNvSpPr/>
          <p:nvPr/>
        </p:nvSpPr>
        <p:spPr>
          <a:xfrm>
            <a:off x="8587595" y="1632637"/>
            <a:ext cx="1072549" cy="260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23A942-9BA4-AB14-9BD8-02583B729DD8}"/>
              </a:ext>
            </a:extLst>
          </p:cNvPr>
          <p:cNvSpPr/>
          <p:nvPr/>
        </p:nvSpPr>
        <p:spPr>
          <a:xfrm>
            <a:off x="6793083" y="5723857"/>
            <a:ext cx="3589023" cy="891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319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0844016B-E599-EDDD-FE24-E0791574328D}"/>
              </a:ext>
            </a:extLst>
          </p:cNvPr>
          <p:cNvGrpSpPr/>
          <p:nvPr/>
        </p:nvGrpSpPr>
        <p:grpSpPr>
          <a:xfrm>
            <a:off x="5657037" y="691061"/>
            <a:ext cx="5029902" cy="5953956"/>
            <a:chOff x="5657037" y="691061"/>
            <a:chExt cx="5029902" cy="595395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4F38FB46-7384-2886-6340-313C94448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7037" y="691061"/>
              <a:ext cx="5029902" cy="5953956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48512004-812C-373A-B661-B2FC4223F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0221" y="5530280"/>
              <a:ext cx="514422" cy="219106"/>
            </a:xfrm>
            <a:prstGeom prst="rect">
              <a:avLst/>
            </a:prstGeom>
          </p:spPr>
        </p:pic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721825"/>
            <a:ext cx="3096883" cy="3176634"/>
          </a:xfrm>
        </p:spPr>
        <p:txBody>
          <a:bodyPr>
            <a:normAutofit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Altere as classes </a:t>
            </a:r>
            <a:r>
              <a:rPr lang="pt-BR" sz="1800" dirty="0">
                <a:latin typeface="Consolas" panose="020B0609020204030204" pitchFamily="49" charset="0"/>
              </a:rPr>
              <a:t>Supermercado</a:t>
            </a:r>
            <a:r>
              <a:rPr lang="pt-BR" sz="1800" dirty="0">
                <a:latin typeface="CourierNew"/>
              </a:rPr>
              <a:t>, </a:t>
            </a:r>
            <a:r>
              <a:rPr lang="pt-BR" sz="1800" dirty="0">
                <a:latin typeface="Consolas" panose="020B0609020204030204" pitchFamily="49" charset="0"/>
              </a:rPr>
              <a:t>Departamento </a:t>
            </a:r>
            <a:r>
              <a:rPr lang="pt-BR" sz="1800" dirty="0">
                <a:latin typeface="CourierNew"/>
              </a:rPr>
              <a:t>e </a:t>
            </a:r>
            <a:r>
              <a:rPr lang="pt-BR" sz="1800" dirty="0">
                <a:latin typeface="Consolas" panose="020B0609020204030204" pitchFamily="49" charset="0"/>
              </a:rPr>
              <a:t>Produto </a:t>
            </a:r>
            <a:r>
              <a:rPr lang="pt-BR" sz="1800" dirty="0">
                <a:latin typeface="CourierNew"/>
              </a:rPr>
              <a:t>de forma que implementem a interface Elemento.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3190AD-1D80-C87A-561F-E7D0EFCE2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41" y="2848655"/>
            <a:ext cx="4988406" cy="229894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14AC942-3B48-695F-3F9D-1C1FEF83B07B}"/>
              </a:ext>
            </a:extLst>
          </p:cNvPr>
          <p:cNvSpPr/>
          <p:nvPr/>
        </p:nvSpPr>
        <p:spPr>
          <a:xfrm>
            <a:off x="8154736" y="1327720"/>
            <a:ext cx="1072549" cy="260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D23A942-9BA4-AB14-9BD8-02583B729DD8}"/>
              </a:ext>
            </a:extLst>
          </p:cNvPr>
          <p:cNvSpPr/>
          <p:nvPr/>
        </p:nvSpPr>
        <p:spPr>
          <a:xfrm>
            <a:off x="6377476" y="5530280"/>
            <a:ext cx="3589023" cy="891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132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7C8026-DB59-C354-3030-D05DA811F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745" y="2101856"/>
            <a:ext cx="6306132" cy="4513398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F07EBD1F-932F-35E3-B6C8-816DAC110506}"/>
              </a:ext>
            </a:extLst>
          </p:cNvPr>
          <p:cNvSpPr txBox="1">
            <a:spLocks/>
          </p:cNvSpPr>
          <p:nvPr/>
        </p:nvSpPr>
        <p:spPr>
          <a:xfrm>
            <a:off x="526929" y="787024"/>
            <a:ext cx="5569071" cy="5924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i="0" u="none" strike="noStrike" baseline="0" dirty="0">
                <a:latin typeface="CourierNew"/>
              </a:rPr>
              <a:t>Já temos as interfaces definidas e as classes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Supermercado</a:t>
            </a:r>
            <a:r>
              <a:rPr lang="pt-BR" sz="1800" b="0" i="0" u="none" strike="noStrike" baseline="0" dirty="0">
                <a:latin typeface="CourierNew"/>
              </a:rPr>
              <a:t>,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Departamento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Produto </a:t>
            </a:r>
            <a:r>
              <a:rPr lang="pt-BR" sz="1800" b="0" i="0" u="none" strike="noStrike" baseline="0" dirty="0">
                <a:latin typeface="CourierNew"/>
              </a:rPr>
              <a:t>implementando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Elemento, </a:t>
            </a:r>
            <a:r>
              <a:rPr lang="pt-BR" sz="1800" b="0" i="0" u="none" strike="noStrike" baseline="0" dirty="0">
                <a:latin typeface="CourierNew"/>
              </a:rPr>
              <a:t>agora precisamos criar nosso </a:t>
            </a:r>
            <a:r>
              <a:rPr lang="pt-BR" sz="1800" b="1" i="1" u="none" strike="noStrike" baseline="0" dirty="0">
                <a:latin typeface="CourierNew-Italic"/>
              </a:rPr>
              <a:t>Visitor </a:t>
            </a:r>
            <a:r>
              <a:rPr lang="pt-BR" sz="1800" b="1" i="0" u="none" strike="noStrike" baseline="0" dirty="0">
                <a:latin typeface="CourierNew"/>
              </a:rPr>
              <a:t>concreto</a:t>
            </a:r>
            <a:r>
              <a:rPr lang="pt-BR" sz="1800" b="0" i="0" u="none" strike="noStrike" baseline="0" dirty="0">
                <a:latin typeface="CourierNew"/>
              </a:rPr>
              <a:t> que será a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Lucratividade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8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FE45D97-5892-346E-9A3E-A9E365E95CF2}"/>
              </a:ext>
            </a:extLst>
          </p:cNvPr>
          <p:cNvSpPr txBox="1"/>
          <p:nvPr/>
        </p:nvSpPr>
        <p:spPr>
          <a:xfrm>
            <a:off x="827680" y="3399817"/>
            <a:ext cx="4598314" cy="175432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Classe Lucratividade que representa nosso </a:t>
            </a:r>
            <a:r>
              <a:rPr lang="pt-BR" dirty="0" err="1">
                <a:solidFill>
                  <a:schemeClr val="bg1"/>
                </a:solidFill>
              </a:rPr>
              <a:t>VisitanteConcreto</a:t>
            </a:r>
            <a:r>
              <a:rPr lang="pt-BR" dirty="0">
                <a:solidFill>
                  <a:schemeClr val="bg1"/>
                </a:solidFill>
              </a:rPr>
              <a:t> implementará a interface Visitor e será responsável por desenvolver a lógica do cálculo da lucratividade para o Supermercado, Departamento e para um Produto.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7AD73F3-8BD4-7767-DA5A-A96AFB0F29BA}"/>
              </a:ext>
            </a:extLst>
          </p:cNvPr>
          <p:cNvSpPr/>
          <p:nvPr/>
        </p:nvSpPr>
        <p:spPr>
          <a:xfrm>
            <a:off x="7027655" y="3059502"/>
            <a:ext cx="2487281" cy="848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1B7A2ACD-AEF9-82ED-6299-919E28DF8FBA}"/>
              </a:ext>
            </a:extLst>
          </p:cNvPr>
          <p:cNvCxnSpPr>
            <a:cxnSpLocks/>
          </p:cNvCxnSpPr>
          <p:nvPr/>
        </p:nvCxnSpPr>
        <p:spPr>
          <a:xfrm flipV="1">
            <a:off x="5413817" y="3483633"/>
            <a:ext cx="1558483" cy="4650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818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209B8BD-DA18-594C-38AB-0E6B2148C17C}"/>
              </a:ext>
            </a:extLst>
          </p:cNvPr>
          <p:cNvGrpSpPr/>
          <p:nvPr/>
        </p:nvGrpSpPr>
        <p:grpSpPr>
          <a:xfrm>
            <a:off x="5340130" y="722462"/>
            <a:ext cx="4335076" cy="6094562"/>
            <a:chOff x="5340130" y="722462"/>
            <a:chExt cx="4335076" cy="609456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50E5077-3450-1343-F3F2-20BC6F92B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0130" y="722462"/>
              <a:ext cx="4335076" cy="6094562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DB506D2C-3C55-E0A6-E652-A1A3DAD78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3265" y="1850570"/>
              <a:ext cx="406368" cy="173083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5D6A5805-3C94-2BA4-F1C8-C49ABC826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0081" y="2183633"/>
              <a:ext cx="406368" cy="173083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5386358-F828-3C42-5DF5-A57D1F940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0081" y="4160714"/>
              <a:ext cx="406368" cy="173083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5A40BAEA-39ED-921F-030D-422483D9D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4633" y="5808807"/>
              <a:ext cx="406368" cy="173083"/>
            </a:xfrm>
            <a:prstGeom prst="rect">
              <a:avLst/>
            </a:prstGeom>
          </p:spPr>
        </p:pic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39" y="735402"/>
            <a:ext cx="4142884" cy="4923526"/>
          </a:xfrm>
        </p:spPr>
        <p:txBody>
          <a:bodyPr>
            <a:normAutofit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Crie a classe Lucratividade na pasta(pacote) Visitor.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 classe Lucratividade implementa a interface Visitor.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Ela é a classe que terá os métodos invocados pelo método aceitar() das classes que implementam Elemento.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EB307D6-CA45-4FE4-AA7B-076C4D07C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2009" y="763438"/>
            <a:ext cx="2305372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09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39" y="735402"/>
            <a:ext cx="11043042" cy="4923526"/>
          </a:xfrm>
        </p:spPr>
        <p:txBody>
          <a:bodyPr>
            <a:normAutofit/>
          </a:bodyPr>
          <a:lstStyle/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Antes de implementarmos os testes, observe a hierarquia dos objetos que iremos utilizar.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AB7951-868C-7DF6-C2EB-88F9355D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89" y="2138182"/>
            <a:ext cx="9231013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6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317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Testes – </a:t>
            </a:r>
            <a:r>
              <a:rPr lang="pt-BR" b="1" dirty="0" err="1">
                <a:solidFill>
                  <a:schemeClr val="bg1"/>
                </a:solidFill>
              </a:rPr>
              <a:t>Program.cs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F3F2D03-C5F8-5D78-2208-59845AF7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766088"/>
            <a:ext cx="705901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02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F78C9B-2BBD-6BBB-2AC2-A53718FC71D5}"/>
              </a:ext>
            </a:extLst>
          </p:cNvPr>
          <p:cNvSpPr txBox="1"/>
          <p:nvPr/>
        </p:nvSpPr>
        <p:spPr>
          <a:xfrm>
            <a:off x="923131" y="241291"/>
            <a:ext cx="317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C# - Testes – </a:t>
            </a:r>
            <a:r>
              <a:rPr lang="pt-BR" b="1" dirty="0" err="1">
                <a:solidFill>
                  <a:schemeClr val="bg1"/>
                </a:solidFill>
              </a:rPr>
              <a:t>Program.cs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C46675E-6713-DAA0-E116-69CA8394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9" y="1442972"/>
            <a:ext cx="8888065" cy="41820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D3EC67E-6589-3362-7451-12B2375A6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133" y="712979"/>
            <a:ext cx="3956248" cy="243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57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8" name="Rectangle 237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Visitor -</a:t>
            </a:r>
            <a:b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Desenvolvimento</a:t>
            </a:r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5432190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pt-BR" dirty="0"/>
              <a:t>Padrões de Projeto Comportamental III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Prof. Me Jefferson Passerini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9A9D6C-89BE-3DA5-E16F-28924F1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r="-2" b="8746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1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8" name="Rectangle 237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Visitor</a:t>
            </a:r>
            <a:br>
              <a:rPr lang="en-US" sz="5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5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5432190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pt-BR" dirty="0"/>
              <a:t>Padrões de Projeto Comportamental III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Prof. Me Jefferson Passerini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9A9D6C-89BE-3DA5-E16F-28924F1B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7" r="-2" b="8746"/>
          <a:stretch/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2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269" y="707367"/>
            <a:ext cx="11103111" cy="603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marL="0" indent="0">
              <a:buNone/>
            </a:pPr>
            <a:endParaRPr lang="pt-BR" b="1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1" i="1" u="none" strike="noStrike" baseline="0" dirty="0">
                <a:latin typeface="CourierNew"/>
              </a:rPr>
              <a:t>facilita a adição de operações que dependem dos componentes de objetos complexos</a:t>
            </a:r>
            <a:r>
              <a:rPr lang="pt-BR" sz="1800" b="0" i="0" u="none" strike="noStrike" baseline="0" dirty="0">
                <a:latin typeface="CourierNew"/>
              </a:rPr>
              <a:t>. Pode-se definir uma nova operação sobre uma estrutura de objeto simplesmente criando um novo </a:t>
            </a:r>
            <a:r>
              <a:rPr lang="pt-BR" sz="1800" b="0" i="1" u="none" strike="noStrike" baseline="0" dirty="0">
                <a:latin typeface="CourierNew-Italic"/>
              </a:rPr>
              <a:t>Visitor</a:t>
            </a:r>
            <a:r>
              <a:rPr lang="pt-BR" sz="1800" b="0" i="0" u="none" strike="noStrike" baseline="0" dirty="0">
                <a:latin typeface="CourierNew"/>
              </a:rPr>
              <a:t>. </a:t>
            </a:r>
            <a:r>
              <a:rPr lang="pt-BR" sz="1800" b="1" i="1" u="none" strike="noStrike" baseline="0" dirty="0">
                <a:latin typeface="CourierNew"/>
              </a:rPr>
              <a:t>Caso muitos </a:t>
            </a:r>
            <a:r>
              <a:rPr lang="pt-BR" sz="1800" b="1" i="1" u="none" strike="noStrike" baseline="0" dirty="0" err="1">
                <a:latin typeface="CourierNew-Italic"/>
              </a:rPr>
              <a:t>Visitors</a:t>
            </a:r>
            <a:r>
              <a:rPr lang="pt-BR" sz="1800" b="1" i="1" u="none" strike="noStrike" baseline="0" dirty="0">
                <a:latin typeface="CourierNew-Italic"/>
              </a:rPr>
              <a:t> </a:t>
            </a:r>
            <a:r>
              <a:rPr lang="pt-BR" sz="1800" b="1" i="1" u="none" strike="noStrike" baseline="0" dirty="0">
                <a:latin typeface="CourierNew"/>
              </a:rPr>
              <a:t>sejam criados, as funcionalidades ficarão espalhadas por muitas classes.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Um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1" i="1" u="none" strike="noStrike" baseline="0" dirty="0">
                <a:latin typeface="CourierNew"/>
              </a:rPr>
              <a:t>reúne operações relacionadas e separa as não relacionadas</a:t>
            </a:r>
            <a:r>
              <a:rPr lang="pt-BR" sz="1800" b="0" i="0" u="none" strike="noStrike" baseline="0" dirty="0">
                <a:latin typeface="CourierNew"/>
              </a:rPr>
              <a:t>. O comportamento </a:t>
            </a:r>
            <a:r>
              <a:rPr lang="pt-BR" sz="1800" b="1" i="1" u="none" strike="noStrike" baseline="0" dirty="0">
                <a:latin typeface="CourierNew"/>
              </a:rPr>
              <a:t>relacionado não está espalhado pelas classes </a:t>
            </a:r>
            <a:r>
              <a:rPr lang="pt-BR" sz="1800" b="0" i="0" u="none" strike="noStrike" baseline="0" dirty="0">
                <a:latin typeface="CourierNew"/>
              </a:rPr>
              <a:t>que definem a estrutura dos objetos, </a:t>
            </a:r>
            <a:r>
              <a:rPr lang="pt-BR" sz="1800" b="1" i="1" u="none" strike="noStrike" baseline="0" dirty="0">
                <a:latin typeface="CourierNew"/>
              </a:rPr>
              <a:t>mas sim, centralizados em um </a:t>
            </a:r>
            <a:r>
              <a:rPr lang="pt-BR" sz="1800" b="1" i="1" u="none" strike="noStrike" baseline="0" dirty="0">
                <a:latin typeface="CourierNew-Italic"/>
              </a:rPr>
              <a:t>Visitor</a:t>
            </a:r>
            <a:r>
              <a:rPr lang="pt-BR" sz="1800" b="0" i="0" u="none" strike="noStrike" baseline="0" dirty="0">
                <a:latin typeface="CourierNew"/>
              </a:rPr>
              <a:t>. Conjuntos de comportamento </a:t>
            </a:r>
            <a:r>
              <a:rPr lang="pt-BR" sz="1800" b="1" i="1" u="none" strike="noStrike" baseline="0" dirty="0">
                <a:latin typeface="CourierNew"/>
              </a:rPr>
              <a:t>não relacionados são particionados em suas próprias subclasses </a:t>
            </a:r>
            <a:r>
              <a:rPr lang="pt-BR" sz="1800" b="0" i="0" u="none" strike="noStrike" baseline="0" dirty="0">
                <a:latin typeface="CourierNew"/>
              </a:rPr>
              <a:t>de </a:t>
            </a:r>
            <a:r>
              <a:rPr lang="pt-BR" sz="1800" b="0" i="1" u="none" strike="noStrike" baseline="0" dirty="0">
                <a:latin typeface="CourierNew-Italic"/>
              </a:rPr>
              <a:t>Visitor</a:t>
            </a:r>
            <a:r>
              <a:rPr lang="pt-BR" sz="1800" b="0" i="0" u="none" strike="noStrike" baseline="0" dirty="0">
                <a:latin typeface="CourierNew"/>
              </a:rPr>
              <a:t>. Isso simplifica as classes que definem os Elementos e os algoritmos definidos nos </a:t>
            </a:r>
            <a:r>
              <a:rPr lang="pt-BR" sz="1800" b="0" i="1" u="none" strike="noStrike" baseline="0" dirty="0" err="1">
                <a:latin typeface="CourierNew-Italic"/>
              </a:rPr>
              <a:t>Visitors</a:t>
            </a:r>
            <a:r>
              <a:rPr lang="pt-BR" sz="1800" b="0" i="0" u="none" strike="noStrike" baseline="0" dirty="0">
                <a:latin typeface="CourierNew"/>
              </a:rPr>
              <a:t>. Qualquer estrutura de dados específica de algoritmo pode ser ocultada no </a:t>
            </a:r>
            <a:r>
              <a:rPr lang="pt-BR" sz="1800" b="0" i="1" u="none" strike="noStrike" baseline="0" dirty="0">
                <a:latin typeface="CourierNew-Italic"/>
              </a:rPr>
              <a:t>Visitor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1957621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269" y="707367"/>
            <a:ext cx="11103111" cy="603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r>
              <a:rPr lang="pt-BR" sz="1800" b="1" i="1" u="none" strike="noStrike" baseline="0" dirty="0">
                <a:latin typeface="CourierNew"/>
              </a:rPr>
              <a:t>Adicionar novas classes </a:t>
            </a:r>
            <a:r>
              <a:rPr lang="pt-BR" sz="1800" b="1" i="1" u="none" strike="noStrike" baseline="0" dirty="0" err="1">
                <a:latin typeface="CourierNew"/>
              </a:rPr>
              <a:t>ElementoConcreto</a:t>
            </a:r>
            <a:r>
              <a:rPr lang="pt-BR" sz="1800" b="1" i="1" u="none" strike="noStrike" baseline="0" dirty="0">
                <a:latin typeface="CourierNew"/>
              </a:rPr>
              <a:t> é difícil</a:t>
            </a:r>
            <a:r>
              <a:rPr lang="pt-BR" sz="1800" b="0" i="0" u="none" strike="noStrike" baseline="0" dirty="0">
                <a:latin typeface="CourierNew"/>
              </a:rPr>
              <a:t>. O padrão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torna difícil adicionar novas subclasses de Elemento. Cada novo </a:t>
            </a:r>
            <a:r>
              <a:rPr lang="pt-BR" sz="1800" b="0" i="0" u="none" strike="noStrike" baseline="0" dirty="0" err="1">
                <a:latin typeface="CourierNew"/>
              </a:rPr>
              <a:t>ElementoConcreto</a:t>
            </a:r>
            <a:r>
              <a:rPr lang="pt-BR" sz="1800" b="0" i="0" u="none" strike="noStrike" baseline="0" dirty="0">
                <a:latin typeface="CourierNew"/>
              </a:rPr>
              <a:t> gera uma nova operação abstrata na interface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e uma implementação correspondente em todas as classes </a:t>
            </a:r>
            <a:r>
              <a:rPr lang="pt-BR" sz="1800" b="0" i="0" u="none" strike="noStrike" baseline="0" dirty="0" err="1">
                <a:latin typeface="CourierNew"/>
              </a:rPr>
              <a:t>VisitanteConcreto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600" dirty="0"/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Portanto, o principal fator a ser analisado antes da aplicação do padrão </a:t>
            </a:r>
            <a:r>
              <a:rPr lang="pt-BR" sz="1800" b="0" i="1" u="none" strike="noStrike" baseline="0" dirty="0">
                <a:latin typeface="CourierNew-Italic"/>
              </a:rPr>
              <a:t>Visitor:</a:t>
            </a:r>
          </a:p>
          <a:p>
            <a:pPr algn="l"/>
            <a:endParaRPr lang="pt-BR" sz="1800" b="0" i="1" u="none" strike="noStrike" baseline="0" dirty="0">
              <a:latin typeface="CourierNew-Italic"/>
            </a:endParaRPr>
          </a:p>
          <a:p>
            <a:pPr lvl="1"/>
            <a:r>
              <a:rPr lang="pt-B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Se é mais provável que se altere o algoritmo aplicado sobre uma estrutura de objetos, o padrão Visitor é uma boa solução. Neste caso a hierarquia de objetos é estável, mesmo que seja preciso adicionar operações continuamente ou alterar algoritmos, o padrão Visitor ajudará a gerenciar tais alterações.</a:t>
            </a:r>
          </a:p>
          <a:p>
            <a:pPr lvl="1"/>
            <a:endParaRPr lang="pt-BR" sz="1600" dirty="0">
              <a:latin typeface="CourierNew"/>
            </a:endParaRPr>
          </a:p>
          <a:p>
            <a:pPr lvl="1"/>
            <a:r>
              <a:rPr lang="pt-B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Se é mais provável que se altere as classes de objetos que compõem a estrutura (</a:t>
            </a:r>
            <a:r>
              <a:rPr lang="pt-B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ElementoConcreto</a:t>
            </a:r>
            <a:r>
              <a:rPr lang="pt-B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) o padrão Visitor poderá ser difícil de se manter. Neste caso é melhor adicionar as novas funcionalidades na própria classe que compõem a estrutura(</a:t>
            </a:r>
            <a:r>
              <a:rPr lang="pt-B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ElementoConcreto</a:t>
            </a:r>
            <a:r>
              <a:rPr lang="pt-B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New"/>
              </a:rPr>
              <a:t>).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4192453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269" y="707367"/>
            <a:ext cx="11103111" cy="60384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Consequências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Estado acumulativo</a:t>
            </a:r>
            <a:r>
              <a:rPr lang="pt-BR" sz="1800" b="0" i="0" u="none" strike="noStrike" baseline="0" dirty="0">
                <a:latin typeface="CourierNew"/>
              </a:rPr>
              <a:t>. Os </a:t>
            </a:r>
            <a:r>
              <a:rPr lang="pt-BR" sz="1800" b="1" u="none" strike="noStrike" baseline="0" dirty="0" err="1">
                <a:latin typeface="CourierNew-Italic"/>
              </a:rPr>
              <a:t>Visitors</a:t>
            </a:r>
            <a:r>
              <a:rPr lang="pt-BR" sz="1800" b="1" u="none" strike="noStrike" baseline="0" dirty="0">
                <a:latin typeface="CourierNew-Italic"/>
              </a:rPr>
              <a:t> </a:t>
            </a:r>
            <a:r>
              <a:rPr lang="pt-BR" sz="1800" b="1" u="none" strike="noStrike" baseline="0" dirty="0">
                <a:latin typeface="CourierNew"/>
              </a:rPr>
              <a:t>podem acumular estados à medida que visitam cada elemento na estrutura do objeto</a:t>
            </a:r>
            <a:r>
              <a:rPr lang="pt-BR" sz="1800" b="0" i="0" u="none" strike="noStrike" baseline="0" dirty="0">
                <a:latin typeface="CourierNew"/>
              </a:rPr>
              <a:t>. </a:t>
            </a:r>
            <a:r>
              <a:rPr lang="pt-BR" sz="1800" b="0" i="1" u="none" strike="noStrike" baseline="0" dirty="0">
                <a:latin typeface="CourierNew"/>
              </a:rPr>
              <a:t>Sem um </a:t>
            </a:r>
            <a:r>
              <a:rPr lang="pt-BR" sz="1800" b="0" i="1" u="none" strike="noStrike" baseline="0" dirty="0">
                <a:latin typeface="CourierNew-Italic"/>
              </a:rPr>
              <a:t>Visitor</a:t>
            </a:r>
            <a:r>
              <a:rPr lang="pt-BR" sz="1800" b="0" i="1" u="none" strike="noStrike" baseline="0" dirty="0">
                <a:latin typeface="CourierNew"/>
              </a:rPr>
              <a:t>, esse estado seria passado como parâmetros extras</a:t>
            </a:r>
            <a:r>
              <a:rPr lang="pt-BR" sz="1800" b="0" i="0" u="none" strike="noStrike" baseline="0" dirty="0">
                <a:latin typeface="CourierNew"/>
              </a:rPr>
              <a:t> para operações que executam o percurso de visitas a cada objeto da estrutura, ou então, tais estados poderiam aparecer como variáveis globais.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1" i="0" u="none" strike="noStrike" baseline="0" dirty="0">
                <a:latin typeface="CourierNew"/>
              </a:rPr>
              <a:t>Quebra de encapsulamento</a:t>
            </a:r>
            <a:r>
              <a:rPr lang="pt-BR" sz="1800" b="0" i="0" u="none" strike="noStrike" baseline="0" dirty="0">
                <a:latin typeface="CourierNew"/>
              </a:rPr>
              <a:t>. A abordagem do padrão </a:t>
            </a:r>
            <a:r>
              <a:rPr lang="pt-BR" sz="1800" b="0" i="1" u="none" strike="noStrike" baseline="0" dirty="0">
                <a:latin typeface="CourierNew-Italic"/>
              </a:rPr>
              <a:t>Visitor </a:t>
            </a:r>
            <a:r>
              <a:rPr lang="pt-BR" sz="1800" b="0" i="0" u="none" strike="noStrike" baseline="0" dirty="0">
                <a:latin typeface="CourierNew"/>
              </a:rPr>
              <a:t>pressupõe que a interface </a:t>
            </a:r>
            <a:r>
              <a:rPr lang="pt-BR" sz="1800" b="0" i="0" u="none" strike="noStrike" baseline="0" dirty="0" err="1">
                <a:latin typeface="CourierNew"/>
              </a:rPr>
              <a:t>ElementoConcreto</a:t>
            </a:r>
            <a:r>
              <a:rPr lang="pt-BR" sz="1800" b="0" i="0" u="none" strike="noStrike" baseline="0" dirty="0">
                <a:latin typeface="CourierNew"/>
              </a:rPr>
              <a:t> seja poderosa o suficiente para permitir que os </a:t>
            </a:r>
            <a:r>
              <a:rPr lang="pt-BR" sz="1800" b="0" i="0" u="none" strike="noStrike" baseline="0" dirty="0" err="1">
                <a:latin typeface="CourierNew"/>
              </a:rPr>
              <a:t>Visitors</a:t>
            </a:r>
            <a:r>
              <a:rPr lang="pt-BR" sz="1800" b="0" i="0" u="none" strike="noStrike" baseline="0" dirty="0">
                <a:latin typeface="CourierNew"/>
              </a:rPr>
              <a:t> façam seu trabalho. Como resultado, </a:t>
            </a:r>
            <a:r>
              <a:rPr lang="pt-BR" sz="1800" b="1" i="1" u="none" strike="noStrike" baseline="0" dirty="0">
                <a:latin typeface="CourierNew"/>
              </a:rPr>
              <a:t>o padrão geralmente obriga os </a:t>
            </a:r>
            <a:r>
              <a:rPr lang="pt-BR" sz="1800" b="1" i="1" u="none" strike="noStrike" baseline="0" dirty="0" err="1">
                <a:latin typeface="CourierNew"/>
              </a:rPr>
              <a:t>ElementosConcreto</a:t>
            </a:r>
            <a:r>
              <a:rPr lang="pt-BR" sz="1800" b="1" i="1" u="none" strike="noStrike" baseline="0" dirty="0">
                <a:latin typeface="CourierNew"/>
              </a:rPr>
              <a:t> a fornecer operações públicas que acessam seus estados internos, o que pode comprometer seu encapsulamento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  <a:endParaRPr lang="pt-BR" sz="160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Visitor</a:t>
            </a:r>
          </a:p>
        </p:txBody>
      </p:sp>
    </p:spTree>
    <p:extLst>
      <p:ext uri="{BB962C8B-B14F-4D97-AF65-F5344CB8AC3E}">
        <p14:creationId xmlns:p14="http://schemas.microsoft.com/office/powerpoint/2010/main" val="515291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4485</TotalTime>
  <Words>1877</Words>
  <Application>Microsoft Office PowerPoint</Application>
  <PresentationFormat>Widescreen</PresentationFormat>
  <Paragraphs>187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Consolas</vt:lpstr>
      <vt:lpstr>CourierNew</vt:lpstr>
      <vt:lpstr>CourierNew-Bold</vt:lpstr>
      <vt:lpstr>CourierNew-Italic</vt:lpstr>
      <vt:lpstr>Tema do Office 2013 - 2022</vt:lpstr>
      <vt:lpstr>Visitor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Visitor - Desenvolvimento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Visitor - Desenvolvimento Java</vt:lpstr>
      <vt:lpstr>Visitor Consequências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2024-09-11T16:27:37Z</dcterms:modified>
</cp:coreProperties>
</file>