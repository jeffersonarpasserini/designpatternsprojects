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41"/>
  </p:notesMasterIdLst>
  <p:sldIdLst>
    <p:sldId id="256" r:id="rId2"/>
    <p:sldId id="28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3" r:id="rId37"/>
    <p:sldId id="322" r:id="rId38"/>
    <p:sldId id="325" r:id="rId39"/>
    <p:sldId id="32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C2921-3405-4AE7-A664-A59C5D7FC136}" v="20" dt="2024-08-19T02:23:12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9B9C2921-3405-4AE7-A664-A59C5D7FC136}"/>
    <pc:docChg chg="undo custSel addSld delSld modSld sldOrd">
      <pc:chgData name="Jefferson Passerini" userId="ec684a97d9b6a829" providerId="LiveId" clId="{9B9C2921-3405-4AE7-A664-A59C5D7FC136}" dt="2024-08-19T02:24:15.709" v="1197" actId="27636"/>
      <pc:docMkLst>
        <pc:docMk/>
      </pc:docMkLst>
      <pc:sldChg chg="del">
        <pc:chgData name="Jefferson Passerini" userId="ec684a97d9b6a829" providerId="LiveId" clId="{9B9C2921-3405-4AE7-A664-A59C5D7FC136}" dt="2024-08-18T23:27:55.746" v="0" actId="47"/>
        <pc:sldMkLst>
          <pc:docMk/>
          <pc:sldMk cId="617917625" sldId="288"/>
        </pc:sldMkLst>
      </pc:sldChg>
      <pc:sldChg chg="addSp delSp modSp add mod">
        <pc:chgData name="Jefferson Passerini" userId="ec684a97d9b6a829" providerId="LiveId" clId="{9B9C2921-3405-4AE7-A664-A59C5D7FC136}" dt="2024-08-19T02:17:21.869" v="970" actId="1076"/>
        <pc:sldMkLst>
          <pc:docMk/>
          <pc:sldMk cId="1562452729" sldId="303"/>
        </pc:sldMkLst>
        <pc:spChg chg="del">
          <ac:chgData name="Jefferson Passerini" userId="ec684a97d9b6a829" providerId="LiveId" clId="{9B9C2921-3405-4AE7-A664-A59C5D7FC136}" dt="2024-08-19T00:54:36.880" v="3" actId="478"/>
          <ac:spMkLst>
            <pc:docMk/>
            <pc:sldMk cId="1562452729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9B9C2921-3405-4AE7-A664-A59C5D7FC136}" dt="2024-08-19T00:54:39.565" v="4" actId="478"/>
          <ac:spMkLst>
            <pc:docMk/>
            <pc:sldMk cId="1562452729" sldId="303"/>
            <ac:spMk id="7" creationId="{40AAA1BB-E42F-7A47-1C2B-7992EED8EF6D}"/>
          </ac:spMkLst>
        </pc:spChg>
        <pc:picChg chg="del">
          <ac:chgData name="Jefferson Passerini" userId="ec684a97d9b6a829" providerId="LiveId" clId="{9B9C2921-3405-4AE7-A664-A59C5D7FC136}" dt="2024-08-19T00:54:04.446" v="2" actId="478"/>
          <ac:picMkLst>
            <pc:docMk/>
            <pc:sldMk cId="1562452729" sldId="303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4:50.048" v="8" actId="1076"/>
          <ac:picMkLst>
            <pc:docMk/>
            <pc:sldMk cId="1562452729" sldId="303"/>
            <ac:picMk id="9" creationId="{905D9853-0631-83C3-EB36-1F0F10ABF0FD}"/>
          </ac:picMkLst>
        </pc:picChg>
        <pc:picChg chg="add del mod">
          <ac:chgData name="Jefferson Passerini" userId="ec684a97d9b6a829" providerId="LiveId" clId="{9B9C2921-3405-4AE7-A664-A59C5D7FC136}" dt="2024-08-19T02:17:04.740" v="966" actId="478"/>
          <ac:picMkLst>
            <pc:docMk/>
            <pc:sldMk cId="1562452729" sldId="303"/>
            <ac:picMk id="11" creationId="{70C5606E-6969-A787-7AED-DD7DF4468883}"/>
          </ac:picMkLst>
        </pc:picChg>
        <pc:picChg chg="add mod">
          <ac:chgData name="Jefferson Passerini" userId="ec684a97d9b6a829" providerId="LiveId" clId="{9B9C2921-3405-4AE7-A664-A59C5D7FC136}" dt="2024-08-19T00:55:34.393" v="14" actId="1076"/>
          <ac:picMkLst>
            <pc:docMk/>
            <pc:sldMk cId="1562452729" sldId="303"/>
            <ac:picMk id="13" creationId="{FE01604E-5CA2-6815-6311-6A18E86D4FC8}"/>
          </ac:picMkLst>
        </pc:picChg>
        <pc:picChg chg="add mod">
          <ac:chgData name="Jefferson Passerini" userId="ec684a97d9b6a829" providerId="LiveId" clId="{9B9C2921-3405-4AE7-A664-A59C5D7FC136}" dt="2024-08-19T02:17:21.869" v="970" actId="1076"/>
          <ac:picMkLst>
            <pc:docMk/>
            <pc:sldMk cId="1562452729" sldId="303"/>
            <ac:picMk id="15" creationId="{3EFFB951-3780-DA86-6896-F3A907F4CEF4}"/>
          </ac:picMkLst>
        </pc:picChg>
      </pc:sldChg>
      <pc:sldChg chg="addSp delSp modSp add mod">
        <pc:chgData name="Jefferson Passerini" userId="ec684a97d9b6a829" providerId="LiveId" clId="{9B9C2921-3405-4AE7-A664-A59C5D7FC136}" dt="2024-08-19T00:57:06.601" v="31" actId="1076"/>
        <pc:sldMkLst>
          <pc:docMk/>
          <pc:sldMk cId="1294797388" sldId="304"/>
        </pc:sldMkLst>
        <pc:picChg chg="add mod">
          <ac:chgData name="Jefferson Passerini" userId="ec684a97d9b6a829" providerId="LiveId" clId="{9B9C2921-3405-4AE7-A664-A59C5D7FC136}" dt="2024-08-19T00:56:12.846" v="22" actId="1076"/>
          <ac:picMkLst>
            <pc:docMk/>
            <pc:sldMk cId="1294797388" sldId="304"/>
            <ac:picMk id="5" creationId="{4521A85E-49B0-8F93-3C19-5B331DB71B05}"/>
          </ac:picMkLst>
        </pc:picChg>
        <pc:picChg chg="add mod">
          <ac:chgData name="Jefferson Passerini" userId="ec684a97d9b6a829" providerId="LiveId" clId="{9B9C2921-3405-4AE7-A664-A59C5D7FC136}" dt="2024-08-19T00:56:51.418" v="29" actId="1076"/>
          <ac:picMkLst>
            <pc:docMk/>
            <pc:sldMk cId="1294797388" sldId="304"/>
            <ac:picMk id="7" creationId="{760AFB9D-FAE6-F609-B6A5-47ADA0958FD9}"/>
          </ac:picMkLst>
        </pc:picChg>
        <pc:picChg chg="del">
          <ac:chgData name="Jefferson Passerini" userId="ec684a97d9b6a829" providerId="LiveId" clId="{9B9C2921-3405-4AE7-A664-A59C5D7FC136}" dt="2024-08-19T00:55:39.020" v="16" actId="478"/>
          <ac:picMkLst>
            <pc:docMk/>
            <pc:sldMk cId="1294797388" sldId="304"/>
            <ac:picMk id="9" creationId="{905D9853-0631-83C3-EB36-1F0F10ABF0FD}"/>
          </ac:picMkLst>
        </pc:picChg>
        <pc:picChg chg="add mod">
          <ac:chgData name="Jefferson Passerini" userId="ec684a97d9b6a829" providerId="LiveId" clId="{9B9C2921-3405-4AE7-A664-A59C5D7FC136}" dt="2024-08-19T00:57:06.601" v="31" actId="1076"/>
          <ac:picMkLst>
            <pc:docMk/>
            <pc:sldMk cId="1294797388" sldId="304"/>
            <ac:picMk id="10" creationId="{C4BEBE52-9A83-09F3-3052-253A15487D1B}"/>
          </ac:picMkLst>
        </pc:picChg>
        <pc:picChg chg="del">
          <ac:chgData name="Jefferson Passerini" userId="ec684a97d9b6a829" providerId="LiveId" clId="{9B9C2921-3405-4AE7-A664-A59C5D7FC136}" dt="2024-08-19T00:55:40.092" v="17" actId="478"/>
          <ac:picMkLst>
            <pc:docMk/>
            <pc:sldMk cId="1294797388" sldId="304"/>
            <ac:picMk id="11" creationId="{70C5606E-6969-A787-7AED-DD7DF4468883}"/>
          </ac:picMkLst>
        </pc:picChg>
        <pc:picChg chg="del">
          <ac:chgData name="Jefferson Passerini" userId="ec684a97d9b6a829" providerId="LiveId" clId="{9B9C2921-3405-4AE7-A664-A59C5D7FC136}" dt="2024-08-19T00:55:41.044" v="18" actId="478"/>
          <ac:picMkLst>
            <pc:docMk/>
            <pc:sldMk cId="1294797388" sldId="304"/>
            <ac:picMk id="13" creationId="{FE01604E-5CA2-6815-6311-6A18E86D4FC8}"/>
          </ac:picMkLst>
        </pc:picChg>
      </pc:sldChg>
      <pc:sldChg chg="addSp delSp modSp add mod ord">
        <pc:chgData name="Jefferson Passerini" userId="ec684a97d9b6a829" providerId="LiveId" clId="{9B9C2921-3405-4AE7-A664-A59C5D7FC136}" dt="2024-08-19T00:58:18.348" v="57" actId="1076"/>
        <pc:sldMkLst>
          <pc:docMk/>
          <pc:sldMk cId="456466504" sldId="305"/>
        </pc:sldMkLst>
        <pc:spChg chg="mod">
          <ac:chgData name="Jefferson Passerini" userId="ec684a97d9b6a829" providerId="LiveId" clId="{9B9C2921-3405-4AE7-A664-A59C5D7FC136}" dt="2024-08-19T00:58:00.228" v="54" actId="27636"/>
          <ac:spMkLst>
            <pc:docMk/>
            <pc:sldMk cId="456466504" sldId="30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0:58:04.795" v="55" actId="478"/>
          <ac:picMkLst>
            <pc:docMk/>
            <pc:sldMk cId="456466504" sldId="305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8:18.348" v="57" actId="1076"/>
          <ac:picMkLst>
            <pc:docMk/>
            <pc:sldMk cId="456466504" sldId="305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0:59:27.871" v="84" actId="27636"/>
        <pc:sldMkLst>
          <pc:docMk/>
          <pc:sldMk cId="1757113321" sldId="306"/>
        </pc:sldMkLst>
        <pc:spChg chg="mod">
          <ac:chgData name="Jefferson Passerini" userId="ec684a97d9b6a829" providerId="LiveId" clId="{9B9C2921-3405-4AE7-A664-A59C5D7FC136}" dt="2024-08-19T00:59:27.871" v="84" actId="27636"/>
          <ac:spMkLst>
            <pc:docMk/>
            <pc:sldMk cId="1757113321" sldId="30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0:35.159" v="103" actId="27636"/>
        <pc:sldMkLst>
          <pc:docMk/>
          <pc:sldMk cId="3728630244" sldId="307"/>
        </pc:sldMkLst>
        <pc:spChg chg="mod">
          <ac:chgData name="Jefferson Passerini" userId="ec684a97d9b6a829" providerId="LiveId" clId="{9B9C2921-3405-4AE7-A664-A59C5D7FC136}" dt="2024-08-19T01:00:35.159" v="103" actId="27636"/>
          <ac:spMkLst>
            <pc:docMk/>
            <pc:sldMk cId="3728630244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1:36.555" v="117" actId="113"/>
        <pc:sldMkLst>
          <pc:docMk/>
          <pc:sldMk cId="233198860" sldId="308"/>
        </pc:sldMkLst>
        <pc:spChg chg="mod">
          <ac:chgData name="Jefferson Passerini" userId="ec684a97d9b6a829" providerId="LiveId" clId="{9B9C2921-3405-4AE7-A664-A59C5D7FC136}" dt="2024-08-19T01:01:36.555" v="117" actId="113"/>
          <ac:spMkLst>
            <pc:docMk/>
            <pc:sldMk cId="233198860" sldId="308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1:20.743" v="115" actId="14100"/>
          <ac:picMkLst>
            <pc:docMk/>
            <pc:sldMk cId="233198860" sldId="308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2:40.649" v="135" actId="20577"/>
        <pc:sldMkLst>
          <pc:docMk/>
          <pc:sldMk cId="1794963229" sldId="309"/>
        </pc:sldMkLst>
        <pc:spChg chg="mod">
          <ac:chgData name="Jefferson Passerini" userId="ec684a97d9b6a829" providerId="LiveId" clId="{9B9C2921-3405-4AE7-A664-A59C5D7FC136}" dt="2024-08-19T01:02:40.649" v="135" actId="20577"/>
          <ac:spMkLst>
            <pc:docMk/>
            <pc:sldMk cId="1794963229" sldId="309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9B9C2921-3405-4AE7-A664-A59C5D7FC136}" dt="2024-08-19T01:04:19.331" v="160" actId="1076"/>
        <pc:sldMkLst>
          <pc:docMk/>
          <pc:sldMk cId="2357573264" sldId="310"/>
        </pc:sldMkLst>
        <pc:spChg chg="mod">
          <ac:chgData name="Jefferson Passerini" userId="ec684a97d9b6a829" providerId="LiveId" clId="{9B9C2921-3405-4AE7-A664-A59C5D7FC136}" dt="2024-08-19T01:04:14.794" v="159" actId="114"/>
          <ac:spMkLst>
            <pc:docMk/>
            <pc:sldMk cId="2357573264" sldId="310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04:19.331" v="160" actId="1076"/>
          <ac:picMkLst>
            <pc:docMk/>
            <pc:sldMk cId="2357573264" sldId="310"/>
            <ac:picMk id="6" creationId="{56248FB6-5FC8-64DB-4990-51D2F2772009}"/>
          </ac:picMkLst>
        </pc:picChg>
        <pc:picChg chg="del">
          <ac:chgData name="Jefferson Passerini" userId="ec684a97d9b6a829" providerId="LiveId" clId="{9B9C2921-3405-4AE7-A664-A59C5D7FC136}" dt="2024-08-19T01:02:55.832" v="137" actId="478"/>
          <ac:picMkLst>
            <pc:docMk/>
            <pc:sldMk cId="2357573264" sldId="310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6:07.255" v="188" actId="20577"/>
        <pc:sldMkLst>
          <pc:docMk/>
          <pc:sldMk cId="2534638159" sldId="311"/>
        </pc:sldMkLst>
        <pc:spChg chg="mod">
          <ac:chgData name="Jefferson Passerini" userId="ec684a97d9b6a829" providerId="LiveId" clId="{9B9C2921-3405-4AE7-A664-A59C5D7FC136}" dt="2024-08-19T01:06:07.255" v="188" actId="20577"/>
          <ac:spMkLst>
            <pc:docMk/>
            <pc:sldMk cId="2534638159" sldId="311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5:50.564" v="177" actId="1076"/>
          <ac:picMkLst>
            <pc:docMk/>
            <pc:sldMk cId="2534638159" sldId="311"/>
            <ac:picMk id="6" creationId="{56248FB6-5FC8-64DB-4990-51D2F2772009}"/>
          </ac:picMkLst>
        </pc:picChg>
      </pc:sldChg>
      <pc:sldChg chg="modSp add mod">
        <pc:chgData name="Jefferson Passerini" userId="ec684a97d9b6a829" providerId="LiveId" clId="{9B9C2921-3405-4AE7-A664-A59C5D7FC136}" dt="2024-08-19T01:07:47.809" v="217" actId="1076"/>
        <pc:sldMkLst>
          <pc:docMk/>
          <pc:sldMk cId="2154700481" sldId="312"/>
        </pc:sldMkLst>
        <pc:spChg chg="mod">
          <ac:chgData name="Jefferson Passerini" userId="ec684a97d9b6a829" providerId="LiveId" clId="{9B9C2921-3405-4AE7-A664-A59C5D7FC136}" dt="2024-08-19T01:07:40.728" v="216" actId="108"/>
          <ac:spMkLst>
            <pc:docMk/>
            <pc:sldMk cId="2154700481" sldId="312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7:47.809" v="217" actId="1076"/>
          <ac:picMkLst>
            <pc:docMk/>
            <pc:sldMk cId="2154700481" sldId="312"/>
            <ac:picMk id="6" creationId="{56248FB6-5FC8-64DB-4990-51D2F2772009}"/>
          </ac:picMkLst>
        </pc:picChg>
      </pc:sldChg>
      <pc:sldChg chg="addSp delSp modSp add mod">
        <pc:chgData name="Jefferson Passerini" userId="ec684a97d9b6a829" providerId="LiveId" clId="{9B9C2921-3405-4AE7-A664-A59C5D7FC136}" dt="2024-08-19T01:10:37.389" v="300" actId="1076"/>
        <pc:sldMkLst>
          <pc:docMk/>
          <pc:sldMk cId="4244208355" sldId="313"/>
        </pc:sldMkLst>
        <pc:spChg chg="mod">
          <ac:chgData name="Jefferson Passerini" userId="ec684a97d9b6a829" providerId="LiveId" clId="{9B9C2921-3405-4AE7-A664-A59C5D7FC136}" dt="2024-08-19T01:08:48.882" v="296" actId="14100"/>
          <ac:spMkLst>
            <pc:docMk/>
            <pc:sldMk cId="4244208355" sldId="31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07:57.925" v="219" actId="478"/>
          <ac:picMkLst>
            <pc:docMk/>
            <pc:sldMk cId="4244208355" sldId="313"/>
            <ac:picMk id="6" creationId="{56248FB6-5FC8-64DB-4990-51D2F2772009}"/>
          </ac:picMkLst>
        </pc:picChg>
        <pc:picChg chg="add mod">
          <ac:chgData name="Jefferson Passerini" userId="ec684a97d9b6a829" providerId="LiveId" clId="{9B9C2921-3405-4AE7-A664-A59C5D7FC136}" dt="2024-08-19T01:10:23.884" v="298" actId="1076"/>
          <ac:picMkLst>
            <pc:docMk/>
            <pc:sldMk cId="4244208355" sldId="313"/>
            <ac:picMk id="7" creationId="{8D697BF5-82EF-0C46-F68D-17EDE4C53D16}"/>
          </ac:picMkLst>
        </pc:picChg>
        <pc:picChg chg="add mod">
          <ac:chgData name="Jefferson Passerini" userId="ec684a97d9b6a829" providerId="LiveId" clId="{9B9C2921-3405-4AE7-A664-A59C5D7FC136}" dt="2024-08-19T01:10:37.389" v="300" actId="1076"/>
          <ac:picMkLst>
            <pc:docMk/>
            <pc:sldMk cId="4244208355" sldId="313"/>
            <ac:picMk id="9" creationId="{2D881BD3-A8CA-EF2A-AB41-9299EB34DC30}"/>
          </ac:picMkLst>
        </pc:picChg>
      </pc:sldChg>
      <pc:sldChg chg="addSp delSp modSp add mod">
        <pc:chgData name="Jefferson Passerini" userId="ec684a97d9b6a829" providerId="LiveId" clId="{9B9C2921-3405-4AE7-A664-A59C5D7FC136}" dt="2024-08-19T01:14:36.651" v="438" actId="113"/>
        <pc:sldMkLst>
          <pc:docMk/>
          <pc:sldMk cId="3724568739" sldId="314"/>
        </pc:sldMkLst>
        <pc:spChg chg="mod">
          <ac:chgData name="Jefferson Passerini" userId="ec684a97d9b6a829" providerId="LiveId" clId="{9B9C2921-3405-4AE7-A664-A59C5D7FC136}" dt="2024-08-19T01:14:36.651" v="438" actId="113"/>
          <ac:spMkLst>
            <pc:docMk/>
            <pc:sldMk cId="37245687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4:30.469" v="424" actId="1076"/>
          <ac:picMkLst>
            <pc:docMk/>
            <pc:sldMk cId="3724568739" sldId="314"/>
            <ac:picMk id="6" creationId="{01540713-3C46-DE47-EDA2-4044A0F818ED}"/>
          </ac:picMkLst>
        </pc:picChg>
        <pc:picChg chg="del">
          <ac:chgData name="Jefferson Passerini" userId="ec684a97d9b6a829" providerId="LiveId" clId="{9B9C2921-3405-4AE7-A664-A59C5D7FC136}" dt="2024-08-19T01:11:34.891" v="416" actId="478"/>
          <ac:picMkLst>
            <pc:docMk/>
            <pc:sldMk cId="3724568739" sldId="314"/>
            <ac:picMk id="7" creationId="{8D697BF5-82EF-0C46-F68D-17EDE4C53D16}"/>
          </ac:picMkLst>
        </pc:picChg>
        <pc:picChg chg="del">
          <ac:chgData name="Jefferson Passerini" userId="ec684a97d9b6a829" providerId="LiveId" clId="{9B9C2921-3405-4AE7-A664-A59C5D7FC136}" dt="2024-08-19T01:11:35.475" v="417" actId="478"/>
          <ac:picMkLst>
            <pc:docMk/>
            <pc:sldMk cId="3724568739" sldId="314"/>
            <ac:picMk id="9" creationId="{2D881BD3-A8CA-EF2A-AB41-9299EB34DC30}"/>
          </ac:picMkLst>
        </pc:picChg>
        <pc:picChg chg="add mod">
          <ac:chgData name="Jefferson Passerini" userId="ec684a97d9b6a829" providerId="LiveId" clId="{9B9C2921-3405-4AE7-A664-A59C5D7FC136}" dt="2024-08-19T01:14:23.973" v="422" actId="1076"/>
          <ac:picMkLst>
            <pc:docMk/>
            <pc:sldMk cId="3724568739" sldId="314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6:33.841" v="451" actId="1076"/>
        <pc:sldMkLst>
          <pc:docMk/>
          <pc:sldMk cId="2147112385" sldId="315"/>
        </pc:sldMkLst>
        <pc:spChg chg="mod">
          <ac:chgData name="Jefferson Passerini" userId="ec684a97d9b6a829" providerId="LiveId" clId="{9B9C2921-3405-4AE7-A664-A59C5D7FC136}" dt="2024-08-19T01:14:59.266" v="446" actId="20577"/>
          <ac:spMkLst>
            <pc:docMk/>
            <pc:sldMk cId="2147112385" sldId="31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14:54.001" v="441" actId="478"/>
          <ac:picMkLst>
            <pc:docMk/>
            <pc:sldMk cId="2147112385" sldId="315"/>
            <ac:picMk id="6" creationId="{01540713-3C46-DE47-EDA2-4044A0F818ED}"/>
          </ac:picMkLst>
        </pc:picChg>
        <pc:picChg chg="add mod">
          <ac:chgData name="Jefferson Passerini" userId="ec684a97d9b6a829" providerId="LiveId" clId="{9B9C2921-3405-4AE7-A664-A59C5D7FC136}" dt="2024-08-19T01:16:20.420" v="448" actId="1076"/>
          <ac:picMkLst>
            <pc:docMk/>
            <pc:sldMk cId="2147112385" sldId="315"/>
            <ac:picMk id="7" creationId="{F338B1F9-059A-F8DD-BFDD-AF899918063A}"/>
          </ac:picMkLst>
        </pc:picChg>
        <pc:picChg chg="add mod">
          <ac:chgData name="Jefferson Passerini" userId="ec684a97d9b6a829" providerId="LiveId" clId="{9B9C2921-3405-4AE7-A664-A59C5D7FC136}" dt="2024-08-19T01:16:33.841" v="451" actId="1076"/>
          <ac:picMkLst>
            <pc:docMk/>
            <pc:sldMk cId="2147112385" sldId="315"/>
            <ac:picMk id="9" creationId="{CCA42A9C-1F28-DE4D-1D64-A811648C9272}"/>
          </ac:picMkLst>
        </pc:picChg>
        <pc:picChg chg="del">
          <ac:chgData name="Jefferson Passerini" userId="ec684a97d9b6a829" providerId="LiveId" clId="{9B9C2921-3405-4AE7-A664-A59C5D7FC136}" dt="2024-08-19T01:14:52.177" v="440" actId="478"/>
          <ac:picMkLst>
            <pc:docMk/>
            <pc:sldMk cId="2147112385" sldId="315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9:53.367" v="494" actId="1076"/>
        <pc:sldMkLst>
          <pc:docMk/>
          <pc:sldMk cId="1513586987" sldId="316"/>
        </pc:sldMkLst>
        <pc:spChg chg="mod">
          <ac:chgData name="Jefferson Passerini" userId="ec684a97d9b6a829" providerId="LiveId" clId="{9B9C2921-3405-4AE7-A664-A59C5D7FC136}" dt="2024-08-19T01:17:09.805" v="487" actId="14100"/>
          <ac:spMkLst>
            <pc:docMk/>
            <pc:sldMk cId="1513586987" sldId="316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9:35.679" v="491" actId="1076"/>
          <ac:picMkLst>
            <pc:docMk/>
            <pc:sldMk cId="1513586987" sldId="316"/>
            <ac:picMk id="6" creationId="{85E085D4-B63A-7ED8-342D-DA11D130AAD7}"/>
          </ac:picMkLst>
        </pc:picChg>
        <pc:picChg chg="del">
          <ac:chgData name="Jefferson Passerini" userId="ec684a97d9b6a829" providerId="LiveId" clId="{9B9C2921-3405-4AE7-A664-A59C5D7FC136}" dt="2024-08-19T01:17:11.319" v="488" actId="478"/>
          <ac:picMkLst>
            <pc:docMk/>
            <pc:sldMk cId="1513586987" sldId="316"/>
            <ac:picMk id="7" creationId="{F338B1F9-059A-F8DD-BFDD-AF899918063A}"/>
          </ac:picMkLst>
        </pc:picChg>
        <pc:picChg chg="del">
          <ac:chgData name="Jefferson Passerini" userId="ec684a97d9b6a829" providerId="LiveId" clId="{9B9C2921-3405-4AE7-A664-A59C5D7FC136}" dt="2024-08-19T01:17:12.047" v="489" actId="478"/>
          <ac:picMkLst>
            <pc:docMk/>
            <pc:sldMk cId="1513586987" sldId="316"/>
            <ac:picMk id="9" creationId="{CCA42A9C-1F28-DE4D-1D64-A811648C9272}"/>
          </ac:picMkLst>
        </pc:picChg>
        <pc:picChg chg="add mod">
          <ac:chgData name="Jefferson Passerini" userId="ec684a97d9b6a829" providerId="LiveId" clId="{9B9C2921-3405-4AE7-A664-A59C5D7FC136}" dt="2024-08-19T01:19:53.367" v="494" actId="1076"/>
          <ac:picMkLst>
            <pc:docMk/>
            <pc:sldMk cId="1513586987" sldId="316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1:37.598" v="510" actId="1076"/>
        <pc:sldMkLst>
          <pc:docMk/>
          <pc:sldMk cId="1609885474" sldId="317"/>
        </pc:sldMkLst>
        <pc:spChg chg="mod">
          <ac:chgData name="Jefferson Passerini" userId="ec684a97d9b6a829" providerId="LiveId" clId="{9B9C2921-3405-4AE7-A664-A59C5D7FC136}" dt="2024-08-19T01:20:04.032" v="501" actId="14100"/>
          <ac:spMkLst>
            <pc:docMk/>
            <pc:sldMk cId="1609885474" sldId="317"/>
            <ac:spMk id="3" creationId="{212081E4-07F6-C689-2ACC-B6CADD634983}"/>
          </ac:spMkLst>
        </pc:spChg>
        <pc:picChg chg="del mod">
          <ac:chgData name="Jefferson Passerini" userId="ec684a97d9b6a829" providerId="LiveId" clId="{9B9C2921-3405-4AE7-A664-A59C5D7FC136}" dt="2024-08-19T01:20:06.007" v="503" actId="478"/>
          <ac:picMkLst>
            <pc:docMk/>
            <pc:sldMk cId="1609885474" sldId="317"/>
            <ac:picMk id="6" creationId="{85E085D4-B63A-7ED8-342D-DA11D130AAD7}"/>
          </ac:picMkLst>
        </pc:picChg>
        <pc:picChg chg="add mod">
          <ac:chgData name="Jefferson Passerini" userId="ec684a97d9b6a829" providerId="LiveId" clId="{9B9C2921-3405-4AE7-A664-A59C5D7FC136}" dt="2024-08-19T01:21:21.248" v="506" actId="1076"/>
          <ac:picMkLst>
            <pc:docMk/>
            <pc:sldMk cId="1609885474" sldId="317"/>
            <ac:picMk id="7" creationId="{33D4388F-F810-265F-F413-FF3D6F586E12}"/>
          </ac:picMkLst>
        </pc:picChg>
        <pc:picChg chg="add mod">
          <ac:chgData name="Jefferson Passerini" userId="ec684a97d9b6a829" providerId="LiveId" clId="{9B9C2921-3405-4AE7-A664-A59C5D7FC136}" dt="2024-08-19T01:21:37.598" v="510" actId="1076"/>
          <ac:picMkLst>
            <pc:docMk/>
            <pc:sldMk cId="1609885474" sldId="317"/>
            <ac:picMk id="9" creationId="{EE380D35-9B34-3A72-B8F8-692E8E61A7FD}"/>
          </ac:picMkLst>
        </pc:picChg>
        <pc:picChg chg="del">
          <ac:chgData name="Jefferson Passerini" userId="ec684a97d9b6a829" providerId="LiveId" clId="{9B9C2921-3405-4AE7-A664-A59C5D7FC136}" dt="2024-08-19T01:20:06.534" v="504" actId="478"/>
          <ac:picMkLst>
            <pc:docMk/>
            <pc:sldMk cId="1609885474" sldId="317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6:12.932" v="547" actId="1076"/>
        <pc:sldMkLst>
          <pc:docMk/>
          <pc:sldMk cId="3632405001" sldId="318"/>
        </pc:sldMkLst>
        <pc:spChg chg="mod">
          <ac:chgData name="Jefferson Passerini" userId="ec684a97d9b6a829" providerId="LiveId" clId="{9B9C2921-3405-4AE7-A664-A59C5D7FC136}" dt="2024-08-19T01:26:11.486" v="546" actId="1076"/>
          <ac:spMkLst>
            <pc:docMk/>
            <pc:sldMk cId="3632405001" sldId="318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26:12.932" v="547" actId="1076"/>
          <ac:picMkLst>
            <pc:docMk/>
            <pc:sldMk cId="3632405001" sldId="318"/>
            <ac:picMk id="6" creationId="{6E9B03FE-08C4-6ACC-9F44-DA92971E9A35}"/>
          </ac:picMkLst>
        </pc:picChg>
        <pc:picChg chg="del">
          <ac:chgData name="Jefferson Passerini" userId="ec684a97d9b6a829" providerId="LiveId" clId="{9B9C2921-3405-4AE7-A664-A59C5D7FC136}" dt="2024-08-19T01:21:50.588" v="513" actId="478"/>
          <ac:picMkLst>
            <pc:docMk/>
            <pc:sldMk cId="3632405001" sldId="318"/>
            <ac:picMk id="7" creationId="{33D4388F-F810-265F-F413-FF3D6F586E12}"/>
          </ac:picMkLst>
        </pc:picChg>
        <pc:picChg chg="del">
          <ac:chgData name="Jefferson Passerini" userId="ec684a97d9b6a829" providerId="LiveId" clId="{9B9C2921-3405-4AE7-A664-A59C5D7FC136}" dt="2024-08-19T01:21:50.069" v="512" actId="478"/>
          <ac:picMkLst>
            <pc:docMk/>
            <pc:sldMk cId="3632405001" sldId="318"/>
            <ac:picMk id="9" creationId="{EE380D35-9B34-3A72-B8F8-692E8E61A7FD}"/>
          </ac:picMkLst>
        </pc:picChg>
        <pc:picChg chg="add mod">
          <ac:chgData name="Jefferson Passerini" userId="ec684a97d9b6a829" providerId="LiveId" clId="{9B9C2921-3405-4AE7-A664-A59C5D7FC136}" dt="2024-08-19T01:26:08.590" v="545" actId="1076"/>
          <ac:picMkLst>
            <pc:docMk/>
            <pc:sldMk cId="3632405001" sldId="318"/>
            <ac:picMk id="10" creationId="{0ED6EC90-7FAD-7BB8-B517-4B43783ADBE3}"/>
          </ac:picMkLst>
        </pc:picChg>
      </pc:sldChg>
      <pc:sldChg chg="addSp delSp modSp add mod">
        <pc:chgData name="Jefferson Passerini" userId="ec684a97d9b6a829" providerId="LiveId" clId="{9B9C2921-3405-4AE7-A664-A59C5D7FC136}" dt="2024-08-19T01:38:14.979" v="700" actId="1076"/>
        <pc:sldMkLst>
          <pc:docMk/>
          <pc:sldMk cId="1576831718" sldId="319"/>
        </pc:sldMkLst>
        <pc:spChg chg="mod">
          <ac:chgData name="Jefferson Passerini" userId="ec684a97d9b6a829" providerId="LiveId" clId="{9B9C2921-3405-4AE7-A664-A59C5D7FC136}" dt="2024-08-19T01:27:18.250" v="693" actId="20577"/>
          <ac:spMkLst>
            <pc:docMk/>
            <pc:sldMk cId="1576831718" sldId="319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26:24.914" v="549" actId="478"/>
          <ac:picMkLst>
            <pc:docMk/>
            <pc:sldMk cId="1576831718" sldId="319"/>
            <ac:picMk id="6" creationId="{6E9B03FE-08C4-6ACC-9F44-DA92971E9A35}"/>
          </ac:picMkLst>
        </pc:picChg>
        <pc:picChg chg="add mod">
          <ac:chgData name="Jefferson Passerini" userId="ec684a97d9b6a829" providerId="LiveId" clId="{9B9C2921-3405-4AE7-A664-A59C5D7FC136}" dt="2024-08-19T01:38:02.108" v="698" actId="1076"/>
          <ac:picMkLst>
            <pc:docMk/>
            <pc:sldMk cId="1576831718" sldId="319"/>
            <ac:picMk id="7" creationId="{D6A8AA24-3664-B2F7-85BD-EC7E915D7689}"/>
          </ac:picMkLst>
        </pc:picChg>
        <pc:picChg chg="add mod">
          <ac:chgData name="Jefferson Passerini" userId="ec684a97d9b6a829" providerId="LiveId" clId="{9B9C2921-3405-4AE7-A664-A59C5D7FC136}" dt="2024-08-19T01:38:14.979" v="700" actId="1076"/>
          <ac:picMkLst>
            <pc:docMk/>
            <pc:sldMk cId="1576831718" sldId="319"/>
            <ac:picMk id="9" creationId="{E3978CB4-BEF5-B73F-7D1A-4B4E8EBBE76D}"/>
          </ac:picMkLst>
        </pc:picChg>
        <pc:picChg chg="del">
          <ac:chgData name="Jefferson Passerini" userId="ec684a97d9b6a829" providerId="LiveId" clId="{9B9C2921-3405-4AE7-A664-A59C5D7FC136}" dt="2024-08-19T01:26:25.459" v="550" actId="478"/>
          <ac:picMkLst>
            <pc:docMk/>
            <pc:sldMk cId="1576831718" sldId="319"/>
            <ac:picMk id="10" creationId="{0ED6EC90-7FAD-7BB8-B517-4B43783ADBE3}"/>
          </ac:picMkLst>
        </pc:picChg>
      </pc:sldChg>
      <pc:sldChg chg="addSp delSp modSp add mod ord">
        <pc:chgData name="Jefferson Passerini" userId="ec684a97d9b6a829" providerId="LiveId" clId="{9B9C2921-3405-4AE7-A664-A59C5D7FC136}" dt="2024-08-19T02:19:29.636" v="1018" actId="20577"/>
        <pc:sldMkLst>
          <pc:docMk/>
          <pc:sldMk cId="2860135609" sldId="320"/>
        </pc:sldMkLst>
        <pc:spChg chg="mod">
          <ac:chgData name="Jefferson Passerini" userId="ec684a97d9b6a829" providerId="LiveId" clId="{9B9C2921-3405-4AE7-A664-A59C5D7FC136}" dt="2024-08-19T02:19:29.636" v="1018" actId="20577"/>
          <ac:spMkLst>
            <pc:docMk/>
            <pc:sldMk cId="2860135609" sldId="320"/>
            <ac:spMk id="3" creationId="{212081E4-07F6-C689-2ACC-B6CADD634983}"/>
          </ac:spMkLst>
        </pc:spChg>
        <pc:spChg chg="add mod">
          <ac:chgData name="Jefferson Passerini" userId="ec684a97d9b6a829" providerId="LiveId" clId="{9B9C2921-3405-4AE7-A664-A59C5D7FC136}" dt="2024-08-19T01:44:41.890" v="963" actId="27636"/>
          <ac:spMkLst>
            <pc:docMk/>
            <pc:sldMk cId="2860135609" sldId="320"/>
            <ac:spMk id="8" creationId="{76EAD320-A798-B009-C943-9EA37027A9AF}"/>
          </ac:spMkLst>
        </pc:spChg>
        <pc:picChg chg="add mod">
          <ac:chgData name="Jefferson Passerini" userId="ec684a97d9b6a829" providerId="LiveId" clId="{9B9C2921-3405-4AE7-A664-A59C5D7FC136}" dt="2024-08-19T01:42:14.835" v="754" actId="1076"/>
          <ac:picMkLst>
            <pc:docMk/>
            <pc:sldMk cId="2860135609" sldId="320"/>
            <ac:picMk id="6" creationId="{CEE1FD77-D834-F214-86A2-384FA5A01E9F}"/>
          </ac:picMkLst>
        </pc:picChg>
        <pc:picChg chg="del">
          <ac:chgData name="Jefferson Passerini" userId="ec684a97d9b6a829" providerId="LiveId" clId="{9B9C2921-3405-4AE7-A664-A59C5D7FC136}" dt="2024-08-19T01:39:18.315" v="703" actId="478"/>
          <ac:picMkLst>
            <pc:docMk/>
            <pc:sldMk cId="2860135609" sldId="320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1:39:17.851" v="702" actId="478"/>
          <ac:picMkLst>
            <pc:docMk/>
            <pc:sldMk cId="2860135609" sldId="320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1:43:05.791" v="768" actId="1076"/>
          <ac:picMkLst>
            <pc:docMk/>
            <pc:sldMk cId="2860135609" sldId="320"/>
            <ac:picMk id="11" creationId="{40DDE3A9-0BF1-E1F0-3A9E-0270DBDB448A}"/>
          </ac:picMkLst>
        </pc:picChg>
        <pc:picChg chg="add mod">
          <ac:chgData name="Jefferson Passerini" userId="ec684a97d9b6a829" providerId="LiveId" clId="{9B9C2921-3405-4AE7-A664-A59C5D7FC136}" dt="2024-08-19T01:43:04.261" v="767" actId="1076"/>
          <ac:picMkLst>
            <pc:docMk/>
            <pc:sldMk cId="2860135609" sldId="320"/>
            <ac:picMk id="13" creationId="{4DA83BE6-0B44-3135-B712-AB5A45A232B7}"/>
          </ac:picMkLst>
        </pc:picChg>
        <pc:picChg chg="add mod">
          <ac:chgData name="Jefferson Passerini" userId="ec684a97d9b6a829" providerId="LiveId" clId="{9B9C2921-3405-4AE7-A664-A59C5D7FC136}" dt="2024-08-19T01:44:48.237" v="965" actId="14100"/>
          <ac:picMkLst>
            <pc:docMk/>
            <pc:sldMk cId="2860135609" sldId="320"/>
            <ac:picMk id="15" creationId="{16DA3C27-5947-2ACE-0483-943E0970D305}"/>
          </ac:picMkLst>
        </pc:picChg>
      </pc:sldChg>
      <pc:sldChg chg="addSp delSp modSp add mod">
        <pc:chgData name="Jefferson Passerini" userId="ec684a97d9b6a829" providerId="LiveId" clId="{9B9C2921-3405-4AE7-A664-A59C5D7FC136}" dt="2024-08-19T02:21:27.129" v="1092" actId="1076"/>
        <pc:sldMkLst>
          <pc:docMk/>
          <pc:sldMk cId="2551870368" sldId="321"/>
        </pc:sldMkLst>
        <pc:spChg chg="mod">
          <ac:chgData name="Jefferson Passerini" userId="ec684a97d9b6a829" providerId="LiveId" clId="{9B9C2921-3405-4AE7-A664-A59C5D7FC136}" dt="2024-08-19T02:20:29.523" v="1080" actId="20577"/>
          <ac:spMkLst>
            <pc:docMk/>
            <pc:sldMk cId="2551870368" sldId="321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1:05.929" v="1089" actId="14100"/>
          <ac:spMkLst>
            <pc:docMk/>
            <pc:sldMk cId="2551870368" sldId="321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2:21:02.870" v="1088" actId="1076"/>
          <ac:picMkLst>
            <pc:docMk/>
            <pc:sldMk cId="2551870368" sldId="321"/>
            <ac:picMk id="6" creationId="{D62A8DF4-023A-741F-C72E-D03337CE1256}"/>
          </ac:picMkLst>
        </pc:picChg>
        <pc:picChg chg="del">
          <ac:chgData name="Jefferson Passerini" userId="ec684a97d9b6a829" providerId="LiveId" clId="{9B9C2921-3405-4AE7-A664-A59C5D7FC136}" dt="2024-08-19T02:19:52.139" v="1052" actId="478"/>
          <ac:picMkLst>
            <pc:docMk/>
            <pc:sldMk cId="2551870368" sldId="321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2:19:46.115" v="1051" actId="478"/>
          <ac:picMkLst>
            <pc:docMk/>
            <pc:sldMk cId="2551870368" sldId="321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2:21:08.691" v="1090" actId="1076"/>
          <ac:picMkLst>
            <pc:docMk/>
            <pc:sldMk cId="2551870368" sldId="321"/>
            <ac:picMk id="10" creationId="{445912AC-624E-ED8B-8BD8-1BA7F4255ADE}"/>
          </ac:picMkLst>
        </pc:picChg>
        <pc:picChg chg="add mod">
          <ac:chgData name="Jefferson Passerini" userId="ec684a97d9b6a829" providerId="LiveId" clId="{9B9C2921-3405-4AE7-A664-A59C5D7FC136}" dt="2024-08-19T02:21:27.129" v="1092" actId="1076"/>
          <ac:picMkLst>
            <pc:docMk/>
            <pc:sldMk cId="2551870368" sldId="321"/>
            <ac:picMk id="12" creationId="{5F531C3C-6CD3-7253-A221-959B4B751450}"/>
          </ac:picMkLst>
        </pc:picChg>
      </pc:sldChg>
      <pc:sldChg chg="modSp add ord">
        <pc:chgData name="Jefferson Passerini" userId="ec684a97d9b6a829" providerId="LiveId" clId="{9B9C2921-3405-4AE7-A664-A59C5D7FC136}" dt="2024-08-19T02:21:44.586" v="1101" actId="20577"/>
        <pc:sldMkLst>
          <pc:docMk/>
          <pc:sldMk cId="3854585396" sldId="322"/>
        </pc:sldMkLst>
        <pc:spChg chg="mod">
          <ac:chgData name="Jefferson Passerini" userId="ec684a97d9b6a829" providerId="LiveId" clId="{9B9C2921-3405-4AE7-A664-A59C5D7FC136}" dt="2024-08-19T02:21:44.586" v="1101" actId="20577"/>
          <ac:spMkLst>
            <pc:docMk/>
            <pc:sldMk cId="3854585396" sldId="322"/>
            <ac:spMk id="2" creationId="{2E243026-E16F-9CDD-AE56-CF691B008A41}"/>
          </ac:spMkLst>
        </pc:spChg>
      </pc:sldChg>
      <pc:sldChg chg="addSp delSp modSp add mod">
        <pc:chgData name="Jefferson Passerini" userId="ec684a97d9b6a829" providerId="LiveId" clId="{9B9C2921-3405-4AE7-A664-A59C5D7FC136}" dt="2024-08-19T02:22:36.401" v="1128" actId="20577"/>
        <pc:sldMkLst>
          <pc:docMk/>
          <pc:sldMk cId="537278518" sldId="323"/>
        </pc:sldMkLst>
        <pc:spChg chg="mod">
          <ac:chgData name="Jefferson Passerini" userId="ec684a97d9b6a829" providerId="LiveId" clId="{9B9C2921-3405-4AE7-A664-A59C5D7FC136}" dt="2024-08-19T02:22:36.401" v="1128" actId="20577"/>
          <ac:spMkLst>
            <pc:docMk/>
            <pc:sldMk cId="537278518" sldId="32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2:22:21.137" v="1103" actId="478"/>
          <ac:picMkLst>
            <pc:docMk/>
            <pc:sldMk cId="537278518" sldId="323"/>
            <ac:picMk id="6" creationId="{D62A8DF4-023A-741F-C72E-D03337CE1256}"/>
          </ac:picMkLst>
        </pc:picChg>
        <pc:picChg chg="add mod">
          <ac:chgData name="Jefferson Passerini" userId="ec684a97d9b6a829" providerId="LiveId" clId="{9B9C2921-3405-4AE7-A664-A59C5D7FC136}" dt="2024-08-19T02:22:27.150" v="1108" actId="1076"/>
          <ac:picMkLst>
            <pc:docMk/>
            <pc:sldMk cId="537278518" sldId="323"/>
            <ac:picMk id="7" creationId="{47596E5C-3B99-2694-9562-F6C13640134D}"/>
          </ac:picMkLst>
        </pc:picChg>
        <pc:picChg chg="del">
          <ac:chgData name="Jefferson Passerini" userId="ec684a97d9b6a829" providerId="LiveId" clId="{9B9C2921-3405-4AE7-A664-A59C5D7FC136}" dt="2024-08-19T02:22:21.818" v="1104" actId="478"/>
          <ac:picMkLst>
            <pc:docMk/>
            <pc:sldMk cId="537278518" sldId="323"/>
            <ac:picMk id="10" creationId="{445912AC-624E-ED8B-8BD8-1BA7F4255ADE}"/>
          </ac:picMkLst>
        </pc:picChg>
        <pc:picChg chg="del">
          <ac:chgData name="Jefferson Passerini" userId="ec684a97d9b6a829" providerId="LiveId" clId="{9B9C2921-3405-4AE7-A664-A59C5D7FC136}" dt="2024-08-19T02:22:22.467" v="1105" actId="478"/>
          <ac:picMkLst>
            <pc:docMk/>
            <pc:sldMk cId="537278518" sldId="323"/>
            <ac:picMk id="12" creationId="{5F531C3C-6CD3-7253-A221-959B4B751450}"/>
          </ac:picMkLst>
        </pc:picChg>
      </pc:sldChg>
      <pc:sldChg chg="delSp modSp add mod ord">
        <pc:chgData name="Jefferson Passerini" userId="ec684a97d9b6a829" providerId="LiveId" clId="{9B9C2921-3405-4AE7-A664-A59C5D7FC136}" dt="2024-08-19T02:24:15.709" v="1197" actId="27636"/>
        <pc:sldMkLst>
          <pc:docMk/>
          <pc:sldMk cId="1852741127" sldId="324"/>
        </pc:sldMkLst>
        <pc:spChg chg="mod">
          <ac:chgData name="Jefferson Passerini" userId="ec684a97d9b6a829" providerId="LiveId" clId="{9B9C2921-3405-4AE7-A664-A59C5D7FC136}" dt="2024-08-19T02:23:22.850" v="1160" actId="20577"/>
          <ac:spMkLst>
            <pc:docMk/>
            <pc:sldMk cId="1852741127" sldId="324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4:15.709" v="1197" actId="27636"/>
          <ac:spMkLst>
            <pc:docMk/>
            <pc:sldMk cId="1852741127" sldId="324"/>
            <ac:spMk id="3" creationId="{212081E4-07F6-C689-2ACC-B6CADD634983}"/>
          </ac:spMkLst>
        </pc:spChg>
        <pc:spChg chg="mod">
          <ac:chgData name="Jefferson Passerini" userId="ec684a97d9b6a829" providerId="LiveId" clId="{9B9C2921-3405-4AE7-A664-A59C5D7FC136}" dt="2024-08-19T02:23:17.698" v="1147" actId="1076"/>
          <ac:spMkLst>
            <pc:docMk/>
            <pc:sldMk cId="1852741127" sldId="324"/>
            <ac:spMk id="4" creationId="{5EA05B02-D80D-3624-D3E0-6EB75542A97B}"/>
          </ac:spMkLst>
        </pc:spChg>
        <pc:picChg chg="del mod">
          <ac:chgData name="Jefferson Passerini" userId="ec684a97d9b6a829" providerId="LiveId" clId="{9B9C2921-3405-4AE7-A664-A59C5D7FC136}" dt="2024-08-19T02:23:31.121" v="1175" actId="478"/>
          <ac:picMkLst>
            <pc:docMk/>
            <pc:sldMk cId="1852741127" sldId="324"/>
            <ac:picMk id="6" creationId="{56248FB6-5FC8-64DB-4990-51D2F2772009}"/>
          </ac:picMkLst>
        </pc:picChg>
      </pc:sldChg>
      <pc:sldChg chg="modSp add">
        <pc:chgData name="Jefferson Passerini" userId="ec684a97d9b6a829" providerId="LiveId" clId="{9B9C2921-3405-4AE7-A664-A59C5D7FC136}" dt="2024-08-19T02:23:12.545" v="1145" actId="20577"/>
        <pc:sldMkLst>
          <pc:docMk/>
          <pc:sldMk cId="4146740212" sldId="325"/>
        </pc:sldMkLst>
        <pc:spChg chg="mod">
          <ac:chgData name="Jefferson Passerini" userId="ec684a97d9b6a829" providerId="LiveId" clId="{9B9C2921-3405-4AE7-A664-A59C5D7FC136}" dt="2024-08-19T02:23:12.545" v="1145" actId="20577"/>
          <ac:spMkLst>
            <pc:docMk/>
            <pc:sldMk cId="4146740212" sldId="325"/>
            <ac:spMk id="2" creationId="{2E243026-E16F-9CDD-AE56-CF691B008A41}"/>
          </ac:spMkLst>
        </pc:spChg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BB787B5C-E77E-432F-B6BF-C3D49160FE0A}"/>
    <pc:docChg chg="custSel addSld delSld modSld sldOrd">
      <pc:chgData name="Jefferson Passerini" userId="ec684a97d9b6a829" providerId="LiveId" clId="{BB787B5C-E77E-432F-B6BF-C3D49160FE0A}" dt="2024-05-29T17:16:10.321" v="1118" actId="1076"/>
      <pc:docMkLst>
        <pc:docMk/>
      </pc:docMkLst>
      <pc:sldChg chg="addSp delSp modSp mod modAnim">
        <pc:chgData name="Jefferson Passerini" userId="ec684a97d9b6a829" providerId="LiveId" clId="{BB787B5C-E77E-432F-B6BF-C3D49160FE0A}" dt="2024-05-29T13:36:12.983" v="27" actId="26606"/>
        <pc:sldMkLst>
          <pc:docMk/>
          <pc:sldMk cId="3568309152" sldId="256"/>
        </pc:sldMkLst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88" creationId="{E91DC736-0EF8-4F87-9146-EBF1D2EE4D3D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0" creationId="{097CD68E-23E3-4007-8847-CD0944C4F7BE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2" creationId="{AF2F604E-43BE-4DC3-B983-E071523364F8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4" creationId="{08C9B587-E65E-4B52-B37C-ABEBB6E87928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9" creationId="{22A397E7-BF60-45B2-84C7-B074B76C37A7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01" creationId="{890DEF05-784E-4B61-89E4-04C4ECF4E5A0}"/>
          </ac:spMkLst>
        </pc:spChg>
        <pc:picChg chg="add del mod">
          <ac:chgData name="Jefferson Passerini" userId="ec684a97d9b6a829" providerId="LiveId" clId="{BB787B5C-E77E-432F-B6BF-C3D49160FE0A}" dt="2024-05-29T13:35:56.093" v="22" actId="478"/>
          <ac:picMkLst>
            <pc:docMk/>
            <pc:sldMk cId="3568309152" sldId="256"/>
            <ac:picMk id="5" creationId="{84BC1B5D-A935-4CDE-8313-510FF33DFF74}"/>
          </ac:picMkLst>
        </pc:picChg>
        <pc:picChg chg="add mod ord">
          <ac:chgData name="Jefferson Passerini" userId="ec684a97d9b6a829" providerId="LiveId" clId="{BB787B5C-E77E-432F-B6BF-C3D49160FE0A}" dt="2024-05-29T13:36:12.983" v="27" actId="26606"/>
          <ac:picMkLst>
            <pc:docMk/>
            <pc:sldMk cId="3568309152" sldId="256"/>
            <ac:picMk id="7" creationId="{574A7D5F-7384-8CA7-C16E-B73DE64B5EA0}"/>
          </ac:picMkLst>
        </pc:picChg>
        <pc:picChg chg="del">
          <ac:chgData name="Jefferson Passerini" userId="ec684a97d9b6a829" providerId="LiveId" clId="{BB787B5C-E77E-432F-B6BF-C3D49160FE0A}" dt="2024-05-29T13:34:36.753" v="15" actId="478"/>
          <ac:picMkLst>
            <pc:docMk/>
            <pc:sldMk cId="3568309152" sldId="256"/>
            <ac:picMk id="10" creationId="{275F69C5-5F32-3955-258B-2F15C3A3B6CA}"/>
          </ac:picMkLst>
        </pc:picChg>
        <pc:cxnChg chg="add">
          <ac:chgData name="Jefferson Passerini" userId="ec684a97d9b6a829" providerId="LiveId" clId="{BB787B5C-E77E-432F-B6BF-C3D49160FE0A}" dt="2024-05-29T13:36:12.983" v="27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BB787B5C-E77E-432F-B6BF-C3D49160FE0A}" dt="2024-05-29T16:35:24.162" v="78" actId="122"/>
        <pc:sldMkLst>
          <pc:docMk/>
          <pc:sldMk cId="1879529569" sldId="287"/>
        </pc:sldMkLst>
        <pc:spChg chg="mod">
          <ac:chgData name="Jefferson Passerini" userId="ec684a97d9b6a829" providerId="LiveId" clId="{BB787B5C-E77E-432F-B6BF-C3D49160FE0A}" dt="2024-05-29T16:35:24.162" v="78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B787B5C-E77E-432F-B6BF-C3D49160FE0A}" dt="2024-05-29T13:36:34.954" v="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BB787B5C-E77E-432F-B6BF-C3D49160FE0A}" dt="2024-05-29T13:36:22.856" v="28" actId="47"/>
        <pc:sldMkLst>
          <pc:docMk/>
          <pc:sldMk cId="79919528" sldId="288"/>
        </pc:sldMkLst>
      </pc:sldChg>
      <pc:sldChg chg="add">
        <pc:chgData name="Jefferson Passerini" userId="ec684a97d9b6a829" providerId="LiveId" clId="{BB787B5C-E77E-432F-B6BF-C3D49160FE0A}" dt="2024-05-29T16:35:35.445" v="79" actId="2890"/>
        <pc:sldMkLst>
          <pc:docMk/>
          <pc:sldMk cId="617917625" sldId="288"/>
        </pc:sldMkLst>
      </pc:sldChg>
      <pc:sldChg chg="del">
        <pc:chgData name="Jefferson Passerini" userId="ec684a97d9b6a829" providerId="LiveId" clId="{BB787B5C-E77E-432F-B6BF-C3D49160FE0A}" dt="2024-05-29T13:36:23.094" v="29" actId="47"/>
        <pc:sldMkLst>
          <pc:docMk/>
          <pc:sldMk cId="3208648039" sldId="289"/>
        </pc:sldMkLst>
      </pc:sldChg>
      <pc:sldChg chg="modSp add mod">
        <pc:chgData name="Jefferson Passerini" userId="ec684a97d9b6a829" providerId="LiveId" clId="{BB787B5C-E77E-432F-B6BF-C3D49160FE0A}" dt="2024-05-29T16:42:06.107" v="257" actId="113"/>
        <pc:sldMkLst>
          <pc:docMk/>
          <pc:sldMk cId="3838484681" sldId="289"/>
        </pc:sldMkLst>
        <pc:spChg chg="mod">
          <ac:chgData name="Jefferson Passerini" userId="ec684a97d9b6a829" providerId="LiveId" clId="{BB787B5C-E77E-432F-B6BF-C3D49160FE0A}" dt="2024-05-29T16:42:06.107" v="257" actId="113"/>
          <ac:spMkLst>
            <pc:docMk/>
            <pc:sldMk cId="383848468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365" v="30" actId="47"/>
        <pc:sldMkLst>
          <pc:docMk/>
          <pc:sldMk cId="169101092" sldId="290"/>
        </pc:sldMkLst>
      </pc:sldChg>
      <pc:sldChg chg="modSp add mod">
        <pc:chgData name="Jefferson Passerini" userId="ec684a97d9b6a829" providerId="LiveId" clId="{BB787B5C-E77E-432F-B6BF-C3D49160FE0A}" dt="2024-05-29T16:42:02.473" v="256" actId="113"/>
        <pc:sldMkLst>
          <pc:docMk/>
          <pc:sldMk cId="522826668" sldId="290"/>
        </pc:sldMkLst>
        <pc:spChg chg="mod">
          <ac:chgData name="Jefferson Passerini" userId="ec684a97d9b6a829" providerId="LiveId" clId="{BB787B5C-E77E-432F-B6BF-C3D49160FE0A}" dt="2024-05-29T16:42:02.473" v="256" actId="113"/>
          <ac:spMkLst>
            <pc:docMk/>
            <pc:sldMk cId="522826668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6:45:30.403" v="324" actId="115"/>
        <pc:sldMkLst>
          <pc:docMk/>
          <pc:sldMk cId="1323548143" sldId="291"/>
        </pc:sldMkLst>
        <pc:spChg chg="mod">
          <ac:chgData name="Jefferson Passerini" userId="ec684a97d9b6a829" providerId="LiveId" clId="{BB787B5C-E77E-432F-B6BF-C3D49160FE0A}" dt="2024-05-29T16:45:30.403" v="324" actId="115"/>
          <ac:spMkLst>
            <pc:docMk/>
            <pc:sldMk cId="1323548143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22" v="31" actId="47"/>
        <pc:sldMkLst>
          <pc:docMk/>
          <pc:sldMk cId="3824080945" sldId="291"/>
        </pc:sldMkLst>
      </pc:sldChg>
      <pc:sldChg chg="del">
        <pc:chgData name="Jefferson Passerini" userId="ec684a97d9b6a829" providerId="LiveId" clId="{BB787B5C-E77E-432F-B6BF-C3D49160FE0A}" dt="2024-05-29T13:36:23.897" v="33" actId="47"/>
        <pc:sldMkLst>
          <pc:docMk/>
          <pc:sldMk cId="1501771575" sldId="292"/>
        </pc:sldMkLst>
      </pc:sldChg>
      <pc:sldChg chg="modSp add mod">
        <pc:chgData name="Jefferson Passerini" userId="ec684a97d9b6a829" providerId="LiveId" clId="{BB787B5C-E77E-432F-B6BF-C3D49160FE0A}" dt="2024-05-29T16:52:45.953" v="356" actId="255"/>
        <pc:sldMkLst>
          <pc:docMk/>
          <pc:sldMk cId="1998634926" sldId="292"/>
        </pc:sldMkLst>
        <pc:spChg chg="mod">
          <ac:chgData name="Jefferson Passerini" userId="ec684a97d9b6a829" providerId="LiveId" clId="{BB787B5C-E77E-432F-B6BF-C3D49160FE0A}" dt="2024-05-29T16:52:45.953" v="356" actId="255"/>
          <ac:spMkLst>
            <pc:docMk/>
            <pc:sldMk cId="199863492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48" v="32" actId="47"/>
        <pc:sldMkLst>
          <pc:docMk/>
          <pc:sldMk cId="1678466067" sldId="293"/>
        </pc:sldMkLst>
      </pc:sldChg>
      <pc:sldChg chg="modSp add mod">
        <pc:chgData name="Jefferson Passerini" userId="ec684a97d9b6a829" providerId="LiveId" clId="{BB787B5C-E77E-432F-B6BF-C3D49160FE0A}" dt="2024-05-29T16:54:54.674" v="389" actId="255"/>
        <pc:sldMkLst>
          <pc:docMk/>
          <pc:sldMk cId="2665549346" sldId="293"/>
        </pc:sldMkLst>
        <pc:spChg chg="mod">
          <ac:chgData name="Jefferson Passerini" userId="ec684a97d9b6a829" providerId="LiveId" clId="{BB787B5C-E77E-432F-B6BF-C3D49160FE0A}" dt="2024-05-29T16:54:54.674" v="389" actId="255"/>
          <ac:spMkLst>
            <pc:docMk/>
            <pc:sldMk cId="2665549346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078" v="34" actId="47"/>
        <pc:sldMkLst>
          <pc:docMk/>
          <pc:sldMk cId="1279196574" sldId="294"/>
        </pc:sldMkLst>
      </pc:sldChg>
      <pc:sldChg chg="addSp modSp add mod">
        <pc:chgData name="Jefferson Passerini" userId="ec684a97d9b6a829" providerId="LiveId" clId="{BB787B5C-E77E-432F-B6BF-C3D49160FE0A}" dt="2024-05-29T16:58:19.014" v="471" actId="20577"/>
        <pc:sldMkLst>
          <pc:docMk/>
          <pc:sldMk cId="1838402090" sldId="294"/>
        </pc:sldMkLst>
        <pc:spChg chg="mod">
          <ac:chgData name="Jefferson Passerini" userId="ec684a97d9b6a829" providerId="LiveId" clId="{BB787B5C-E77E-432F-B6BF-C3D49160FE0A}" dt="2024-05-29T16:58:19.014" v="471" actId="20577"/>
          <ac:spMkLst>
            <pc:docMk/>
            <pc:sldMk cId="1838402090" sldId="294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6:57:48.654" v="468" actId="1076"/>
          <ac:picMkLst>
            <pc:docMk/>
            <pc:sldMk cId="1838402090" sldId="294"/>
            <ac:picMk id="5" creationId="{5A049B0F-C654-BCC9-21A3-C115743C7CE7}"/>
          </ac:picMkLst>
        </pc:picChg>
      </pc:sldChg>
      <pc:sldChg chg="del">
        <pc:chgData name="Jefferson Passerini" userId="ec684a97d9b6a829" providerId="LiveId" clId="{BB787B5C-E77E-432F-B6BF-C3D49160FE0A}" dt="2024-05-29T13:36:24.277" v="35" actId="47"/>
        <pc:sldMkLst>
          <pc:docMk/>
          <pc:sldMk cId="1190761301" sldId="295"/>
        </pc:sldMkLst>
      </pc:sldChg>
      <pc:sldChg chg="modSp add mod">
        <pc:chgData name="Jefferson Passerini" userId="ec684a97d9b6a829" providerId="LiveId" clId="{BB787B5C-E77E-432F-B6BF-C3D49160FE0A}" dt="2024-05-29T16:59:31.953" v="484" actId="113"/>
        <pc:sldMkLst>
          <pc:docMk/>
          <pc:sldMk cId="2120685856" sldId="295"/>
        </pc:sldMkLst>
        <pc:spChg chg="mod">
          <ac:chgData name="Jefferson Passerini" userId="ec684a97d9b6a829" providerId="LiveId" clId="{BB787B5C-E77E-432F-B6BF-C3D49160FE0A}" dt="2024-05-29T16:59:31.953" v="484" actId="113"/>
          <ac:spMkLst>
            <pc:docMk/>
            <pc:sldMk cId="2120685856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7:00:53.285" v="497" actId="113"/>
        <pc:sldMkLst>
          <pc:docMk/>
          <pc:sldMk cId="2209514330" sldId="296"/>
        </pc:sldMkLst>
        <pc:spChg chg="mod">
          <ac:chgData name="Jefferson Passerini" userId="ec684a97d9b6a829" providerId="LiveId" clId="{BB787B5C-E77E-432F-B6BF-C3D49160FE0A}" dt="2024-05-29T17:00:53.285" v="497" actId="113"/>
          <ac:spMkLst>
            <pc:docMk/>
            <pc:sldMk cId="2209514330" sldId="296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509" v="36" actId="47"/>
        <pc:sldMkLst>
          <pc:docMk/>
          <pc:sldMk cId="3236742059" sldId="296"/>
        </pc:sldMkLst>
      </pc:sldChg>
      <pc:sldChg chg="modSp add mod">
        <pc:chgData name="Jefferson Passerini" userId="ec684a97d9b6a829" providerId="LiveId" clId="{BB787B5C-E77E-432F-B6BF-C3D49160FE0A}" dt="2024-05-29T17:02:23.896" v="505" actId="113"/>
        <pc:sldMkLst>
          <pc:docMk/>
          <pc:sldMk cId="1266118256" sldId="297"/>
        </pc:sldMkLst>
        <pc:spChg chg="mod">
          <ac:chgData name="Jefferson Passerini" userId="ec684a97d9b6a829" providerId="LiveId" clId="{BB787B5C-E77E-432F-B6BF-C3D49160FE0A}" dt="2024-05-29T17:02:23.896" v="505" actId="113"/>
          <ac:spMkLst>
            <pc:docMk/>
            <pc:sldMk cId="1266118256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874" v="37" actId="47"/>
        <pc:sldMkLst>
          <pc:docMk/>
          <pc:sldMk cId="2307360450" sldId="297"/>
        </pc:sldMkLst>
      </pc:sldChg>
      <pc:sldChg chg="del">
        <pc:chgData name="Jefferson Passerini" userId="ec684a97d9b6a829" providerId="LiveId" clId="{BB787B5C-E77E-432F-B6BF-C3D49160FE0A}" dt="2024-05-29T13:36:25.266" v="38" actId="47"/>
        <pc:sldMkLst>
          <pc:docMk/>
          <pc:sldMk cId="1208440842" sldId="298"/>
        </pc:sldMkLst>
      </pc:sldChg>
      <pc:sldChg chg="addSp delSp modSp add mod">
        <pc:chgData name="Jefferson Passerini" userId="ec684a97d9b6a829" providerId="LiveId" clId="{BB787B5C-E77E-432F-B6BF-C3D49160FE0A}" dt="2024-05-29T17:05:43.246" v="906" actId="27636"/>
        <pc:sldMkLst>
          <pc:docMk/>
          <pc:sldMk cId="3160059937" sldId="298"/>
        </pc:sldMkLst>
        <pc:spChg chg="mod">
          <ac:chgData name="Jefferson Passerini" userId="ec684a97d9b6a829" providerId="LiveId" clId="{BB787B5C-E77E-432F-B6BF-C3D49160FE0A}" dt="2024-05-29T17:05:43.246" v="906" actId="27636"/>
          <ac:spMkLst>
            <pc:docMk/>
            <pc:sldMk cId="3160059937" sldId="298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5:20.190" v="900" actId="478"/>
          <ac:picMkLst>
            <pc:docMk/>
            <pc:sldMk cId="3160059937" sldId="298"/>
            <ac:picMk id="5" creationId="{5A049B0F-C654-BCC9-21A3-C115743C7CE7}"/>
          </ac:picMkLst>
        </pc:picChg>
        <pc:picChg chg="add mod">
          <ac:chgData name="Jefferson Passerini" userId="ec684a97d9b6a829" providerId="LiveId" clId="{BB787B5C-E77E-432F-B6BF-C3D49160FE0A}" dt="2024-05-29T17:05:39.547" v="904" actId="1076"/>
          <ac:picMkLst>
            <pc:docMk/>
            <pc:sldMk cId="3160059937" sldId="298"/>
            <ac:picMk id="6" creationId="{B5002F2C-259B-8C1C-D482-66817F39B577}"/>
          </ac:picMkLst>
        </pc:picChg>
      </pc:sldChg>
      <pc:sldChg chg="delSp modSp add mod">
        <pc:chgData name="Jefferson Passerini" userId="ec684a97d9b6a829" providerId="LiveId" clId="{BB787B5C-E77E-432F-B6BF-C3D49160FE0A}" dt="2024-05-29T17:08:44.385" v="1036" actId="15"/>
        <pc:sldMkLst>
          <pc:docMk/>
          <pc:sldMk cId="2788255460" sldId="299"/>
        </pc:sldMkLst>
        <pc:spChg chg="mod">
          <ac:chgData name="Jefferson Passerini" userId="ec684a97d9b6a829" providerId="LiveId" clId="{BB787B5C-E77E-432F-B6BF-C3D49160FE0A}" dt="2024-05-29T17:08:44.385" v="1036" actId="15"/>
          <ac:spMkLst>
            <pc:docMk/>
            <pc:sldMk cId="2788255460" sldId="299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6:01.659" v="908" actId="478"/>
          <ac:picMkLst>
            <pc:docMk/>
            <pc:sldMk cId="2788255460" sldId="299"/>
            <ac:picMk id="6" creationId="{B5002F2C-259B-8C1C-D482-66817F39B577}"/>
          </ac:picMkLst>
        </pc:picChg>
      </pc:sldChg>
      <pc:sldChg chg="del">
        <pc:chgData name="Jefferson Passerini" userId="ec684a97d9b6a829" providerId="LiveId" clId="{BB787B5C-E77E-432F-B6BF-C3D49160FE0A}" dt="2024-05-29T13:36:28.455" v="49" actId="47"/>
        <pc:sldMkLst>
          <pc:docMk/>
          <pc:sldMk cId="4080487242" sldId="299"/>
        </pc:sldMkLst>
      </pc:sldChg>
      <pc:sldChg chg="modSp add mod">
        <pc:chgData name="Jefferson Passerini" userId="ec684a97d9b6a829" providerId="LiveId" clId="{BB787B5C-E77E-432F-B6BF-C3D49160FE0A}" dt="2024-05-29T17:09:52.219" v="1052" actId="108"/>
        <pc:sldMkLst>
          <pc:docMk/>
          <pc:sldMk cId="3027120737" sldId="300"/>
        </pc:sldMkLst>
        <pc:spChg chg="mod">
          <ac:chgData name="Jefferson Passerini" userId="ec684a97d9b6a829" providerId="LiveId" clId="{BB787B5C-E77E-432F-B6BF-C3D49160FE0A}" dt="2024-05-29T17:09:52.219" v="1052" actId="108"/>
          <ac:spMkLst>
            <pc:docMk/>
            <pc:sldMk cId="3027120737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8.926" v="50" actId="47"/>
        <pc:sldMkLst>
          <pc:docMk/>
          <pc:sldMk cId="3554057361" sldId="300"/>
        </pc:sldMkLst>
      </pc:sldChg>
      <pc:sldChg chg="modSp add ord">
        <pc:chgData name="Jefferson Passerini" userId="ec684a97d9b6a829" providerId="LiveId" clId="{BB787B5C-E77E-432F-B6BF-C3D49160FE0A}" dt="2024-05-29T17:11:09.830" v="1078"/>
        <pc:sldMkLst>
          <pc:docMk/>
          <pc:sldMk cId="1811027880" sldId="301"/>
        </pc:sldMkLst>
        <pc:spChg chg="mod">
          <ac:chgData name="Jefferson Passerini" userId="ec684a97d9b6a829" providerId="LiveId" clId="{BB787B5C-E77E-432F-B6BF-C3D49160FE0A}" dt="2024-05-29T17:10:58.315" v="1075" actId="20577"/>
          <ac:spMkLst>
            <pc:docMk/>
            <pc:sldMk cId="1811027880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BB787B5C-E77E-432F-B6BF-C3D49160FE0A}" dt="2024-05-29T13:36:25.558" v="39" actId="47"/>
        <pc:sldMkLst>
          <pc:docMk/>
          <pc:sldMk cId="2816627089" sldId="301"/>
        </pc:sldMkLst>
      </pc:sldChg>
      <pc:sldChg chg="del">
        <pc:chgData name="Jefferson Passerini" userId="ec684a97d9b6a829" providerId="LiveId" clId="{BB787B5C-E77E-432F-B6BF-C3D49160FE0A}" dt="2024-05-29T13:36:25.868" v="40" actId="47"/>
        <pc:sldMkLst>
          <pc:docMk/>
          <pc:sldMk cId="1299146882" sldId="302"/>
        </pc:sldMkLst>
      </pc:sldChg>
      <pc:sldChg chg="addSp modSp add mod">
        <pc:chgData name="Jefferson Passerini" userId="ec684a97d9b6a829" providerId="LiveId" clId="{BB787B5C-E77E-432F-B6BF-C3D49160FE0A}" dt="2024-05-29T17:16:10.321" v="1118" actId="1076"/>
        <pc:sldMkLst>
          <pc:docMk/>
          <pc:sldMk cId="3464557575" sldId="302"/>
        </pc:sldMkLst>
        <pc:spChg chg="add mod">
          <ac:chgData name="Jefferson Passerini" userId="ec684a97d9b6a829" providerId="LiveId" clId="{BB787B5C-E77E-432F-B6BF-C3D49160FE0A}" dt="2024-05-29T17:12:52.576" v="1107" actId="1035"/>
          <ac:spMkLst>
            <pc:docMk/>
            <pc:sldMk cId="3464557575" sldId="302"/>
            <ac:spMk id="2" creationId="{EE1EA9E1-72F7-6EE9-327C-D1AA78D8B8DE}"/>
          </ac:spMkLst>
        </pc:spChg>
        <pc:spChg chg="mod">
          <ac:chgData name="Jefferson Passerini" userId="ec684a97d9b6a829" providerId="LiveId" clId="{BB787B5C-E77E-432F-B6BF-C3D49160FE0A}" dt="2024-05-29T17:16:10.321" v="1118" actId="1076"/>
          <ac:spMkLst>
            <pc:docMk/>
            <pc:sldMk cId="3464557575" sldId="302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7:16:03.943" v="1117" actId="1076"/>
          <ac:picMkLst>
            <pc:docMk/>
            <pc:sldMk cId="3464557575" sldId="302"/>
            <ac:picMk id="6" creationId="{E019D0FD-28BD-43A4-3BC3-B3ACD1DBDF75}"/>
          </ac:picMkLst>
        </pc:picChg>
      </pc:sldChg>
      <pc:sldChg chg="del">
        <pc:chgData name="Jefferson Passerini" userId="ec684a97d9b6a829" providerId="LiveId" clId="{BB787B5C-E77E-432F-B6BF-C3D49160FE0A}" dt="2024-05-29T13:36:26.167" v="41" actId="47"/>
        <pc:sldMkLst>
          <pc:docMk/>
          <pc:sldMk cId="1923353088" sldId="303"/>
        </pc:sldMkLst>
      </pc:sldChg>
      <pc:sldChg chg="del">
        <pc:chgData name="Jefferson Passerini" userId="ec684a97d9b6a829" providerId="LiveId" clId="{BB787B5C-E77E-432F-B6BF-C3D49160FE0A}" dt="2024-05-29T13:36:26.463" v="42" actId="47"/>
        <pc:sldMkLst>
          <pc:docMk/>
          <pc:sldMk cId="252965080" sldId="304"/>
        </pc:sldMkLst>
      </pc:sldChg>
      <pc:sldChg chg="del">
        <pc:chgData name="Jefferson Passerini" userId="ec684a97d9b6a829" providerId="LiveId" clId="{BB787B5C-E77E-432F-B6BF-C3D49160FE0A}" dt="2024-05-29T13:36:26.731" v="43" actId="47"/>
        <pc:sldMkLst>
          <pc:docMk/>
          <pc:sldMk cId="607682740" sldId="305"/>
        </pc:sldMkLst>
      </pc:sldChg>
      <pc:sldChg chg="del">
        <pc:chgData name="Jefferson Passerini" userId="ec684a97d9b6a829" providerId="LiveId" clId="{BB787B5C-E77E-432F-B6BF-C3D49160FE0A}" dt="2024-05-29T13:36:27.042" v="44" actId="47"/>
        <pc:sldMkLst>
          <pc:docMk/>
          <pc:sldMk cId="2396349990" sldId="306"/>
        </pc:sldMkLst>
      </pc:sldChg>
      <pc:sldChg chg="del">
        <pc:chgData name="Jefferson Passerini" userId="ec684a97d9b6a829" providerId="LiveId" clId="{BB787B5C-E77E-432F-B6BF-C3D49160FE0A}" dt="2024-05-29T13:36:27.635" v="46" actId="47"/>
        <pc:sldMkLst>
          <pc:docMk/>
          <pc:sldMk cId="2185694841" sldId="307"/>
        </pc:sldMkLst>
      </pc:sldChg>
      <pc:sldChg chg="del">
        <pc:chgData name="Jefferson Passerini" userId="ec684a97d9b6a829" providerId="LiveId" clId="{BB787B5C-E77E-432F-B6BF-C3D49160FE0A}" dt="2024-05-29T13:36:27.381" v="45" actId="47"/>
        <pc:sldMkLst>
          <pc:docMk/>
          <pc:sldMk cId="962548081" sldId="308"/>
        </pc:sldMkLst>
      </pc:sldChg>
      <pc:sldChg chg="del">
        <pc:chgData name="Jefferson Passerini" userId="ec684a97d9b6a829" providerId="LiveId" clId="{BB787B5C-E77E-432F-B6BF-C3D49160FE0A}" dt="2024-05-29T13:36:27.880" v="47" actId="47"/>
        <pc:sldMkLst>
          <pc:docMk/>
          <pc:sldMk cId="3387030225" sldId="309"/>
        </pc:sldMkLst>
      </pc:sldChg>
      <pc:sldChg chg="del">
        <pc:chgData name="Jefferson Passerini" userId="ec684a97d9b6a829" providerId="LiveId" clId="{BB787B5C-E77E-432F-B6BF-C3D49160FE0A}" dt="2024-05-29T13:36:28.169" v="48" actId="47"/>
        <pc:sldMkLst>
          <pc:docMk/>
          <pc:sldMk cId="2669602002" sldId="310"/>
        </pc:sldMkLst>
      </pc:sldChg>
      <pc:sldChg chg="del">
        <pc:chgData name="Jefferson Passerini" userId="ec684a97d9b6a829" providerId="LiveId" clId="{BB787B5C-E77E-432F-B6BF-C3D49160FE0A}" dt="2024-05-29T13:36:29.223" v="51" actId="47"/>
        <pc:sldMkLst>
          <pc:docMk/>
          <pc:sldMk cId="145990791" sldId="311"/>
        </pc:sldMkLst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18/08/2024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574A7D5F-7384-8CA7-C16E-B73DE64B5E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9" r="-1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>
              <a:solidFill>
                <a:schemeClr val="bg1"/>
              </a:solidFill>
            </a:endParaRPr>
          </a:p>
          <a:p>
            <a:pPr algn="l"/>
            <a:r>
              <a:rPr lang="pt-BR" sz="2000">
                <a:solidFill>
                  <a:schemeClr val="bg1"/>
                </a:solidFill>
              </a:rPr>
              <a:t>Prof. Me Jefferson Passerini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200" dirty="0"/>
              <a:t>O padrão </a:t>
            </a:r>
            <a:r>
              <a:rPr lang="pt-BR" sz="3200" b="1" i="1" u="sng" dirty="0"/>
              <a:t>Command</a:t>
            </a:r>
            <a:r>
              <a:rPr lang="pt-BR" sz="3200" dirty="0"/>
              <a:t> encapsula uma solicitação como um objeto, isso lhe permite parametrizar clientes com diferentes solicitações, enfileirar ou registrar (log) solicitações e suportar solicitações que podem ser desfeitas.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sz="3200" b="1" dirty="0"/>
              <a:t>Quando é preciso parametrizar objetos como ação a ser executada:</a:t>
            </a:r>
          </a:p>
          <a:p>
            <a:pPr lvl="1"/>
            <a:r>
              <a:rPr lang="pt-BR" sz="2800" dirty="0"/>
              <a:t>○ Tal parametrização pode ser expressada numa linguagem procedural através de uma função </a:t>
            </a:r>
            <a:r>
              <a:rPr lang="pt-BR" sz="2800" dirty="0" err="1"/>
              <a:t>callback</a:t>
            </a:r>
            <a:r>
              <a:rPr lang="pt-BR" sz="2800" dirty="0"/>
              <a:t>, ou seja, uma função que é registrada em algum lugar para ser chamada em um momento mais adiante.</a:t>
            </a:r>
          </a:p>
          <a:p>
            <a:pPr lvl="1"/>
            <a:r>
              <a:rPr lang="pt-BR" sz="2800" dirty="0"/>
              <a:t>○ Os Comandos são uma substituição orientada a objetos para </a:t>
            </a:r>
            <a:r>
              <a:rPr lang="pt-BR" sz="2800" dirty="0" err="1"/>
              <a:t>callbacks</a:t>
            </a:r>
            <a:r>
              <a:rPr lang="pt-BR" sz="2800" dirty="0"/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383848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b="1" dirty="0"/>
              <a:t>Quando há necessidade de especificar, enfileirar e executar solicitações em tempos diferentes:</a:t>
            </a:r>
          </a:p>
          <a:p>
            <a:pPr lvl="1"/>
            <a:r>
              <a:rPr lang="pt-BR" sz="2800" dirty="0"/>
              <a:t>Um objeto Comando, sabe quais ações executar e conhece o objeto receptor capaz de executá-las. Ele pode executar as ações a qualquer momento, deste modo, pode ter um tempo de vida independente da solicitação original.</a:t>
            </a:r>
          </a:p>
          <a:p>
            <a:pPr lvl="1"/>
            <a:r>
              <a:rPr lang="pt-BR" sz="2800" dirty="0"/>
              <a:t>É possível enfileirar Comandos para serem executados de forma controlada.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522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algn="l"/>
            <a:r>
              <a:rPr lang="pt-BR" sz="3200" b="1" dirty="0"/>
              <a:t>Para suportar desfazer operações:</a:t>
            </a:r>
          </a:p>
          <a:p>
            <a:pPr lvl="1"/>
            <a:r>
              <a:rPr lang="pt-BR" dirty="0"/>
              <a:t>Para desfazer seus efeitos, um comando pode armazenar os estados vem que objeto receptor se encontrava antes da a execução das ações (chamada do método execute()).</a:t>
            </a:r>
          </a:p>
          <a:p>
            <a:pPr lvl="1"/>
            <a:r>
              <a:rPr lang="pt-BR" dirty="0"/>
              <a:t> A interface Command pode conter uma operação </a:t>
            </a:r>
            <a:r>
              <a:rPr lang="pt-BR" dirty="0" err="1"/>
              <a:t>undo</a:t>
            </a:r>
            <a:r>
              <a:rPr lang="pt-BR" dirty="0"/>
              <a:t>(), que reverte os efeitos de uma chamada anterior de execute(). De acordo com a complexidade da reversão ela pode ser baseada nos estados em que o receptor se encontrava anteriormente.</a:t>
            </a:r>
          </a:p>
          <a:p>
            <a:pPr lvl="1"/>
            <a:r>
              <a:rPr lang="pt-BR" dirty="0"/>
              <a:t>Os comandos executados podem ser armazenados em uma lista histórica.</a:t>
            </a:r>
          </a:p>
          <a:p>
            <a:pPr lvl="1"/>
            <a:r>
              <a:rPr lang="pt-BR" dirty="0"/>
              <a:t>O nível ilimitado de desfazer e refazer </a:t>
            </a:r>
            <a:r>
              <a:rPr lang="pt-BR" u="sng" dirty="0"/>
              <a:t>operações</a:t>
            </a:r>
            <a:r>
              <a:rPr lang="pt-BR" dirty="0"/>
              <a:t> é obtido percorrendo esta lista para trás e para frente, chamando operações </a:t>
            </a:r>
            <a:r>
              <a:rPr lang="pt-BR" dirty="0" err="1"/>
              <a:t>undo</a:t>
            </a:r>
            <a:r>
              <a:rPr lang="pt-BR" dirty="0"/>
              <a:t>() e execute() respectivamente.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132354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algn="l"/>
            <a:r>
              <a:rPr lang="pt-BR" sz="3200" b="1" dirty="0"/>
              <a:t>Para tornar possível que mudanças no sistema sejam recuperadas por meio de um registro de mudanças (</a:t>
            </a:r>
            <a:r>
              <a:rPr lang="pt-BR" sz="3200" b="1" dirty="0" err="1"/>
              <a:t>logging</a:t>
            </a:r>
            <a:r>
              <a:rPr lang="pt-BR" sz="3200" b="1" dirty="0"/>
              <a:t>) em caso de queda:</a:t>
            </a:r>
          </a:p>
          <a:p>
            <a:pPr lvl="1"/>
            <a:r>
              <a:rPr lang="pt-BR" sz="2800" dirty="0"/>
              <a:t>Ao aumentar a interface de Command com as operações </a:t>
            </a:r>
            <a:r>
              <a:rPr lang="pt-BR" sz="2800" dirty="0" err="1"/>
              <a:t>load</a:t>
            </a:r>
            <a:r>
              <a:rPr lang="pt-BR" sz="2800" dirty="0"/>
              <a:t>() e store(), pode-se manter um registro (log) persistente das mudanças feitas no objeto receptor.</a:t>
            </a:r>
          </a:p>
          <a:p>
            <a:pPr lvl="1"/>
            <a:r>
              <a:rPr lang="pt-BR" sz="2800" dirty="0"/>
              <a:t>A recuperação de uma queda de sistema envolve a recarga dos comandos registrados a partir do disco e sua reexecução com a operação execute().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199863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</a:p>
          <a:p>
            <a:pPr algn="l"/>
            <a:r>
              <a:rPr lang="pt-BR" sz="3200" b="1" dirty="0"/>
              <a:t>Se</a:t>
            </a:r>
            <a:r>
              <a:rPr lang="pt-BR" sz="1800" b="0" i="0" u="none" strike="noStrike" baseline="0" dirty="0">
                <a:latin typeface="CourierNew"/>
              </a:rPr>
              <a:t> </a:t>
            </a:r>
            <a:r>
              <a:rPr lang="pt-BR" sz="3200" b="1" dirty="0"/>
              <a:t>faz necessário estruturar um sistema em torno de operações de alto nível construídas sobre operações primitivas:</a:t>
            </a:r>
          </a:p>
          <a:p>
            <a:pPr lvl="1"/>
            <a:r>
              <a:rPr lang="pt-BR" sz="2800" dirty="0"/>
              <a:t>Tal estrutura é comum em sistemas de informação que suportam transações.</a:t>
            </a:r>
          </a:p>
          <a:p>
            <a:pPr lvl="1"/>
            <a:r>
              <a:rPr lang="pt-BR" sz="2800" dirty="0"/>
              <a:t>Uma transação encapsula um conjunto de mudanças nos dados.</a:t>
            </a:r>
          </a:p>
          <a:p>
            <a:pPr lvl="1"/>
            <a:r>
              <a:rPr lang="pt-BR" sz="2800" dirty="0"/>
              <a:t>O padrão Command fornece uma maneira de modelar transações, já que os comandos podem ser desfeitos para o caso algum deles falhar.</a:t>
            </a:r>
          </a:p>
          <a:p>
            <a:pPr lvl="1"/>
            <a:r>
              <a:rPr lang="pt-BR" sz="2800" dirty="0"/>
              <a:t>Os </a:t>
            </a:r>
            <a:r>
              <a:rPr lang="pt-BR" sz="2800" dirty="0" err="1"/>
              <a:t>Commands</a:t>
            </a:r>
            <a:r>
              <a:rPr lang="pt-BR" sz="2800" dirty="0"/>
              <a:t> têm uma interface comum, permitindo invocar todas as</a:t>
            </a:r>
          </a:p>
          <a:p>
            <a:pPr lvl="1"/>
            <a:r>
              <a:rPr lang="pt-BR" sz="2800" dirty="0"/>
              <a:t>transações da mesma maneira.</a:t>
            </a:r>
          </a:p>
          <a:p>
            <a:pPr lvl="1"/>
            <a:r>
              <a:rPr lang="pt-BR" sz="2800" dirty="0"/>
              <a:t>O padrão também torna mais fácil estender o sistema com novas transações.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266554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299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3200" b="1" dirty="0"/>
              <a:t>Cliente</a:t>
            </a:r>
            <a:r>
              <a:rPr lang="pt-BR" sz="3200" dirty="0"/>
              <a:t>: É o responsável pela criação de um </a:t>
            </a:r>
            <a:r>
              <a:rPr lang="pt-BR" sz="3200" dirty="0" err="1"/>
              <a:t>ComandoConcreto</a:t>
            </a:r>
            <a:r>
              <a:rPr lang="pt-BR" sz="3200" dirty="0"/>
              <a:t> e pela definição de seu receptor.</a:t>
            </a:r>
          </a:p>
          <a:p>
            <a:pPr algn="l"/>
            <a:r>
              <a:rPr lang="pt-BR" sz="3200" b="1" dirty="0"/>
              <a:t>Invocador</a:t>
            </a:r>
            <a:r>
              <a:rPr lang="pt-BR" sz="3200" dirty="0"/>
              <a:t>: Contém um comando e em algum momento pede ao comando para entender uma solicitação chamando o seu método execute().</a:t>
            </a:r>
          </a:p>
          <a:p>
            <a:pPr algn="l"/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049B0F-C654-BCC9-21A3-C115743C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3685732"/>
            <a:ext cx="8478433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02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299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3200" b="1" dirty="0"/>
              <a:t>Command</a:t>
            </a:r>
            <a:r>
              <a:rPr lang="pt-BR" sz="3200" dirty="0"/>
              <a:t>: Declara uma interface para todos os comandos. Um comando é invocado através de seu método execute(), que pede a um receptor para executar uma ação. Essa interface também pode possuir um método </a:t>
            </a:r>
            <a:r>
              <a:rPr lang="pt-BR" sz="3200" dirty="0" err="1"/>
              <a:t>undo</a:t>
            </a:r>
            <a:r>
              <a:rPr lang="pt-BR" sz="3200" dirty="0"/>
              <a:t>(), que desfaz a última ação executada.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049B0F-C654-BCC9-21A3-C115743C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3685732"/>
            <a:ext cx="8478433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8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299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3200" b="1" dirty="0" err="1"/>
              <a:t>ComandoConcreto</a:t>
            </a:r>
            <a:r>
              <a:rPr lang="pt-BR" sz="3200" dirty="0"/>
              <a:t>: Implementa a interface Command e define um vínculo entre uma ação e um objeto Receptor. Implementa o método execute através da invocação da(s) correspondente(s) operação(</a:t>
            </a:r>
            <a:r>
              <a:rPr lang="pt-BR" sz="3200" dirty="0" err="1"/>
              <a:t>ões</a:t>
            </a:r>
            <a:r>
              <a:rPr lang="pt-BR" sz="3200" dirty="0"/>
              <a:t>) no Receptor.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049B0F-C654-BCC9-21A3-C115743C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3685732"/>
            <a:ext cx="8478433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1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2991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algn="l"/>
            <a:r>
              <a:rPr lang="pt-BR" sz="3200" b="1" dirty="0"/>
              <a:t>Receptor</a:t>
            </a:r>
            <a:r>
              <a:rPr lang="pt-BR" sz="3200" dirty="0"/>
              <a:t>: O receptor sabe como executar as tarefas necessárias para atender a uma solicitação, qualquer classe pode atuar como um receptor.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049B0F-C654-BCC9-21A3-C115743C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3685732"/>
            <a:ext cx="8478433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1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3729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3200" dirty="0"/>
              <a:t>Considere um cenário onde é necessário emitir diferentes solicitações para diferentes objetos sem conhecer detalhes da operação que está sendo solicitada ou o destinatário da solicitação.</a:t>
            </a:r>
          </a:p>
          <a:p>
            <a:pPr algn="l"/>
            <a:r>
              <a:rPr lang="pt-BR" sz="3200" dirty="0"/>
              <a:t>E que ainda seja possível que, ao longo do tempo, novas solicitações possam ser suportadas pelo sistema e por isso ele deve ser expansível.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02F2C-259B-8C1C-D482-66817F39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307" y="4636376"/>
            <a:ext cx="6685386" cy="17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5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59213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É difícil pensar em um cenário como esse, porém, é nesse cenário que o Command se aplica muito bem.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Vamos utilizar um exemplo para ilustrar um desses cenários. Imagine que precisamos implementar um aplicativo para controlar os dispositivos de uma casa pelo celular (internet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things</a:t>
            </a:r>
            <a:r>
              <a:rPr lang="pt-BR" sz="3200" dirty="0"/>
              <a:t>).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A casa possui 3 dispositivos inteligentes:</a:t>
            </a:r>
          </a:p>
          <a:p>
            <a:pPr lvl="1"/>
            <a:r>
              <a:rPr lang="pt-BR" sz="2800" dirty="0"/>
              <a:t>Lâmpada da sala, lâmpada do quarto, ar-condicionado;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2788255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910"/>
            <a:ext cx="11229181" cy="5921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Os proprietários da casa já avisaram que desejam adquirir novos produtos inteligentes no futuro, então nosso aplicativo deve ser facilmente expansível.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Cada um dos dispositivos inteligentes aceita um conjunto específico de solicitações, suas classes já foram escritas e fornecidas pelos fabricantes dos dispositivos.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</p:spTree>
    <p:extLst>
      <p:ext uri="{BB962C8B-B14F-4D97-AF65-F5344CB8AC3E}">
        <p14:creationId xmlns:p14="http://schemas.microsoft.com/office/powerpoint/2010/main" val="302712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574A7D5F-7384-8CA7-C16E-B73DE64B5E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9" r="-1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 – </a:t>
            </a:r>
            <a:r>
              <a:rPr lang="en-US" sz="5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>
              <a:solidFill>
                <a:schemeClr val="bg1"/>
              </a:solidFill>
            </a:endParaRPr>
          </a:p>
          <a:p>
            <a:pPr algn="l"/>
            <a:r>
              <a:rPr lang="pt-BR" sz="2000">
                <a:solidFill>
                  <a:schemeClr val="bg1"/>
                </a:solidFill>
              </a:rPr>
              <a:t>Prof. Me Jefferson Passerini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02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93" y="846008"/>
            <a:ext cx="5622632" cy="5678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Os proprietários da casa já avisaram que desejam adquirir novos produtos inteligentes no futuro, então nosso aplicativo deve ser facilmente expansível.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19D0FD-28BD-43A4-3BC3-B3ACD1DBD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347" y="936656"/>
            <a:ext cx="5029902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05D9853-0631-83C3-EB36-1F0F10AB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80" y="725238"/>
            <a:ext cx="4654954" cy="601199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E01604E-5CA2-6815-6311-6A18E86D4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802" y="5081831"/>
            <a:ext cx="2572109" cy="150516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EFFB951-3780-DA86-6896-F3A907F4C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724" y="803478"/>
            <a:ext cx="7050657" cy="95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52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21A85E-49B0-8F93-3C19-5B331DB7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664689"/>
            <a:ext cx="5050394" cy="60545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60AFB9D-FAE6-F609-B6A5-47ADA0958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064" y="4165856"/>
            <a:ext cx="7629936" cy="255335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4BEBE52-9A83-09F3-3052-253A15487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228" y="1086757"/>
            <a:ext cx="2591162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97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93" y="846008"/>
            <a:ext cx="5622632" cy="56785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Uma </a:t>
            </a:r>
            <a:r>
              <a:rPr lang="pt-BR" sz="3200" b="1" dirty="0" err="1"/>
              <a:t>Lampada</a:t>
            </a:r>
            <a:r>
              <a:rPr lang="pt-BR" sz="3200" dirty="0"/>
              <a:t> pode ser ligada e desligada, Um </a:t>
            </a:r>
            <a:r>
              <a:rPr lang="pt-BR" sz="3200" b="1" dirty="0" err="1"/>
              <a:t>ArCondicionado</a:t>
            </a:r>
            <a:r>
              <a:rPr lang="pt-BR" sz="3200" dirty="0"/>
              <a:t> também pode ser ligado e desligado, porém, também pode ter sua temperatura alterada. </a:t>
            </a:r>
          </a:p>
          <a:p>
            <a:pPr algn="l"/>
            <a:r>
              <a:rPr lang="pt-BR" sz="3200" dirty="0"/>
              <a:t>A casa inteligente deverá ser controlada por um aplicativo para smartphone e os comandos podem ser enviados para os respectivos objetos conforme a imagem a seguir.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539B4D-DABA-7892-41DB-6DE9B47F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38" y="1518971"/>
            <a:ext cx="520137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6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6" y="846008"/>
            <a:ext cx="6549062" cy="5678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Nosso objetivo é </a:t>
            </a:r>
            <a:r>
              <a:rPr lang="pt-BR" sz="3200" b="1" dirty="0"/>
              <a:t>centralizar</a:t>
            </a:r>
            <a:r>
              <a:rPr lang="pt-BR" sz="3200" dirty="0"/>
              <a:t> o controle de todos os objetos em um único lugar, no caso o Aplicativo. </a:t>
            </a:r>
          </a:p>
          <a:p>
            <a:pPr algn="l"/>
            <a:r>
              <a:rPr lang="pt-BR" sz="3200" dirty="0"/>
              <a:t>Os comandos devem ser enviados para os respectivos objetos somente quando o usuário interagir com o aplicativo, clicando em um botão “Ligar Lâmpada do Quarto” ou “Desligar Ar-condicionado” por exemplo.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539B4D-DABA-7892-41DB-6DE9B47F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38" y="1518971"/>
            <a:ext cx="520137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13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6" y="846008"/>
            <a:ext cx="6549062" cy="5678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Como podemos deixar os comandos </a:t>
            </a:r>
            <a:r>
              <a:rPr lang="pt-BR" sz="3200" dirty="0" err="1"/>
              <a:t>pré</a:t>
            </a:r>
            <a:r>
              <a:rPr lang="pt-BR" sz="3200" dirty="0"/>
              <a:t>-configurados no aplicativo de modo que possam ser invocados pelos proprietários quando eles desejarem? </a:t>
            </a:r>
          </a:p>
          <a:p>
            <a:pPr algn="l"/>
            <a:r>
              <a:rPr lang="pt-BR" sz="3200" dirty="0"/>
              <a:t>E ainda como manter o aplicativo aberto para que receba novos comandos dos novos dispositivos que forem adquiridos pelos proprietários?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539B4D-DABA-7892-41DB-6DE9B47F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38" y="1518971"/>
            <a:ext cx="520137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30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6" y="846008"/>
            <a:ext cx="8203720" cy="5678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O padrão de projeto </a:t>
            </a:r>
            <a:r>
              <a:rPr lang="pt-BR" sz="3200" b="1" dirty="0"/>
              <a:t>Command</a:t>
            </a:r>
            <a:r>
              <a:rPr lang="pt-BR" sz="3200" dirty="0"/>
              <a:t> sugere a criação de objetos de comando.</a:t>
            </a:r>
          </a:p>
          <a:p>
            <a:pPr algn="l"/>
            <a:r>
              <a:rPr lang="pt-BR" sz="3200" dirty="0"/>
              <a:t>Tais objetos encapsulam uma solicitação, vinculando um conjunto de ações a serem executadas em um objeto receptor específico.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539B4D-DABA-7892-41DB-6DE9B47F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972" y="1518971"/>
            <a:ext cx="3475742" cy="25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8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6" y="846008"/>
            <a:ext cx="8203720" cy="5678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3200" dirty="0"/>
              <a:t>Um objeto de comando tem as seguintes características: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Possui um conjunto de ações que devem ser executadas;</a:t>
            </a:r>
            <a:endParaRPr lang="pt-BR" sz="32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Conhece o receptor que deve executar as ações;</a:t>
            </a:r>
            <a:endParaRPr lang="pt-BR" sz="32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Expõe um método (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execute() </a:t>
            </a:r>
            <a:r>
              <a:rPr lang="pt-BR" sz="1800" b="0" i="1" u="none" strike="noStrike" baseline="0" dirty="0">
                <a:latin typeface="CourierNew-Italic"/>
              </a:rPr>
              <a:t>ou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</a:t>
            </a:r>
            <a:r>
              <a:rPr lang="pt-BR" sz="1800" b="0" i="0" u="none" strike="noStrike" baseline="0" dirty="0">
                <a:latin typeface="CourierNew"/>
              </a:rPr>
              <a:t>) que quando chamado, executa as ações no objeto receptor.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Se necessário, pode expor um método (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undo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</a:t>
            </a:r>
            <a:r>
              <a:rPr lang="pt-BR" sz="1800" b="0" i="1" u="none" strike="noStrike" baseline="0" dirty="0">
                <a:latin typeface="CourierNew-Italic"/>
              </a:rPr>
              <a:t>,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desfazer()</a:t>
            </a:r>
            <a:r>
              <a:rPr lang="pt-BR" sz="1800" b="0" i="0" u="none" strike="noStrike" baseline="0" dirty="0">
                <a:latin typeface="CourierNew"/>
              </a:rPr>
              <a:t>) que desfaz as ações do método </a:t>
            </a:r>
            <a:r>
              <a:rPr lang="pt-BR" sz="1800" b="0" i="1" u="none" strike="noStrike" baseline="0" dirty="0">
                <a:latin typeface="CourierNew-Italic"/>
              </a:rPr>
              <a:t>executor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539B4D-DABA-7892-41DB-6DE9B47F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972" y="1518971"/>
            <a:ext cx="3475742" cy="25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6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846008"/>
            <a:ext cx="11912105" cy="3061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3200" b="1" i="1" dirty="0"/>
              <a:t>Externamente nenhum objeto cliente sabe realmente quais ações são executadas em qual receptor</a:t>
            </a:r>
            <a:r>
              <a:rPr lang="pt-BR" sz="3200" dirty="0"/>
              <a:t>. Eles sabem apenas que suas solicitações são atendidas quando o método executor é acionado.</a:t>
            </a:r>
          </a:p>
          <a:p>
            <a:pPr algn="l"/>
            <a:r>
              <a:rPr lang="pt-BR" sz="3200" dirty="0"/>
              <a:t>O fluxo de processamento desde a criação de um comando até a execução ocorre da seguinte maneira: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248FB6-5FC8-64DB-4990-51D2F277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4131615"/>
            <a:ext cx="684943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73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846007"/>
            <a:ext cx="11912105" cy="3406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Cliente</a:t>
            </a:r>
            <a:r>
              <a:rPr lang="pt-BR" sz="1800" b="0" i="0" u="none" strike="noStrike" baseline="0" dirty="0">
                <a:latin typeface="CourierNew"/>
              </a:rPr>
              <a:t>: Responsável por criar o objeto de comando, que consiste em um conjunto de ações que serão executadas em um receptor.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Comando: </a:t>
            </a:r>
            <a:r>
              <a:rPr lang="pt-BR" sz="1800" b="0" i="0" u="none" strike="noStrike" baseline="0" dirty="0">
                <a:latin typeface="CourierNew"/>
              </a:rPr>
              <a:t>Conhece as ações que serão executadas e em qual objeto receptor serão executadas. Fornece um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</a:t>
            </a:r>
            <a:r>
              <a:rPr lang="pt-BR" sz="1800" b="1" i="0" u="none" strike="noStrike" baseline="0" dirty="0">
                <a:latin typeface="CourierNew-Bold"/>
              </a:rPr>
              <a:t>, </a:t>
            </a:r>
            <a:r>
              <a:rPr lang="pt-BR" sz="1800" b="0" i="0" u="none" strike="noStrike" baseline="0" dirty="0">
                <a:latin typeface="CourierNew"/>
              </a:rPr>
              <a:t>que encapsula as ações e pode ser chamado para invocar tais ações no objeto receptor.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Invocador: </a:t>
            </a:r>
            <a:r>
              <a:rPr lang="pt-BR" sz="1800" b="0" i="0" u="none" strike="noStrike" baseline="0" dirty="0">
                <a:latin typeface="CourierNew"/>
              </a:rPr>
              <a:t>É o objeto intermediário entre um comando e seu receptor. O </a:t>
            </a:r>
            <a:r>
              <a:rPr lang="pt-BR" sz="1800" b="1" i="0" u="none" strike="noStrike" baseline="0" dirty="0">
                <a:latin typeface="CourierNew-Bold"/>
              </a:rPr>
              <a:t>Cliente </a:t>
            </a:r>
            <a:r>
              <a:rPr lang="pt-BR" sz="1800" b="0" i="0" u="none" strike="noStrike" baseline="0" dirty="0">
                <a:latin typeface="CourierNew"/>
              </a:rPr>
              <a:t>pede para 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chamar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800" b="0" i="0" u="none" strike="noStrike" baseline="0" dirty="0">
                <a:latin typeface="CourierNew"/>
              </a:rPr>
              <a:t>do objeto de </a:t>
            </a:r>
            <a:r>
              <a:rPr lang="pt-BR" sz="1800" b="1" i="0" u="none" strike="noStrike" baseline="0" dirty="0">
                <a:latin typeface="CourierNew-Bold"/>
              </a:rPr>
              <a:t>Comando. </a:t>
            </a:r>
            <a:r>
              <a:rPr lang="pt-BR" sz="1800" b="0" i="0" u="none" strike="noStrike" baseline="0" dirty="0">
                <a:latin typeface="CourierNew"/>
              </a:rPr>
              <a:t>Possui o método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setComando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que serve para o </a:t>
            </a:r>
            <a:r>
              <a:rPr lang="pt-BR" sz="1800" b="1" i="0" u="none" strike="noStrike" baseline="0" dirty="0">
                <a:latin typeface="CourierNew-Bold"/>
              </a:rPr>
              <a:t>Cliente </a:t>
            </a:r>
            <a:r>
              <a:rPr lang="pt-BR" sz="1800" b="0" i="0" u="none" strike="noStrike" baseline="0" dirty="0">
                <a:latin typeface="CourierNew"/>
              </a:rPr>
              <a:t>definir qual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deve executar.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248FB6-5FC8-64DB-4990-51D2F277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4347275"/>
            <a:ext cx="684943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38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846007"/>
            <a:ext cx="11912105" cy="3406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Receptor: </a:t>
            </a:r>
            <a:r>
              <a:rPr lang="pt-BR" sz="1800" b="0" i="0" u="none" strike="noStrike" baseline="0" dirty="0">
                <a:latin typeface="CourierNew"/>
              </a:rPr>
              <a:t>É o objeto que contém a implementação das ações, que por intermédio do </a:t>
            </a:r>
            <a:r>
              <a:rPr lang="pt-BR" sz="1800" b="1" i="0" u="none" strike="noStrike" baseline="0" dirty="0">
                <a:latin typeface="CourierNew-Bold"/>
              </a:rPr>
              <a:t>invocador, </a:t>
            </a:r>
            <a:r>
              <a:rPr lang="pt-BR" sz="1800" b="0" i="0" u="none" strike="noStrike" baseline="0" dirty="0">
                <a:latin typeface="CourierNew"/>
              </a:rPr>
              <a:t>serão chamadas pelo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800" b="0" i="0" u="none" strike="noStrike" baseline="0" dirty="0">
                <a:latin typeface="CourierNew"/>
              </a:rPr>
              <a:t>implementado no objeto de </a:t>
            </a:r>
            <a:r>
              <a:rPr lang="pt-BR" sz="1800" b="1" i="0" u="none" strike="noStrike" baseline="0" dirty="0">
                <a:latin typeface="CourierNew-Bold"/>
              </a:rPr>
              <a:t>Comando.</a:t>
            </a:r>
          </a:p>
          <a:p>
            <a:pPr lvl="1"/>
            <a:r>
              <a:rPr lang="pt-BR" sz="1800" b="1" dirty="0">
                <a:latin typeface="CourierNew-Bold"/>
              </a:rPr>
              <a:t>1.</a:t>
            </a:r>
            <a:r>
              <a:rPr lang="pt-BR" sz="1400" b="1" i="0" u="none" strike="noStrike" baseline="0" dirty="0">
                <a:latin typeface="CourierNew-Bold"/>
              </a:rPr>
              <a:t> </a:t>
            </a:r>
            <a:r>
              <a:rPr lang="pt-BR" sz="1400" b="0" i="0" u="none" strike="noStrike" baseline="0" dirty="0">
                <a:latin typeface="CourierNew"/>
              </a:rPr>
              <a:t>O cliente cria um objeto de </a:t>
            </a:r>
            <a:r>
              <a:rPr lang="pt-BR" sz="1400" b="1" i="0" u="none" strike="noStrike" baseline="0" dirty="0">
                <a:latin typeface="CourierNew-Bold"/>
              </a:rPr>
              <a:t>Comando</a:t>
            </a:r>
            <a:r>
              <a:rPr lang="pt-BR" sz="1400" b="0" i="0" u="none" strike="noStrike" baseline="0" dirty="0">
                <a:latin typeface="CourierNew"/>
              </a:rPr>
              <a:t>;</a:t>
            </a:r>
          </a:p>
          <a:p>
            <a:pPr lvl="1"/>
            <a:r>
              <a:rPr lang="pt-BR" sz="1800" b="1" dirty="0">
                <a:latin typeface="CourierNew-Bold"/>
              </a:rPr>
              <a:t>2.</a:t>
            </a:r>
            <a:r>
              <a:rPr lang="pt-BR" sz="1400" b="1" i="0" u="none" strike="noStrike" baseline="0" dirty="0">
                <a:latin typeface="CourierNew-Bold"/>
              </a:rPr>
              <a:t> </a:t>
            </a:r>
            <a:r>
              <a:rPr lang="pt-BR" sz="1400" b="0" i="0" u="none" strike="noStrike" baseline="0" dirty="0">
                <a:latin typeface="CourierNew"/>
              </a:rPr>
              <a:t>O </a:t>
            </a:r>
            <a:r>
              <a:rPr lang="pt-BR" sz="1400" b="1" i="0" u="none" strike="noStrike" baseline="0" dirty="0">
                <a:latin typeface="CourierNew-Bold"/>
              </a:rPr>
              <a:t>Cliente </a:t>
            </a:r>
            <a:r>
              <a:rPr lang="pt-BR" sz="1400" b="0" i="0" u="none" strike="noStrike" baseline="0" dirty="0">
                <a:latin typeface="CourierNew"/>
              </a:rPr>
              <a:t>chama o método </a:t>
            </a:r>
            <a:r>
              <a:rPr lang="pt-BR" sz="1400" b="0" i="0" u="none" strike="noStrike" baseline="0" dirty="0" err="1">
                <a:latin typeface="Consolas" panose="020B0609020204030204" pitchFamily="49" charset="0"/>
              </a:rPr>
              <a:t>setComando</a:t>
            </a:r>
            <a:r>
              <a:rPr lang="pt-BR" sz="14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400" b="0" i="0" u="none" strike="noStrike" baseline="0" dirty="0">
                <a:latin typeface="CourierNew"/>
              </a:rPr>
              <a:t>do invocador passando o objeto </a:t>
            </a:r>
            <a:r>
              <a:rPr lang="pt-BR" sz="1800" b="0" i="0" u="none" strike="noStrike" baseline="0" dirty="0">
                <a:latin typeface="CourierNew"/>
              </a:rPr>
              <a:t>de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para ele. O objeto de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fica armazenado no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esperando que seja acionado no futuro.</a:t>
            </a:r>
          </a:p>
          <a:p>
            <a:pPr lvl="1"/>
            <a:r>
              <a:rPr lang="pt-BR" sz="1800" b="1" dirty="0">
                <a:latin typeface="CourierNew-Bold"/>
              </a:rPr>
              <a:t>3.</a:t>
            </a:r>
            <a:r>
              <a:rPr lang="pt-BR" sz="1400" b="1" i="0" u="none" strike="noStrike" baseline="0" dirty="0">
                <a:latin typeface="CourierNew-Bold"/>
              </a:rPr>
              <a:t> </a:t>
            </a:r>
            <a:r>
              <a:rPr lang="pt-BR" sz="1400" b="0" i="0" u="none" strike="noStrike" baseline="0" dirty="0">
                <a:latin typeface="CourierNew"/>
              </a:rPr>
              <a:t>No futuro o </a:t>
            </a:r>
            <a:r>
              <a:rPr lang="pt-BR" sz="1400" b="1" i="0" u="none" strike="noStrike" baseline="0" dirty="0">
                <a:latin typeface="CourierNew-Bold"/>
              </a:rPr>
              <a:t>Cliente </a:t>
            </a:r>
            <a:r>
              <a:rPr lang="pt-BR" sz="1400" b="0" i="0" u="none" strike="noStrike" baseline="0" dirty="0">
                <a:latin typeface="CourierNew"/>
              </a:rPr>
              <a:t>pede ao </a:t>
            </a:r>
            <a:r>
              <a:rPr lang="pt-BR" sz="1400" b="1" i="0" u="none" strike="noStrike" baseline="0" dirty="0">
                <a:latin typeface="CourierNew-Bold"/>
              </a:rPr>
              <a:t>Invocador </a:t>
            </a:r>
            <a:r>
              <a:rPr lang="pt-BR" sz="1400" b="0" i="0" u="none" strike="noStrike" baseline="0" dirty="0">
                <a:latin typeface="CourierNew"/>
              </a:rPr>
              <a:t>que chame o método </a:t>
            </a:r>
            <a:r>
              <a:rPr lang="pt-BR" sz="14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400" b="0" i="0" u="none" strike="noStrike" baseline="0" dirty="0">
                <a:latin typeface="CourierNew"/>
              </a:rPr>
              <a:t>do </a:t>
            </a:r>
            <a:r>
              <a:rPr lang="pt-BR" sz="1800" b="1" i="0" u="none" strike="noStrike" baseline="0" dirty="0">
                <a:latin typeface="CourierNew-Bold"/>
              </a:rPr>
              <a:t>Comando.</a:t>
            </a:r>
          </a:p>
          <a:p>
            <a:pPr lvl="1"/>
            <a:r>
              <a:rPr lang="pt-BR" sz="1800" b="1" i="0" u="none" strike="noStrike" baseline="0" dirty="0">
                <a:latin typeface="CourierNew-Bold"/>
              </a:rPr>
              <a:t>4. </a:t>
            </a:r>
            <a:r>
              <a:rPr lang="pt-BR" sz="1800" b="0" i="0" u="none" strike="noStrike" baseline="0" dirty="0">
                <a:latin typeface="CourierNew"/>
              </a:rPr>
              <a:t>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800" b="0" i="0" u="none" strike="noStrike" baseline="0" dirty="0">
                <a:latin typeface="CourierNew"/>
              </a:rPr>
              <a:t>chama os métodos 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Acao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do </a:t>
            </a:r>
            <a:r>
              <a:rPr lang="pt-BR" sz="1800" b="1" i="0" u="none" strike="noStrike" baseline="0" dirty="0">
                <a:latin typeface="CourierNew-Bold"/>
              </a:rPr>
              <a:t>Receptor</a:t>
            </a:r>
            <a:endParaRPr lang="pt-BR" sz="1800" b="1" dirty="0">
              <a:latin typeface="CourierNew-Bold"/>
            </a:endParaRPr>
          </a:p>
          <a:p>
            <a:pPr lvl="1"/>
            <a:r>
              <a:rPr lang="pt-BR" sz="1800" b="1" i="0" u="none" strike="noStrike" baseline="0" dirty="0">
                <a:latin typeface="CourierNew-Bold"/>
              </a:rPr>
              <a:t>5. </a:t>
            </a:r>
            <a:r>
              <a:rPr lang="pt-BR" sz="1800" b="0" i="0" u="none" strike="noStrike" baseline="0" dirty="0">
                <a:latin typeface="CourierNew"/>
              </a:rPr>
              <a:t>O Objeto </a:t>
            </a:r>
            <a:r>
              <a:rPr lang="pt-BR" sz="1800" b="1" i="0" u="none" strike="noStrike" baseline="0" dirty="0">
                <a:latin typeface="CourierNew-Bold"/>
              </a:rPr>
              <a:t>Receptor </a:t>
            </a:r>
            <a:r>
              <a:rPr lang="pt-BR" sz="1800" b="0" i="0" u="none" strike="noStrike" baseline="0" dirty="0">
                <a:latin typeface="CourierNew"/>
              </a:rPr>
              <a:t>os executa</a:t>
            </a:r>
            <a:endParaRPr lang="pt-BR" sz="14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248FB6-5FC8-64DB-4990-51D2F277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11" y="4238096"/>
            <a:ext cx="684943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00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846007"/>
            <a:ext cx="4554747" cy="4864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Sabemos que todo comando precisa ter um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</a:t>
            </a:r>
            <a:r>
              <a:rPr lang="pt-BR" sz="1800" b="0" i="0" u="none" strike="noStrike" baseline="0" dirty="0">
                <a:latin typeface="CourierNew"/>
              </a:rPr>
              <a:t>. Também sabemos que um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aceita apenas objetos do tipo </a:t>
            </a:r>
            <a:r>
              <a:rPr lang="pt-BR" sz="1800" b="1" i="0" u="none" strike="noStrike" baseline="0" dirty="0">
                <a:latin typeface="CourierNew-Bold"/>
              </a:rPr>
              <a:t>Comando</a:t>
            </a:r>
            <a:r>
              <a:rPr lang="pt-BR" sz="1800" b="0" i="0" u="none" strike="noStrike" baseline="0" dirty="0">
                <a:latin typeface="CourierNew"/>
              </a:rPr>
              <a:t>, então ele precisa ser capaz de verificar isso de alguma forma. No nosso exemplo também iremos implementar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desfazer() </a:t>
            </a:r>
            <a:r>
              <a:rPr lang="pt-BR" sz="1800" b="0" i="0" u="none" strike="noStrike" baseline="0" dirty="0">
                <a:latin typeface="CourierNew"/>
              </a:rPr>
              <a:t>de cada objeto de comando.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Vamos criar uma interface (supertipo) para um comando.</a:t>
            </a:r>
            <a:endParaRPr lang="pt-BR" sz="1800" b="1" i="0" u="none" strike="noStrike" baseline="0" dirty="0">
              <a:latin typeface="CourierNew-Bold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697BF5-82EF-0C46-F68D-17EDE4C5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80" y="803478"/>
            <a:ext cx="2514951" cy="164805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D881BD3-A8CA-EF2A-AB41-9299EB34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028" y="2637165"/>
            <a:ext cx="361047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0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838001"/>
            <a:ext cx="2993367" cy="3941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vamos identificar quais comandos serão necessários, todos devem implementar a interface Command.</a:t>
            </a:r>
          </a:p>
          <a:p>
            <a:pPr algn="l"/>
            <a:r>
              <a:rPr lang="pt-BR" sz="1800" b="1" dirty="0" err="1">
                <a:latin typeface="CourierNew"/>
              </a:rPr>
              <a:t>LigarLampada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540713-3C46-DE47-EDA2-4044A0F81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78" y="4310193"/>
            <a:ext cx="2648320" cy="198147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F0ED86-751B-CACF-7223-F4ED1CE27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157" y="803478"/>
            <a:ext cx="4972235" cy="575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68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838001"/>
            <a:ext cx="2993367" cy="3941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vamos identificar quais comandos serão necessários, todos devem implementar a interface Command.</a:t>
            </a:r>
          </a:p>
          <a:p>
            <a:pPr algn="l"/>
            <a:r>
              <a:rPr lang="pt-BR" sz="1800" b="1" dirty="0" err="1">
                <a:latin typeface="CourierNew"/>
              </a:rPr>
              <a:t>DesligarLampada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38B1F9-059A-F8DD-BFDD-AF899918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881" y="4156346"/>
            <a:ext cx="2534004" cy="213389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CA42A9C-1F28-DE4D-1D64-A811648C9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166" y="803478"/>
            <a:ext cx="4366524" cy="562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12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838001"/>
            <a:ext cx="3096778" cy="3941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vamos identificar quais comandos serão necessários, todos devem implementar a interface Command.</a:t>
            </a:r>
          </a:p>
          <a:p>
            <a:pPr algn="l"/>
            <a:r>
              <a:rPr lang="pt-BR" sz="1800" b="1" dirty="0" err="1">
                <a:latin typeface="CourierNew"/>
              </a:rPr>
              <a:t>LigarArCondicionado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E085D4-B63A-7ED8-342D-DA11D130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83" y="3847573"/>
            <a:ext cx="2610214" cy="22958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698A5A8-04EB-2BB7-A0E9-B2A90B931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961" y="734467"/>
            <a:ext cx="5022644" cy="57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86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5" y="838001"/>
            <a:ext cx="3502324" cy="3941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vamos identificar quais comandos serão necessários, todos devem implementar a interface Command.</a:t>
            </a:r>
          </a:p>
          <a:p>
            <a:pPr algn="l"/>
            <a:r>
              <a:rPr lang="pt-BR" sz="1800" b="1" dirty="0" err="1">
                <a:latin typeface="CourierNew"/>
              </a:rPr>
              <a:t>DesligarArCondicionado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D4388F-F810-265F-F413-FF3D6F58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08" y="3791754"/>
            <a:ext cx="2705478" cy="26387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E380D35-9B34-3A72-B8F8-692E8E61A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072" y="803478"/>
            <a:ext cx="5305920" cy="597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85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819" y="730080"/>
            <a:ext cx="4606506" cy="2120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vamos identificar quais comandos serão necessários, todos devem implementar a interface Command.</a:t>
            </a:r>
          </a:p>
          <a:p>
            <a:pPr algn="l"/>
            <a:r>
              <a:rPr lang="pt-BR" sz="1800" b="1" dirty="0" err="1">
                <a:latin typeface="CourierNew"/>
              </a:rPr>
              <a:t>MudarTemperaturaArCondicionado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9B03FE-08C4-6ACC-9F44-DA92971E9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157" y="3200400"/>
            <a:ext cx="2896004" cy="258163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ED6EC90-7FAD-7BB8-B517-4B43783A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326" y="803478"/>
            <a:ext cx="4808855" cy="605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05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819" y="730080"/>
            <a:ext cx="4606506" cy="310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Temos os comandos devidamente  implementados, então vamos implementar o nosso </a:t>
            </a:r>
            <a:r>
              <a:rPr lang="pt-BR" sz="1800" b="1" i="0" u="none" strike="noStrike" baseline="0" dirty="0">
                <a:latin typeface="CourierNew"/>
              </a:rPr>
              <a:t>Invocador</a:t>
            </a:r>
            <a:r>
              <a:rPr lang="pt-BR" sz="1800" b="0" i="0" u="none" strike="noStrike" baseline="0" dirty="0">
                <a:latin typeface="CourierNew"/>
              </a:rPr>
              <a:t>, que será o </a:t>
            </a:r>
            <a:r>
              <a:rPr lang="pt-BR" sz="1800" b="0" i="0" u="none" strike="noStrike" baseline="0" dirty="0" err="1">
                <a:latin typeface="CourierNew"/>
              </a:rPr>
              <a:t>back-end</a:t>
            </a:r>
            <a:r>
              <a:rPr lang="pt-BR" sz="1800" b="0" i="0" u="none" strike="noStrike" baseline="0" dirty="0">
                <a:latin typeface="CourierNew"/>
              </a:rPr>
              <a:t> do nosso aplicativo.</a:t>
            </a:r>
          </a:p>
          <a:p>
            <a:pPr algn="l"/>
            <a:r>
              <a:rPr lang="pt-BR" sz="1800" b="1" dirty="0">
                <a:latin typeface="CourierNew"/>
              </a:rPr>
              <a:t>Aplicativo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A8AA24-3664-B2F7-85BD-EC7E915D7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337" y="685365"/>
            <a:ext cx="4545356" cy="61279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978CB4-BEF5-B73F-7D1A-4B4E8EBBE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07" y="3030721"/>
            <a:ext cx="2772162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31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4688"/>
            <a:ext cx="6248863" cy="6072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Explicação do fluxo da informação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Para exemplificar vamos analisar passo a passo o fluxo de um comando que liga uma lâmpada (para simplificar desconsidere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desfazer()</a:t>
            </a:r>
            <a:r>
              <a:rPr lang="pt-BR" sz="1800" b="0" i="0" u="none" strike="noStrike" baseline="0" dirty="0">
                <a:latin typeface="CourierNew"/>
              </a:rPr>
              <a:t>).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1. </a:t>
            </a:r>
            <a:r>
              <a:rPr lang="pt-BR" sz="1800" b="0" i="0" u="none" strike="noStrike" baseline="0" dirty="0">
                <a:latin typeface="CourierNew"/>
              </a:rPr>
              <a:t>O cliente cria um objeto de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no caso um objeto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LigarLampada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recebe uma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Lampada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em seu construtor;</a:t>
            </a:r>
          </a:p>
          <a:p>
            <a:pPr algn="l"/>
            <a:endParaRPr lang="pt-BR" sz="1800" b="1" i="0" u="none" strike="noStrike" baseline="0" dirty="0">
              <a:latin typeface="CourierNew"/>
            </a:endParaRPr>
          </a:p>
          <a:p>
            <a:pPr algn="l"/>
            <a:endParaRPr lang="pt-BR" sz="1800" b="1" dirty="0">
              <a:latin typeface="CourierNew"/>
            </a:endParaRPr>
          </a:p>
          <a:p>
            <a:endParaRPr lang="pt-BR" sz="1800" b="1" i="0" u="none" strike="noStrike" baseline="0" dirty="0">
              <a:latin typeface="CourierNew-Bold"/>
            </a:endParaRPr>
          </a:p>
          <a:p>
            <a:r>
              <a:rPr lang="pt-BR" sz="1800" b="1" i="0" u="none" strike="noStrike" baseline="0" dirty="0">
                <a:latin typeface="CourierNew-Bold"/>
              </a:rPr>
              <a:t>2. </a:t>
            </a:r>
            <a:r>
              <a:rPr lang="pt-BR" sz="1800" b="0" i="0" u="none" strike="noStrike" baseline="0" dirty="0">
                <a:latin typeface="CourierNew"/>
              </a:rPr>
              <a:t>O </a:t>
            </a:r>
            <a:r>
              <a:rPr lang="pt-BR" sz="1800" b="1" i="0" u="none" strike="noStrike" baseline="0" dirty="0">
                <a:latin typeface="CourierNew-Bold"/>
              </a:rPr>
              <a:t>Cliente </a:t>
            </a:r>
            <a:r>
              <a:rPr lang="pt-BR" sz="1800" b="0" i="0" u="none" strike="noStrike" baseline="0" dirty="0">
                <a:latin typeface="CourierNew"/>
              </a:rPr>
              <a:t>chama o método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setComando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do invocador passando o objeto de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para ele. O objeto de </a:t>
            </a:r>
            <a:r>
              <a:rPr lang="pt-BR" sz="1800" b="1" i="0" u="none" strike="noStrike" baseline="0" dirty="0">
                <a:latin typeface="CourierNew-Bold"/>
              </a:rPr>
              <a:t>Comando </a:t>
            </a:r>
            <a:r>
              <a:rPr lang="pt-BR" sz="1800" b="0" i="0" u="none" strike="noStrike" baseline="0" dirty="0">
                <a:latin typeface="CourierNew"/>
              </a:rPr>
              <a:t>fica armazenado no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esperando que seja acionado no futuro.</a:t>
            </a:r>
          </a:p>
          <a:p>
            <a:pPr algn="l"/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E1FD77-D834-F214-86A2-384FA5A01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999" y="4775029"/>
            <a:ext cx="5146764" cy="1840225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6EAD320-A798-B009-C943-9EA37027A9AF}"/>
              </a:ext>
            </a:extLst>
          </p:cNvPr>
          <p:cNvSpPr txBox="1">
            <a:spLocks/>
          </p:cNvSpPr>
          <p:nvPr/>
        </p:nvSpPr>
        <p:spPr>
          <a:xfrm>
            <a:off x="6236897" y="664688"/>
            <a:ext cx="5830483" cy="41103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i="0" u="none" strike="noStrike" baseline="0" dirty="0">
                <a:latin typeface="CourierNew-Bold"/>
              </a:rPr>
              <a:t>3. </a:t>
            </a:r>
            <a:r>
              <a:rPr lang="pt-BR" sz="1800" b="0" i="0" u="none" strike="noStrike" baseline="0" dirty="0">
                <a:latin typeface="CourierNew"/>
              </a:rPr>
              <a:t>No futuro o </a:t>
            </a:r>
            <a:r>
              <a:rPr lang="pt-BR" sz="1800" b="1" i="0" u="none" strike="noStrike" baseline="0" dirty="0">
                <a:latin typeface="CourierNew-Bold"/>
              </a:rPr>
              <a:t>Cliente </a:t>
            </a:r>
            <a:r>
              <a:rPr lang="pt-BR" sz="1800" b="0" i="0" u="none" strike="noStrike" baseline="0" dirty="0">
                <a:latin typeface="CourierNew"/>
              </a:rPr>
              <a:t>pede ao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que chame 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800" b="0" i="0" u="none" strike="noStrike" baseline="0" dirty="0">
                <a:latin typeface="CourierNew"/>
              </a:rPr>
              <a:t>do </a:t>
            </a:r>
            <a:r>
              <a:rPr lang="pt-BR" sz="1800" b="1" i="0" u="none" strike="noStrike" baseline="0" dirty="0">
                <a:latin typeface="CourierNew-Bold"/>
              </a:rPr>
              <a:t>Comando. </a:t>
            </a:r>
            <a:r>
              <a:rPr lang="pt-BR" sz="1800" b="0" i="0" u="none" strike="noStrike" baseline="0" dirty="0">
                <a:latin typeface="CourierNew"/>
              </a:rPr>
              <a:t>Nosso </a:t>
            </a:r>
            <a:r>
              <a:rPr lang="pt-BR" sz="1800" b="1" i="0" u="none" strike="noStrike" baseline="0" dirty="0">
                <a:latin typeface="CourierNew-Bold"/>
              </a:rPr>
              <a:t>Invocador </a:t>
            </a:r>
            <a:r>
              <a:rPr lang="pt-BR" sz="1800" b="0" i="0" u="none" strike="noStrike" baseline="0" dirty="0">
                <a:latin typeface="CourierNew"/>
              </a:rPr>
              <a:t>é 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aplicativo.</a:t>
            </a:r>
          </a:p>
          <a:p>
            <a:pPr algn="l"/>
            <a:endParaRPr lang="pt-BR" sz="1800" dirty="0">
              <a:latin typeface="Consolas" panose="020B0609020204030204" pitchFamily="49" charset="0"/>
            </a:endParaRPr>
          </a:p>
          <a:p>
            <a:pPr algn="l"/>
            <a:endParaRPr lang="pt-BR" sz="1800" b="0" i="0" u="none" strike="noStrike" baseline="0" dirty="0">
              <a:latin typeface="Consolas" panose="020B0609020204030204" pitchFamily="49" charset="0"/>
            </a:endParaRPr>
          </a:p>
          <a:p>
            <a:pPr lvl="1"/>
            <a:r>
              <a:rPr lang="pt-BR" sz="1400" b="0" i="0" u="none" strike="noStrike" baseline="0" dirty="0">
                <a:latin typeface="Consolas" panose="020B0609020204030204" pitchFamily="49" charset="0"/>
              </a:rPr>
              <a:t>O método </a:t>
            </a:r>
            <a:r>
              <a:rPr lang="pt-BR" sz="1400" b="0" i="0" u="none" strike="noStrike" baseline="0" dirty="0" err="1">
                <a:latin typeface="Consolas" panose="020B0609020204030204" pitchFamily="49" charset="0"/>
              </a:rPr>
              <a:t>aoPrecionarBotao</a:t>
            </a:r>
            <a:r>
              <a:rPr lang="pt-BR" sz="1400" b="0" i="0" u="none" strike="noStrike" baseline="0" dirty="0">
                <a:latin typeface="Consolas" panose="020B0609020204030204" pitchFamily="49" charset="0"/>
              </a:rPr>
              <a:t>() chamará o método executar do objeto de comando referente ao Id que passamos por parâmetro, que é o objeto </a:t>
            </a:r>
            <a:r>
              <a:rPr lang="pt-BR" sz="1400" b="0" i="0" u="none" strike="noStrike" baseline="0" dirty="0" err="1">
                <a:latin typeface="Consolas" panose="020B0609020204030204" pitchFamily="49" charset="0"/>
              </a:rPr>
              <a:t>LigarLampda</a:t>
            </a:r>
            <a:r>
              <a:rPr lang="pt-BR" sz="1400" b="0" i="0" u="none" strike="noStrike" baseline="0" dirty="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4. </a:t>
            </a:r>
            <a:r>
              <a:rPr lang="pt-BR" sz="1800" b="0" i="0" u="none" strike="noStrike" baseline="0" dirty="0">
                <a:latin typeface="CourierNew"/>
              </a:rPr>
              <a:t>O método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executar() </a:t>
            </a:r>
            <a:r>
              <a:rPr lang="pt-BR" sz="1800" b="0" i="0" u="none" strike="noStrike" baseline="0" dirty="0">
                <a:latin typeface="CourierNew"/>
              </a:rPr>
              <a:t>chama os métodos de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Acao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do </a:t>
            </a:r>
            <a:r>
              <a:rPr lang="pt-BR" sz="1800" b="1" i="0" u="none" strike="noStrike" baseline="0" dirty="0">
                <a:latin typeface="CourierNew-Bold"/>
              </a:rPr>
              <a:t>Receptor</a:t>
            </a:r>
            <a:r>
              <a:rPr lang="pt-BR" sz="1800" b="0" i="0" u="none" strike="noStrike" baseline="0" dirty="0">
                <a:latin typeface="CourierNew"/>
              </a:rPr>
              <a:t>, que são os métodos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ligar()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imprimeObjeto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do Objeto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lampada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.</a:t>
            </a:r>
            <a:endParaRPr lang="pt-BR" sz="1800" b="0" i="0" u="none" strike="noStrike" baseline="0" dirty="0">
              <a:latin typeface="CourierNew"/>
            </a:endParaRPr>
          </a:p>
          <a:p>
            <a:r>
              <a:rPr lang="pt-BR" sz="1800" b="1" i="0" u="none" strike="noStrike" baseline="0" dirty="0">
                <a:latin typeface="CourierNew-Bold"/>
              </a:rPr>
              <a:t>5. </a:t>
            </a:r>
            <a:r>
              <a:rPr lang="pt-BR" sz="1800" b="0" i="0" u="none" strike="noStrike" baseline="0" dirty="0">
                <a:latin typeface="CourierNew"/>
              </a:rPr>
              <a:t>Por fim, o objeto </a:t>
            </a:r>
            <a:r>
              <a:rPr lang="pt-BR" sz="1800" b="1" i="0" u="none" strike="noStrike" baseline="0" dirty="0">
                <a:latin typeface="CourierNew-Bold"/>
              </a:rPr>
              <a:t>Receptor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lampada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os executa.</a:t>
            </a:r>
            <a:endParaRPr lang="pt-BR" sz="1800" b="1" dirty="0">
              <a:latin typeface="CourierNew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0DDE3A9-0BF1-E1F0-3A9E-0270DBDB4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3" y="3174748"/>
            <a:ext cx="5586608" cy="8630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DA83BE6-0B44-3135-B712-AB5A45A23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05" y="5679595"/>
            <a:ext cx="5568051" cy="86308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6DA3C27-5947-2ACE-0483-943E0970D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256" y="1553909"/>
            <a:ext cx="5545810" cy="7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35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73" y="730080"/>
            <a:ext cx="5501752" cy="310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Implementando a classe </a:t>
            </a:r>
            <a:r>
              <a:rPr lang="pt-BR" b="1" dirty="0" err="1"/>
              <a:t>Program</a:t>
            </a:r>
            <a:r>
              <a:rPr lang="pt-BR" b="1" dirty="0"/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 - </a:t>
            </a:r>
            <a:r>
              <a:rPr lang="pt-BR" b="1" dirty="0" err="1">
                <a:solidFill>
                  <a:schemeClr val="bg1"/>
                </a:solidFill>
              </a:rPr>
              <a:t>Program.cs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2A8DF4-023A-741F-C72E-D03337CE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3" y="1160480"/>
            <a:ext cx="5615341" cy="561534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45912AC-624E-ED8B-8BD8-1BA7F425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961" y="1160480"/>
            <a:ext cx="6510039" cy="222516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F531C3C-6CD3-7253-A221-959B4B751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531" y="3968150"/>
            <a:ext cx="440116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70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818" y="717669"/>
            <a:ext cx="5501752" cy="3108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Modelo Implementado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Implementação C# - </a:t>
            </a:r>
            <a:r>
              <a:rPr lang="pt-BR" b="1" dirty="0" err="1">
                <a:solidFill>
                  <a:schemeClr val="bg1"/>
                </a:solidFill>
              </a:rPr>
              <a:t>Program.cs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596E5C-3B99-2694-9562-F6C13640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814" y="1233577"/>
            <a:ext cx="6453761" cy="562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78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574A7D5F-7384-8CA7-C16E-B73DE64B5E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9" r="-1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 – </a:t>
            </a:r>
            <a:r>
              <a:rPr lang="en-US" sz="5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>
              <a:solidFill>
                <a:schemeClr val="bg1"/>
              </a:solidFill>
            </a:endParaRPr>
          </a:p>
          <a:p>
            <a:pPr algn="l"/>
            <a:r>
              <a:rPr lang="pt-BR" sz="2000">
                <a:solidFill>
                  <a:schemeClr val="bg1"/>
                </a:solidFill>
              </a:rPr>
              <a:t>Prof. Me Jefferson Passerini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58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574A7D5F-7384-8CA7-C16E-B73DE64B5E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9" r="-1" b="-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Command – </a:t>
            </a:r>
            <a:r>
              <a:rPr lang="en-US" sz="5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5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</a:rPr>
              <a:t>Padrões de Projeto Comportamental II</a:t>
            </a:r>
          </a:p>
          <a:p>
            <a:pPr algn="l"/>
            <a:endParaRPr lang="pt-BR" sz="2000">
              <a:solidFill>
                <a:schemeClr val="bg1"/>
              </a:solidFill>
            </a:endParaRPr>
          </a:p>
          <a:p>
            <a:pPr algn="l"/>
            <a:r>
              <a:rPr lang="pt-BR" sz="2000">
                <a:solidFill>
                  <a:schemeClr val="bg1"/>
                </a:solidFill>
              </a:rPr>
              <a:t>Prof. Me Jefferson Passerini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74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846006"/>
            <a:ext cx="11144250" cy="576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r>
              <a:rPr lang="pt-BR" b="0" i="0" u="none" strike="noStrike" baseline="0" dirty="0">
                <a:latin typeface="CourierNew"/>
              </a:rPr>
              <a:t>Comandos são objetos de primeira classe, ou seja, podem ser manipulados e estendidos como qualquer outro objeto.</a:t>
            </a:r>
          </a:p>
          <a:p>
            <a:pPr algn="l"/>
            <a:r>
              <a:rPr lang="pt-BR" b="0" i="0" u="none" strike="noStrike" baseline="0" dirty="0">
                <a:latin typeface="CourierNew"/>
              </a:rPr>
              <a:t>Um comando pode ser composto por outros comandos.</a:t>
            </a:r>
          </a:p>
          <a:p>
            <a:pPr algn="l"/>
            <a:r>
              <a:rPr lang="pt-BR" b="0" i="0" u="none" strike="noStrike" baseline="0" dirty="0">
                <a:latin typeface="CourierNew"/>
              </a:rPr>
              <a:t>É fácil acrescentar novos comandos porque não é preciso mudar as classes existentes.</a:t>
            </a:r>
          </a:p>
          <a:p>
            <a:pPr algn="l"/>
            <a:r>
              <a:rPr lang="pt-BR" b="0" i="0" u="none" strike="noStrike" baseline="0" dirty="0">
                <a:latin typeface="CourierNew"/>
              </a:rPr>
              <a:t>Implementar operações de desfazer fica mais fácil.</a:t>
            </a:r>
          </a:p>
          <a:p>
            <a:pPr algn="l"/>
            <a:r>
              <a:rPr lang="pt-BR" b="0" i="0" u="none" strike="noStrike" baseline="0" dirty="0">
                <a:latin typeface="CourierNew"/>
              </a:rPr>
              <a:t>O código pode se tornar mais complexo por existir camadas entre o cliente (solicitante) e o objeto recebedor.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Command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E1EA9E1-72F7-6EE9-327C-D1AA78D8B8DE}"/>
              </a:ext>
            </a:extLst>
          </p:cNvPr>
          <p:cNvSpPr txBox="1">
            <a:spLocks/>
          </p:cNvSpPr>
          <p:nvPr/>
        </p:nvSpPr>
        <p:spPr>
          <a:xfrm>
            <a:off x="962819" y="200216"/>
            <a:ext cx="5133181" cy="60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bg1"/>
                </a:solidFill>
              </a:rPr>
              <a:t>Consequências</a:t>
            </a:r>
          </a:p>
        </p:txBody>
      </p:sp>
    </p:spTree>
    <p:extLst>
      <p:ext uri="{BB962C8B-B14F-4D97-AF65-F5344CB8AC3E}">
        <p14:creationId xmlns:p14="http://schemas.microsoft.com/office/powerpoint/2010/main" val="18527411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3863</TotalTime>
  <Words>2180</Words>
  <Application>Microsoft Office PowerPoint</Application>
  <PresentationFormat>Widescreen</PresentationFormat>
  <Paragraphs>212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Consolas</vt:lpstr>
      <vt:lpstr>CourierNew</vt:lpstr>
      <vt:lpstr>CourierNew-Bold</vt:lpstr>
      <vt:lpstr>CourierNew-Italic</vt:lpstr>
      <vt:lpstr>Tema do Office 2013 - 2022</vt:lpstr>
      <vt:lpstr>Command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Command – Implementação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Command – Implementação Java</vt:lpstr>
      <vt:lpstr>Command – Consequências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2024-08-19T02:24:17Z</dcterms:modified>
</cp:coreProperties>
</file>